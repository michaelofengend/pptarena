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5"/>
    <p:restoredTop sz="94619"/>
  </p:normalViewPr>
  <p:slideViewPr>
    <p:cSldViewPr snapToGrid="0" snapToObjects="1">
      <p:cViewPr varScale="1">
        <p:scale>
          <a:sx n="75" d="100"/>
          <a:sy n="75" d="100"/>
        </p:scale>
        <p:origin x="160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CT Cha b Disc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Carbon-bearing molecules</c:v>
                </c:pt>
                <c:pt idx="1">
                  <c:v>Water molecules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2-E848-B718-E5FDF0D626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Host Star Disc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Carbon-bearing molecules</c:v>
                </c:pt>
                <c:pt idx="1">
                  <c:v>Water molecules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E2-E848-B718-E5FDF0D626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2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600200"/>
            <a:ext cx="146304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46304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99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sawebb.org/news/weic2521/#:~:text=The%20NASA%2FESA%2FCSA%20James%20Webb%20Space,detected%20in%20the%20Webb%20data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sawebb.org/news/weic2521/#:~:text=The%20NASA%2FESA%2FCSA%20James%20Webb%20Space,detected%20in%20the%20Webb%20data" TargetMode="External"/><Relationship Id="rId3" Type="http://schemas.openxmlformats.org/officeDocument/2006/relationships/hyperlink" Target="https://esawebb.org/news/weic2521/#:~:text=The%20young%20star%20the%20planet,are%2074%20billion%20kilometres%20apart" TargetMode="External"/><Relationship Id="rId4" Type="http://schemas.openxmlformats.org/officeDocument/2006/relationships/hyperlink" Target="https://esawebb.org/news/weic2521/#:~:text=Ultimately%2C%20the%20team%20discovered%20seven,chemical%20evolution%20over%20only%20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hyperlink" Target="https://esawebb.org/news/weic2521/#:~:text=Ultimately%2C%20the%20team%20discovered%20seven,chemical%20evolution%20over%20only%202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hyperlink" Target="https://esawebb.org/news/weic2521/#:~:text=The%20NASA%2FESA%2FCSA%20James%20Webb%20Space,detected%20in%20the%20Webb%20data" TargetMode="External"/><Relationship Id="rId4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sawebb.org/news/weic2521/#:~:text=The%20NASA%2FESA%2FCSA%20James%20Webb%20Space,detected%20in%20the%20Webb%20data" TargetMode="External"/><Relationship Id="rId3" Type="http://schemas.openxmlformats.org/officeDocument/2006/relationships/hyperlink" Target="https://esawebb.org/news/weic2521/#:~:text=Ultimately%2C%20the%20team%20discovered%20seven,chemical%20evolution%20over%20only%202" TargetMode="External"/><Relationship Id="rId4" Type="http://schemas.openxmlformats.org/officeDocument/2006/relationships/hyperlink" Target="https://esawebb.org/news/weic2521/#:~:text=%E2%80%9CWe%20want%20to%20learn%20more,%E2%80%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130425"/>
            <a:ext cx="13817600" cy="1470025"/>
          </a:xfrm>
        </p:spPr>
        <p:txBody>
          <a:bodyPr/>
          <a:lstStyle/>
          <a:p>
            <a:r>
              <a:t>Moon-Forming Disc Discovered by Webb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886200"/>
            <a:ext cx="11379200" cy="1752600"/>
          </a:xfrm>
        </p:spPr>
        <p:txBody>
          <a:bodyPr/>
          <a:lstStyle/>
          <a:p>
            <a:r>
              <a:t>Observations of CT Cha b reveal a carbon-rich circumplanetary disc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3" y="274638"/>
            <a:ext cx="19507200" cy="1143000"/>
          </a:xfrm>
        </p:spPr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3" y="1600200"/>
            <a:ext cx="19507200" cy="4525963"/>
          </a:xfrm>
        </p:spPr>
        <p:txBody>
          <a:bodyPr/>
          <a:lstStyle/>
          <a:p>
            <a:endParaRPr/>
          </a:p>
          <a:p>
            <a:pPr>
              <a:defRPr sz="1800"/>
            </a:pPr>
            <a:r>
              <a:t>First direct measurements of a potential moon-forming disc around CT Cha b</a:t>
            </a:r>
          </a:p>
          <a:p>
            <a:pPr>
              <a:defRPr sz="1800"/>
            </a:pPr>
            <a:r>
              <a:t>CT Cha b is 625 light years away and surrounded by a carbon-rich disc</a:t>
            </a:r>
          </a:p>
          <a:p>
            <a:pPr>
              <a:defRPr sz="1800"/>
            </a:pPr>
            <a:r>
              <a:t>Host star is 2 million years old; disc is not part of the star's accretion disc</a:t>
            </a:r>
          </a:p>
          <a:p>
            <a:pPr>
              <a:defRPr sz="1800"/>
            </a:pPr>
            <a:r>
              <a:t>Disc and star are 74 billion km apart</a:t>
            </a:r>
          </a:p>
          <a:p>
            <a:pPr>
              <a:defRPr sz="1800"/>
            </a:pPr>
            <a:r>
              <a:t>Seven carbon-bearing molecules discovered; host star disc contains water but no 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 </a:t>
            </a: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3" y="274638"/>
            <a:ext cx="19507200" cy="1143000"/>
          </a:xfrm>
        </p:spPr>
        <p:txBody>
          <a:bodyPr/>
          <a:lstStyle/>
          <a:p>
            <a:r>
              <a:t>Molecule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19200" y="1828800"/>
          <a:ext cx="975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3" y="274638"/>
            <a:ext cx="19507200" cy="1143000"/>
          </a:xfrm>
        </p:spPr>
        <p:txBody>
          <a:bodyPr/>
          <a:lstStyle/>
          <a:p>
            <a:r>
              <a:t>Illustration: Moon-Forming Disc</a:t>
            </a:r>
          </a:p>
        </p:txBody>
      </p:sp>
      <p:pic>
        <p:nvPicPr>
          <p:cNvPr id="3" name="Picture 2" descr="weic2521a.jpg"/>
          <p:cNvPicPr>
            <a:picLocks noChangeAspect="1"/>
          </p:cNvPicPr>
          <p:nvPr/>
        </p:nvPicPr>
        <p:blipFill>
          <a:blip r:embed="rId2"/>
          <a:srcRect l="25308"/>
          <a:stretch>
            <a:fillRect/>
          </a:stretch>
        </p:blipFill>
        <p:spPr>
          <a:xfrm>
            <a:off x="900287" y="1417638"/>
            <a:ext cx="4453468" cy="44718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94328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rPr dirty="0"/>
              <a:t>Artist's impression of the circumplanetary disc around CT Cha b and its host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</a:t>
            </a:r>
          </a:p>
        </p:txBody>
      </p:sp>
      <p:pic>
        <p:nvPicPr>
          <p:cNvPr id="1026" name="Picture 2" descr="112 Moon Disc Stock Videos, Footage, &amp; 4K Video Clips - Getty Images">
            <a:extLst>
              <a:ext uri="{FF2B5EF4-FFF2-40B4-BE49-F238E27FC236}">
                <a16:creationId xmlns:a16="http://schemas.microsoft.com/office/drawing/2014/main" id="{28EFB6D5-3CCF-AE43-990F-608BB52B1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699045" y="2396195"/>
            <a:ext cx="4471441" cy="251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3" y="274638"/>
            <a:ext cx="19507200" cy="1143000"/>
          </a:xfrm>
        </p:spPr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3" y="1600200"/>
            <a:ext cx="19507200" cy="4525963"/>
          </a:xfrm>
        </p:spPr>
        <p:txBody>
          <a:bodyPr/>
          <a:lstStyle/>
          <a:p>
            <a:endParaRPr/>
          </a:p>
          <a:p>
            <a:pPr>
              <a:defRPr sz="1800"/>
            </a:pPr>
            <a:r>
              <a:t>Discovery provides first glimpse into moon formation around exoplanets</a:t>
            </a:r>
          </a:p>
          <a:p>
            <a:pPr>
              <a:defRPr sz="1800"/>
            </a:pPr>
            <a:r>
              <a:t>Carbon-rich chemistry highlights rapid evolution in young planetary discs</a:t>
            </a:r>
          </a:p>
          <a:p>
            <a:pPr>
              <a:defRPr sz="1800"/>
            </a:pPr>
            <a:r>
              <a:t>Studying systems under construction helps us understand our own Solar System's history</a:t>
            </a:r>
          </a:p>
          <a:p>
            <a:pPr>
              <a:defRPr sz="1800"/>
            </a:pPr>
            <a:r>
              <a:t>Future surveys with Webb will explore other young planets and discs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 </a:t>
            </a: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173</Words>
  <Application>Microsoft Macintosh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Moon-Forming Disc Discovered by Webb</vt:lpstr>
      <vt:lpstr>Key Findings</vt:lpstr>
      <vt:lpstr>Molecule Comparison</vt:lpstr>
      <vt:lpstr>Illustration: Moon-Forming Disc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2025-10-07T05:32:04Z</dcterms:modified>
  <cp:category/>
</cp:coreProperties>
</file>