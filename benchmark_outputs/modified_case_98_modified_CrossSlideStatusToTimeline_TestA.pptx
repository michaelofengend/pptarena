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www.nasa.gov/news-release/nasa-sets-path-to-return-mars-samples-seeks-innovative-designs/#:~:text=%E2%80%9CMars%20Sample%20Return%20will%20be,%E2%80%9D" TargetMode="External"/><Relationship Id="rId2" Type="http://schemas.openxmlformats.org/officeDocument/2006/relationships/hyperlink" Target="file:///home/oai/redirect.html#:~:text=Maui%2C%20the%20second%20largest%20island,that%20is%20dense%20with%20vegetation" TargetMode="External"/><Relationship Id="rId3" Type="http://schemas.openxmlformats.org/officeDocument/2006/relationships/hyperlink" Target="https://api.worldbank.org/v2/country/USA/indicator/EG.FEC.RNEW.ZS#:~:text=USA%22%2C%22date%22%3A%222021%22%2C%22value%22%3A10.9%2C%22unit%22%3A%22%22%2C%22obs_status%22%3A%22%22%2C%22decimal%22%3A2%7D%2C%7B%22indicat%20or%22%3A%7B%22id%22%3A%22EG.FEC.RNEW.ZS%22%2C%22value%22%3A%22Renewable%20energy%20consumption%20%28,Renewable%20energ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597"/>
                </a:solidFill>
              </a:rPr>
              <a:t>Project Status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81BD"/>
                </a:solidFill>
              </a:rPr>
              <a:t>Assessing progress and risks across key initiatives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597"/>
                </a:solidFill>
              </a:rPr>
              <a:t>Project Status Summary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5303520"/>
              </a:tblGrid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597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597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597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Mars Sample Return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At Risk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NASA's Mars Sample Return mission is estimated to cost about $11 billion and would return samples around 2040, a timeline seen as too expensive and too long, prompting the agency to seek more affordable options.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Kaheawa Wind Farm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100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Maui’s Kaheawa wind farm hosts 34 turbines that generate roughly 10–15 percent of the island’s electricity; wind is Hawaii’s second‑largest renewable resource after solar.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U.S. Renewable Energy Growth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8"/>
                          </a:solidFill>
                        </a:rPr>
                        <a:t>Completed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The United States increased renewable energy consumption from 8.9 % in 2015 to 10.9 % in 2021, reflecting steady progress toward clean‑energy goals.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A5CAA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700" u="sng" dirty="0">
                <a:solidFill>
                  <a:srgbClr val="2A5CAA"/>
                </a:solidFill>
                <a:hlinkClick r:id="rId2"/>
              </a:rPr>
              <a:t>[2]</a:t>
            </a:r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700" u="sng" dirty="0">
                <a:solidFill>
                  <a:srgbClr val="2A5CAA"/>
                </a:solidFill>
                <a:hlinkClick r:id="rId3"/>
              </a:rPr>
              <a:t>[3]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5597"/>
                </a:solidFill>
              </a:rPr>
              <a:t>Project Timeline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828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Mars Sample Return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8288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383280" y="1828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Kaheawa Wind Farm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09360" y="1828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U.S. Renewable Energy Growth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2926080"/>
            <a:ext cx="58521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2025-10-07T07:24:52Z</dcterms:created>
  <dcterms:modified xsi:type="dcterms:W3CDTF">2025-10-07T07:24:52Z</dcterms:modified>
</cp:coreProperties>
</file>