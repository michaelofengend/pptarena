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0"/>
            <a:ext cx="4000000" cy="2286000"/>
          </a:xfrm>
        </p:spPr>
        <p:txBody>
          <a:bodyPr anchor="ctr"/>
          <a:lstStyle/>
          <a:p>
            <a:pPr algn="l"/>
            <a:r>
              <a:rPr sz="4800" b="1"/>
              <a:t>Recognizing the Rock Cycle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86800" y="2286000"/>
            <a:ext cx="4000000" cy="2286000"/>
          </a:xfrm>
        </p:spPr>
        <p:txBody>
          <a:bodyPr anchor="ctr"/>
          <a:lstStyle/>
          <a:p>
            <a:pPr algn="l"/>
            <a:r>
              <a:rPr sz="2800"/>
              <a:t>A Study of Igneous, Sedimentary, and Metamorphic Rocks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31520"/>
          </a:xfrm>
        </p:spPr>
        <p:txBody>
          <a:bodyPr/>
          <a:lstStyle/>
          <a:p>
            <a:r>
              <a:rPr sz="3200" b="1"/>
              <a:t>Rock Types</a:t>
            </a:r>
          </a:p>
        </p:txBody>
      </p:sp>
      <p:pic>
        <p:nvPicPr>
          <p:cNvPr id="3" name="Picture 2" descr="bas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000"/>
            <a:ext cx="2600000" cy="1800000"/>
          </a:xfrm>
          <a:prstGeom prst="rect">
            <a:avLst/>
          </a:prstGeom>
        </p:spPr>
      </p:pic>
      <p:pic>
        <p:nvPicPr>
          <p:cNvPr id="4" name="Picture 3" descr="new_sandsto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200" y="1200000"/>
            <a:ext cx="2600000" cy="1800000"/>
          </a:xfrm>
          <a:prstGeom prst="rect">
            <a:avLst/>
          </a:prstGeom>
        </p:spPr>
      </p:pic>
      <p:pic>
        <p:nvPicPr>
          <p:cNvPr id="5" name="Picture 4" descr="new_marb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200" y="1200000"/>
            <a:ext cx="2600000" cy="1800000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457200" y="3200000"/>
            <a:ext cx="2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/>
              <a:t>Igneous</a:t>
            </a:r>
          </a:p>
          <a:p>
            <a:pPr algn="ctr"/>
            <a:r>
              <a:rPr sz="1600"/>
              <a:t>Formed from melted rock deep inside the Earth.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3271200" y="3200000"/>
            <a:ext cx="2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/>
              <a:t>Sedimentary</a:t>
            </a:r>
          </a:p>
          <a:p>
            <a:pPr algn="ctr"/>
            <a:r>
              <a:rPr sz="1600"/>
              <a:t>Formed from layers of sand, silt, dead plants, and animal skeletons.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085200" y="3200000"/>
            <a:ext cx="2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/>
              <a:t>Metamorphic</a:t>
            </a:r>
          </a:p>
          <a:p>
            <a:pPr algn="ctr"/>
            <a:r>
              <a:rPr sz="1600"/>
              <a:t>Formed from other rocks that are changed by heat and pressure underground.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/>
              <a:t>The Rock 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2000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/>
              <a:t>Igneous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36576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/>
              <a:t>Sedimentary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/>
              <a:t>Metamorphic</a:t>
            </a:r>
          </a:p>
        </p:txBody>
      </p:sp>
      <p:sp>
        <p:nvSpPr>
          <p:cNvPr id="7" name="Arrow 1"/>
          <p:cNvSpPr/>
          <p:nvPr/>
        </p:nvSpPr>
        <p:spPr>
          <a:xfrm rot="3000000">
            <a:off x="5200000" y="2400000"/>
            <a:ext cx="1800000" cy="40000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8" name="Arrow 2"/>
          <p:cNvSpPr/>
          <p:nvPr/>
        </p:nvSpPr>
        <p:spPr>
          <a:xfrm rot="10800000">
            <a:off x="3657600" y="3800000"/>
            <a:ext cx="2000000" cy="40000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9" name="Arrow 3"/>
          <p:cNvSpPr/>
          <p:nvPr/>
        </p:nvSpPr>
        <p:spPr>
          <a:xfrm rot="18600000">
            <a:off x="2100000" y="2400000"/>
            <a:ext cx="1800000" cy="40000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10" name="Label 1"/>
          <p:cNvSpPr txBox="1"/>
          <p:nvPr/>
        </p:nvSpPr>
        <p:spPr>
          <a:xfrm>
            <a:off x="5800000" y="200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/>
              <a:t>Weathering &amp; Erosion</a:t>
            </a:r>
          </a:p>
        </p:txBody>
      </p:sp>
      <p:sp>
        <p:nvSpPr>
          <p:cNvPr id="11" name="Label 2"/>
          <p:cNvSpPr txBox="1"/>
          <p:nvPr/>
        </p:nvSpPr>
        <p:spPr>
          <a:xfrm>
            <a:off x="3300000" y="440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/>
              <a:t>Heat &amp; Pressure</a:t>
            </a:r>
          </a:p>
        </p:txBody>
      </p:sp>
      <p:sp>
        <p:nvSpPr>
          <p:cNvPr id="12" name="Label 3"/>
          <p:cNvSpPr txBox="1"/>
          <p:nvPr/>
        </p:nvSpPr>
        <p:spPr>
          <a:xfrm>
            <a:off x="800000" y="2000000"/>
            <a:ext cx="2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/>
              <a:t>Melting &amp; Cooling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