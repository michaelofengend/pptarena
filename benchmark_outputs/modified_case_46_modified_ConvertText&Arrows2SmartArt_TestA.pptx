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1141" r:id="rId12"/>
  </p:sldIdLst>
  <p:sldSz cx="12192000" cy="6858000"/>
  <p:notesSz cx="9296400" cy="701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aomi Boyd" initials="NB" lastIdx="7" clrIdx="0">
    <p:extLst>
      <p:ext uri="{19B8F6BF-5375-455C-9EA6-DF929625EA0E}">
        <p15:presenceInfo xmlns:p15="http://schemas.microsoft.com/office/powerpoint/2012/main" userId="Naomi Boyd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B8C8E"/>
    <a:srgbClr val="FF9E16"/>
    <a:srgbClr val="8A8A8D"/>
    <a:srgbClr val="4F86A0"/>
    <a:srgbClr val="FFFFFF"/>
    <a:srgbClr val="B3EB8D"/>
    <a:srgbClr val="3FBFAD"/>
    <a:srgbClr val="DD5F13"/>
    <a:srgbClr val="646569"/>
    <a:srgbClr val="BFB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5AB1C69-6EDB-4FF4-983F-18BD219EF32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69" autoAdjust="0"/>
    <p:restoredTop sz="81782" autoAdjust="0"/>
  </p:normalViewPr>
  <p:slideViewPr>
    <p:cSldViewPr snapToGrid="0">
      <p:cViewPr varScale="1">
        <p:scale>
          <a:sx n="55" d="100"/>
          <a:sy n="55" d="100"/>
        </p:scale>
        <p:origin x="1020" y="4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2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19" Type="http://schemas.openxmlformats.org/officeDocument/2006/relationships/handoutMaster" Target="handoutMasters/handoutMaster1.xml"/><Relationship Id="rId20" Type="http://schemas.openxmlformats.org/officeDocument/2006/relationships/commentAuthors" Target="commentAuthors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029282" cy="35195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265014" y="0"/>
            <a:ext cx="4029282" cy="35195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E83112-4CC5-420B-891E-1A03BDB84B55}" type="datetimeFigureOut">
              <a:rPr lang="en-US" smtClean="0"/>
              <a:t>7/2/2019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2" y="6658444"/>
            <a:ext cx="4029282" cy="35195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265014" y="6658444"/>
            <a:ext cx="4029282" cy="35195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2995AA-23C2-4D6A-910E-6077D38FE1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2277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028440" cy="351737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265809" y="1"/>
            <a:ext cx="4028440" cy="351737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92BF4895-7314-4F40-8DF5-D49530122100}" type="datetimeFigureOut">
              <a:rPr lang="en-US" smtClean="0"/>
              <a:t>7/2/2019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46350" y="876300"/>
            <a:ext cx="4203700" cy="2365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29640" y="3373756"/>
            <a:ext cx="7437120" cy="2760345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658664"/>
            <a:ext cx="4028440" cy="351736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265809" y="6658664"/>
            <a:ext cx="4028440" cy="351736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4FF51DB6-9766-45D9-9D9B-77298589ED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8731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F51DB6-9766-45D9-9D9B-77298589ED3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91216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eeva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3"/>
          <p:cNvGrpSpPr>
            <a:grpSpLocks noChangeAspect="1"/>
          </p:cNvGrpSpPr>
          <p:nvPr userDrawn="1"/>
        </p:nvGrpSpPr>
        <p:grpSpPr bwMode="auto">
          <a:xfrm>
            <a:off x="3703814" y="2867487"/>
            <a:ext cx="4784373" cy="1109709"/>
            <a:chOff x="0" y="1492"/>
            <a:chExt cx="5760" cy="1336"/>
          </a:xfrm>
          <a:solidFill>
            <a:schemeClr val="bg1"/>
          </a:solidFill>
        </p:grpSpPr>
        <p:sp>
          <p:nvSpPr>
            <p:cNvPr id="8" name="Freeform 14"/>
            <p:cNvSpPr>
              <a:spLocks/>
            </p:cNvSpPr>
            <p:nvPr userDrawn="1"/>
          </p:nvSpPr>
          <p:spPr bwMode="auto">
            <a:xfrm>
              <a:off x="3518" y="1664"/>
              <a:ext cx="1165" cy="1164"/>
            </a:xfrm>
            <a:custGeom>
              <a:avLst/>
              <a:gdLst>
                <a:gd name="T0" fmla="*/ 265 w 265"/>
                <a:gd name="T1" fmla="*/ 0 h 264"/>
                <a:gd name="T2" fmla="*/ 215 w 265"/>
                <a:gd name="T3" fmla="*/ 0 h 264"/>
                <a:gd name="T4" fmla="*/ 132 w 265"/>
                <a:gd name="T5" fmla="*/ 166 h 264"/>
                <a:gd name="T6" fmla="*/ 49 w 265"/>
                <a:gd name="T7" fmla="*/ 0 h 264"/>
                <a:gd name="T8" fmla="*/ 0 w 265"/>
                <a:gd name="T9" fmla="*/ 0 h 264"/>
                <a:gd name="T10" fmla="*/ 132 w 265"/>
                <a:gd name="T11" fmla="*/ 264 h 264"/>
                <a:gd name="T12" fmla="*/ 265 w 265"/>
                <a:gd name="T13" fmla="*/ 0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5" h="264">
                  <a:moveTo>
                    <a:pt x="265" y="0"/>
                  </a:moveTo>
                  <a:cubicBezTo>
                    <a:pt x="215" y="0"/>
                    <a:pt x="215" y="0"/>
                    <a:pt x="215" y="0"/>
                  </a:cubicBezTo>
                  <a:cubicBezTo>
                    <a:pt x="132" y="166"/>
                    <a:pt x="132" y="166"/>
                    <a:pt x="132" y="166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3" y="104"/>
                    <a:pt x="132" y="264"/>
                    <a:pt x="132" y="264"/>
                  </a:cubicBezTo>
                  <a:lnTo>
                    <a:pt x="26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15"/>
            <p:cNvSpPr>
              <a:spLocks noEditPoints="1"/>
            </p:cNvSpPr>
            <p:nvPr userDrawn="1"/>
          </p:nvSpPr>
          <p:spPr bwMode="auto">
            <a:xfrm>
              <a:off x="2440" y="1651"/>
              <a:ext cx="1130" cy="1137"/>
            </a:xfrm>
            <a:custGeom>
              <a:avLst/>
              <a:gdLst>
                <a:gd name="T0" fmla="*/ 128 w 257"/>
                <a:gd name="T1" fmla="*/ 42 h 258"/>
                <a:gd name="T2" fmla="*/ 213 w 257"/>
                <a:gd name="T3" fmla="*/ 108 h 258"/>
                <a:gd name="T4" fmla="*/ 44 w 257"/>
                <a:gd name="T5" fmla="*/ 108 h 258"/>
                <a:gd name="T6" fmla="*/ 128 w 257"/>
                <a:gd name="T7" fmla="*/ 42 h 258"/>
                <a:gd name="T8" fmla="*/ 128 w 257"/>
                <a:gd name="T9" fmla="*/ 216 h 258"/>
                <a:gd name="T10" fmla="*/ 44 w 257"/>
                <a:gd name="T11" fmla="*/ 150 h 258"/>
                <a:gd name="T12" fmla="*/ 257 w 257"/>
                <a:gd name="T13" fmla="*/ 150 h 258"/>
                <a:gd name="T14" fmla="*/ 257 w 257"/>
                <a:gd name="T15" fmla="*/ 129 h 258"/>
                <a:gd name="T16" fmla="*/ 128 w 257"/>
                <a:gd name="T17" fmla="*/ 0 h 258"/>
                <a:gd name="T18" fmla="*/ 0 w 257"/>
                <a:gd name="T19" fmla="*/ 129 h 258"/>
                <a:gd name="T20" fmla="*/ 128 w 257"/>
                <a:gd name="T21" fmla="*/ 258 h 258"/>
                <a:gd name="T22" fmla="*/ 243 w 257"/>
                <a:gd name="T23" fmla="*/ 189 h 258"/>
                <a:gd name="T24" fmla="*/ 191 w 257"/>
                <a:gd name="T25" fmla="*/ 189 h 258"/>
                <a:gd name="T26" fmla="*/ 128 w 257"/>
                <a:gd name="T27" fmla="*/ 216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57" h="258">
                  <a:moveTo>
                    <a:pt x="128" y="42"/>
                  </a:moveTo>
                  <a:cubicBezTo>
                    <a:pt x="169" y="42"/>
                    <a:pt x="204" y="70"/>
                    <a:pt x="213" y="108"/>
                  </a:cubicBezTo>
                  <a:cubicBezTo>
                    <a:pt x="44" y="108"/>
                    <a:pt x="44" y="108"/>
                    <a:pt x="44" y="108"/>
                  </a:cubicBezTo>
                  <a:cubicBezTo>
                    <a:pt x="53" y="70"/>
                    <a:pt x="88" y="42"/>
                    <a:pt x="128" y="42"/>
                  </a:cubicBezTo>
                  <a:moveTo>
                    <a:pt x="128" y="216"/>
                  </a:moveTo>
                  <a:cubicBezTo>
                    <a:pt x="88" y="216"/>
                    <a:pt x="53" y="188"/>
                    <a:pt x="44" y="150"/>
                  </a:cubicBezTo>
                  <a:cubicBezTo>
                    <a:pt x="257" y="150"/>
                    <a:pt x="257" y="150"/>
                    <a:pt x="257" y="150"/>
                  </a:cubicBezTo>
                  <a:cubicBezTo>
                    <a:pt x="257" y="129"/>
                    <a:pt x="257" y="129"/>
                    <a:pt x="257" y="129"/>
                  </a:cubicBezTo>
                  <a:cubicBezTo>
                    <a:pt x="257" y="58"/>
                    <a:pt x="200" y="0"/>
                    <a:pt x="128" y="0"/>
                  </a:cubicBezTo>
                  <a:cubicBezTo>
                    <a:pt x="57" y="0"/>
                    <a:pt x="0" y="58"/>
                    <a:pt x="0" y="129"/>
                  </a:cubicBezTo>
                  <a:cubicBezTo>
                    <a:pt x="0" y="200"/>
                    <a:pt x="57" y="258"/>
                    <a:pt x="128" y="258"/>
                  </a:cubicBezTo>
                  <a:cubicBezTo>
                    <a:pt x="177" y="258"/>
                    <a:pt x="221" y="231"/>
                    <a:pt x="243" y="189"/>
                  </a:cubicBezTo>
                  <a:cubicBezTo>
                    <a:pt x="191" y="189"/>
                    <a:pt x="191" y="189"/>
                    <a:pt x="191" y="189"/>
                  </a:cubicBezTo>
                  <a:cubicBezTo>
                    <a:pt x="175" y="206"/>
                    <a:pt x="153" y="216"/>
                    <a:pt x="128" y="216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16"/>
            <p:cNvSpPr>
              <a:spLocks noEditPoints="1"/>
            </p:cNvSpPr>
            <p:nvPr userDrawn="1"/>
          </p:nvSpPr>
          <p:spPr bwMode="auto">
            <a:xfrm>
              <a:off x="4626" y="1655"/>
              <a:ext cx="1134" cy="1138"/>
            </a:xfrm>
            <a:custGeom>
              <a:avLst/>
              <a:gdLst>
                <a:gd name="T0" fmla="*/ 129 w 258"/>
                <a:gd name="T1" fmla="*/ 216 h 258"/>
                <a:gd name="T2" fmla="*/ 42 w 258"/>
                <a:gd name="T3" fmla="*/ 129 h 258"/>
                <a:gd name="T4" fmla="*/ 129 w 258"/>
                <a:gd name="T5" fmla="*/ 42 h 258"/>
                <a:gd name="T6" fmla="*/ 216 w 258"/>
                <a:gd name="T7" fmla="*/ 128 h 258"/>
                <a:gd name="T8" fmla="*/ 216 w 258"/>
                <a:gd name="T9" fmla="*/ 131 h 258"/>
                <a:gd name="T10" fmla="*/ 129 w 258"/>
                <a:gd name="T11" fmla="*/ 216 h 258"/>
                <a:gd name="T12" fmla="*/ 258 w 258"/>
                <a:gd name="T13" fmla="*/ 129 h 258"/>
                <a:gd name="T14" fmla="*/ 258 w 258"/>
                <a:gd name="T15" fmla="*/ 128 h 258"/>
                <a:gd name="T16" fmla="*/ 258 w 258"/>
                <a:gd name="T17" fmla="*/ 3 h 258"/>
                <a:gd name="T18" fmla="*/ 216 w 258"/>
                <a:gd name="T19" fmla="*/ 3 h 258"/>
                <a:gd name="T20" fmla="*/ 216 w 258"/>
                <a:gd name="T21" fmla="*/ 34 h 258"/>
                <a:gd name="T22" fmla="*/ 129 w 258"/>
                <a:gd name="T23" fmla="*/ 0 h 258"/>
                <a:gd name="T24" fmla="*/ 0 w 258"/>
                <a:gd name="T25" fmla="*/ 129 h 258"/>
                <a:gd name="T26" fmla="*/ 129 w 258"/>
                <a:gd name="T27" fmla="*/ 258 h 258"/>
                <a:gd name="T28" fmla="*/ 216 w 258"/>
                <a:gd name="T29" fmla="*/ 224 h 258"/>
                <a:gd name="T30" fmla="*/ 216 w 258"/>
                <a:gd name="T31" fmla="*/ 256 h 258"/>
                <a:gd name="T32" fmla="*/ 258 w 258"/>
                <a:gd name="T33" fmla="*/ 256 h 258"/>
                <a:gd name="T34" fmla="*/ 258 w 258"/>
                <a:gd name="T35" fmla="*/ 131 h 258"/>
                <a:gd name="T36" fmla="*/ 258 w 258"/>
                <a:gd name="T37" fmla="*/ 129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8" h="258">
                  <a:moveTo>
                    <a:pt x="129" y="216"/>
                  </a:moveTo>
                  <a:cubicBezTo>
                    <a:pt x="81" y="216"/>
                    <a:pt x="42" y="177"/>
                    <a:pt x="42" y="129"/>
                  </a:cubicBezTo>
                  <a:cubicBezTo>
                    <a:pt x="42" y="81"/>
                    <a:pt x="81" y="42"/>
                    <a:pt x="129" y="42"/>
                  </a:cubicBezTo>
                  <a:cubicBezTo>
                    <a:pt x="176" y="42"/>
                    <a:pt x="215" y="80"/>
                    <a:pt x="216" y="128"/>
                  </a:cubicBezTo>
                  <a:cubicBezTo>
                    <a:pt x="216" y="131"/>
                    <a:pt x="216" y="131"/>
                    <a:pt x="216" y="131"/>
                  </a:cubicBezTo>
                  <a:cubicBezTo>
                    <a:pt x="215" y="178"/>
                    <a:pt x="176" y="216"/>
                    <a:pt x="129" y="216"/>
                  </a:cubicBezTo>
                  <a:moveTo>
                    <a:pt x="258" y="129"/>
                  </a:moveTo>
                  <a:cubicBezTo>
                    <a:pt x="258" y="129"/>
                    <a:pt x="258" y="128"/>
                    <a:pt x="258" y="128"/>
                  </a:cubicBezTo>
                  <a:cubicBezTo>
                    <a:pt x="258" y="3"/>
                    <a:pt x="258" y="3"/>
                    <a:pt x="258" y="3"/>
                  </a:cubicBezTo>
                  <a:cubicBezTo>
                    <a:pt x="216" y="3"/>
                    <a:pt x="216" y="3"/>
                    <a:pt x="216" y="3"/>
                  </a:cubicBezTo>
                  <a:cubicBezTo>
                    <a:pt x="216" y="34"/>
                    <a:pt x="216" y="34"/>
                    <a:pt x="216" y="34"/>
                  </a:cubicBezTo>
                  <a:cubicBezTo>
                    <a:pt x="193" y="13"/>
                    <a:pt x="162" y="0"/>
                    <a:pt x="129" y="0"/>
                  </a:cubicBezTo>
                  <a:cubicBezTo>
                    <a:pt x="58" y="0"/>
                    <a:pt x="0" y="58"/>
                    <a:pt x="0" y="129"/>
                  </a:cubicBezTo>
                  <a:cubicBezTo>
                    <a:pt x="0" y="200"/>
                    <a:pt x="58" y="258"/>
                    <a:pt x="129" y="258"/>
                  </a:cubicBezTo>
                  <a:cubicBezTo>
                    <a:pt x="162" y="258"/>
                    <a:pt x="193" y="245"/>
                    <a:pt x="216" y="224"/>
                  </a:cubicBezTo>
                  <a:cubicBezTo>
                    <a:pt x="216" y="256"/>
                    <a:pt x="216" y="256"/>
                    <a:pt x="216" y="256"/>
                  </a:cubicBezTo>
                  <a:cubicBezTo>
                    <a:pt x="258" y="256"/>
                    <a:pt x="258" y="256"/>
                    <a:pt x="258" y="256"/>
                  </a:cubicBezTo>
                  <a:cubicBezTo>
                    <a:pt x="258" y="131"/>
                    <a:pt x="258" y="131"/>
                    <a:pt x="258" y="131"/>
                  </a:cubicBezTo>
                  <a:cubicBezTo>
                    <a:pt x="258" y="130"/>
                    <a:pt x="258" y="130"/>
                    <a:pt x="258" y="12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7"/>
            <p:cNvSpPr>
              <a:spLocks noEditPoints="1"/>
            </p:cNvSpPr>
            <p:nvPr userDrawn="1"/>
          </p:nvSpPr>
          <p:spPr bwMode="auto">
            <a:xfrm>
              <a:off x="1183" y="1651"/>
              <a:ext cx="1130" cy="1137"/>
            </a:xfrm>
            <a:custGeom>
              <a:avLst/>
              <a:gdLst>
                <a:gd name="T0" fmla="*/ 129 w 257"/>
                <a:gd name="T1" fmla="*/ 42 h 258"/>
                <a:gd name="T2" fmla="*/ 213 w 257"/>
                <a:gd name="T3" fmla="*/ 108 h 258"/>
                <a:gd name="T4" fmla="*/ 44 w 257"/>
                <a:gd name="T5" fmla="*/ 108 h 258"/>
                <a:gd name="T6" fmla="*/ 129 w 257"/>
                <a:gd name="T7" fmla="*/ 42 h 258"/>
                <a:gd name="T8" fmla="*/ 129 w 257"/>
                <a:gd name="T9" fmla="*/ 216 h 258"/>
                <a:gd name="T10" fmla="*/ 44 w 257"/>
                <a:gd name="T11" fmla="*/ 150 h 258"/>
                <a:gd name="T12" fmla="*/ 257 w 257"/>
                <a:gd name="T13" fmla="*/ 150 h 258"/>
                <a:gd name="T14" fmla="*/ 257 w 257"/>
                <a:gd name="T15" fmla="*/ 129 h 258"/>
                <a:gd name="T16" fmla="*/ 129 w 257"/>
                <a:gd name="T17" fmla="*/ 0 h 258"/>
                <a:gd name="T18" fmla="*/ 0 w 257"/>
                <a:gd name="T19" fmla="*/ 129 h 258"/>
                <a:gd name="T20" fmla="*/ 129 w 257"/>
                <a:gd name="T21" fmla="*/ 258 h 258"/>
                <a:gd name="T22" fmla="*/ 243 w 257"/>
                <a:gd name="T23" fmla="*/ 189 h 258"/>
                <a:gd name="T24" fmla="*/ 191 w 257"/>
                <a:gd name="T25" fmla="*/ 189 h 258"/>
                <a:gd name="T26" fmla="*/ 129 w 257"/>
                <a:gd name="T27" fmla="*/ 216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57" h="258">
                  <a:moveTo>
                    <a:pt x="129" y="42"/>
                  </a:moveTo>
                  <a:cubicBezTo>
                    <a:pt x="169" y="42"/>
                    <a:pt x="204" y="70"/>
                    <a:pt x="213" y="108"/>
                  </a:cubicBezTo>
                  <a:cubicBezTo>
                    <a:pt x="44" y="108"/>
                    <a:pt x="44" y="108"/>
                    <a:pt x="44" y="108"/>
                  </a:cubicBezTo>
                  <a:cubicBezTo>
                    <a:pt x="53" y="70"/>
                    <a:pt x="88" y="42"/>
                    <a:pt x="129" y="42"/>
                  </a:cubicBezTo>
                  <a:moveTo>
                    <a:pt x="129" y="216"/>
                  </a:moveTo>
                  <a:cubicBezTo>
                    <a:pt x="88" y="216"/>
                    <a:pt x="53" y="188"/>
                    <a:pt x="44" y="150"/>
                  </a:cubicBezTo>
                  <a:cubicBezTo>
                    <a:pt x="257" y="150"/>
                    <a:pt x="257" y="150"/>
                    <a:pt x="257" y="150"/>
                  </a:cubicBezTo>
                  <a:cubicBezTo>
                    <a:pt x="257" y="129"/>
                    <a:pt x="257" y="129"/>
                    <a:pt x="257" y="129"/>
                  </a:cubicBezTo>
                  <a:cubicBezTo>
                    <a:pt x="257" y="58"/>
                    <a:pt x="200" y="0"/>
                    <a:pt x="129" y="0"/>
                  </a:cubicBezTo>
                  <a:cubicBezTo>
                    <a:pt x="57" y="0"/>
                    <a:pt x="0" y="58"/>
                    <a:pt x="0" y="129"/>
                  </a:cubicBezTo>
                  <a:cubicBezTo>
                    <a:pt x="0" y="200"/>
                    <a:pt x="57" y="258"/>
                    <a:pt x="129" y="258"/>
                  </a:cubicBezTo>
                  <a:cubicBezTo>
                    <a:pt x="177" y="258"/>
                    <a:pt x="221" y="231"/>
                    <a:pt x="243" y="189"/>
                  </a:cubicBezTo>
                  <a:cubicBezTo>
                    <a:pt x="191" y="189"/>
                    <a:pt x="191" y="189"/>
                    <a:pt x="191" y="189"/>
                  </a:cubicBezTo>
                  <a:cubicBezTo>
                    <a:pt x="175" y="206"/>
                    <a:pt x="153" y="216"/>
                    <a:pt x="129" y="216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 userDrawn="1"/>
          </p:nvSpPr>
          <p:spPr bwMode="auto">
            <a:xfrm>
              <a:off x="0" y="1492"/>
              <a:ext cx="1315" cy="1336"/>
            </a:xfrm>
            <a:custGeom>
              <a:avLst/>
              <a:gdLst>
                <a:gd name="T0" fmla="*/ 0 w 1315"/>
                <a:gd name="T1" fmla="*/ 0 h 1336"/>
                <a:gd name="T2" fmla="*/ 229 w 1315"/>
                <a:gd name="T3" fmla="*/ 0 h 1336"/>
                <a:gd name="T4" fmla="*/ 659 w 1315"/>
                <a:gd name="T5" fmla="*/ 873 h 1336"/>
                <a:gd name="T6" fmla="*/ 1090 w 1315"/>
                <a:gd name="T7" fmla="*/ 0 h 1336"/>
                <a:gd name="T8" fmla="*/ 1315 w 1315"/>
                <a:gd name="T9" fmla="*/ 0 h 1336"/>
                <a:gd name="T10" fmla="*/ 659 w 1315"/>
                <a:gd name="T11" fmla="*/ 1336 h 1336"/>
                <a:gd name="T12" fmla="*/ 0 w 1315"/>
                <a:gd name="T13" fmla="*/ 0 h 1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15" h="1336">
                  <a:moveTo>
                    <a:pt x="0" y="0"/>
                  </a:moveTo>
                  <a:lnTo>
                    <a:pt x="229" y="0"/>
                  </a:lnTo>
                  <a:lnTo>
                    <a:pt x="659" y="873"/>
                  </a:lnTo>
                  <a:lnTo>
                    <a:pt x="1090" y="0"/>
                  </a:lnTo>
                  <a:lnTo>
                    <a:pt x="1315" y="0"/>
                  </a:lnTo>
                  <a:lnTo>
                    <a:pt x="659" y="1336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19"/>
            <p:cNvSpPr>
              <a:spLocks/>
            </p:cNvSpPr>
            <p:nvPr userDrawn="1"/>
          </p:nvSpPr>
          <p:spPr bwMode="auto">
            <a:xfrm>
              <a:off x="360" y="1492"/>
              <a:ext cx="594" cy="595"/>
            </a:xfrm>
            <a:custGeom>
              <a:avLst/>
              <a:gdLst>
                <a:gd name="T0" fmla="*/ 0 w 135"/>
                <a:gd name="T1" fmla="*/ 0 h 135"/>
                <a:gd name="T2" fmla="*/ 68 w 135"/>
                <a:gd name="T3" fmla="*/ 135 h 135"/>
                <a:gd name="T4" fmla="*/ 135 w 135"/>
                <a:gd name="T5" fmla="*/ 0 h 135"/>
                <a:gd name="T6" fmla="*/ 0 w 135"/>
                <a:gd name="T7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5" h="135">
                  <a:moveTo>
                    <a:pt x="0" y="0"/>
                  </a:moveTo>
                  <a:cubicBezTo>
                    <a:pt x="68" y="135"/>
                    <a:pt x="68" y="135"/>
                    <a:pt x="68" y="135"/>
                  </a:cubicBezTo>
                  <a:cubicBezTo>
                    <a:pt x="135" y="0"/>
                    <a:pt x="135" y="0"/>
                    <a:pt x="135" y="0"/>
                  </a:cubicBezTo>
                  <a:cubicBezTo>
                    <a:pt x="135" y="0"/>
                    <a:pt x="0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03153291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/>
          <p:cNvSpPr>
            <a:spLocks noGrp="1"/>
          </p:cNvSpPr>
          <p:nvPr>
            <p:ph type="ctrTitle" hasCustomPrompt="1"/>
          </p:nvPr>
        </p:nvSpPr>
        <p:spPr>
          <a:xfrm>
            <a:off x="1524000" y="1092222"/>
            <a:ext cx="9144000" cy="2299052"/>
          </a:xfrm>
        </p:spPr>
        <p:txBody>
          <a:bodyPr anchor="b"/>
          <a:lstStyle>
            <a:lvl1pPr algn="ctr">
              <a:lnSpc>
                <a:spcPct val="80000"/>
              </a:lnSpc>
              <a:defRPr sz="60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05543" y="3391274"/>
            <a:ext cx="10580914" cy="892630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4000">
                <a:solidFill>
                  <a:schemeClr val="tx2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grpSp>
        <p:nvGrpSpPr>
          <p:cNvPr id="26" name="Group 13"/>
          <p:cNvGrpSpPr>
            <a:grpSpLocks noChangeAspect="1"/>
          </p:cNvGrpSpPr>
          <p:nvPr userDrawn="1"/>
        </p:nvGrpSpPr>
        <p:grpSpPr bwMode="auto">
          <a:xfrm>
            <a:off x="4879767" y="5158664"/>
            <a:ext cx="2432467" cy="564197"/>
            <a:chOff x="0" y="1492"/>
            <a:chExt cx="5760" cy="1336"/>
          </a:xfrm>
          <a:solidFill>
            <a:schemeClr val="bg1"/>
          </a:solidFill>
        </p:grpSpPr>
        <p:sp>
          <p:nvSpPr>
            <p:cNvPr id="27" name="Freeform 14"/>
            <p:cNvSpPr>
              <a:spLocks/>
            </p:cNvSpPr>
            <p:nvPr userDrawn="1"/>
          </p:nvSpPr>
          <p:spPr bwMode="auto">
            <a:xfrm>
              <a:off x="3518" y="1664"/>
              <a:ext cx="1165" cy="1164"/>
            </a:xfrm>
            <a:custGeom>
              <a:avLst/>
              <a:gdLst>
                <a:gd name="T0" fmla="*/ 265 w 265"/>
                <a:gd name="T1" fmla="*/ 0 h 264"/>
                <a:gd name="T2" fmla="*/ 215 w 265"/>
                <a:gd name="T3" fmla="*/ 0 h 264"/>
                <a:gd name="T4" fmla="*/ 132 w 265"/>
                <a:gd name="T5" fmla="*/ 166 h 264"/>
                <a:gd name="T6" fmla="*/ 49 w 265"/>
                <a:gd name="T7" fmla="*/ 0 h 264"/>
                <a:gd name="T8" fmla="*/ 0 w 265"/>
                <a:gd name="T9" fmla="*/ 0 h 264"/>
                <a:gd name="T10" fmla="*/ 132 w 265"/>
                <a:gd name="T11" fmla="*/ 264 h 264"/>
                <a:gd name="T12" fmla="*/ 265 w 265"/>
                <a:gd name="T13" fmla="*/ 0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5" h="264">
                  <a:moveTo>
                    <a:pt x="265" y="0"/>
                  </a:moveTo>
                  <a:cubicBezTo>
                    <a:pt x="215" y="0"/>
                    <a:pt x="215" y="0"/>
                    <a:pt x="215" y="0"/>
                  </a:cubicBezTo>
                  <a:cubicBezTo>
                    <a:pt x="132" y="166"/>
                    <a:pt x="132" y="166"/>
                    <a:pt x="132" y="166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3" y="104"/>
                    <a:pt x="132" y="264"/>
                    <a:pt x="132" y="264"/>
                  </a:cubicBezTo>
                  <a:lnTo>
                    <a:pt x="26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15"/>
            <p:cNvSpPr>
              <a:spLocks noEditPoints="1"/>
            </p:cNvSpPr>
            <p:nvPr userDrawn="1"/>
          </p:nvSpPr>
          <p:spPr bwMode="auto">
            <a:xfrm>
              <a:off x="2440" y="1651"/>
              <a:ext cx="1130" cy="1137"/>
            </a:xfrm>
            <a:custGeom>
              <a:avLst/>
              <a:gdLst>
                <a:gd name="T0" fmla="*/ 128 w 257"/>
                <a:gd name="T1" fmla="*/ 42 h 258"/>
                <a:gd name="T2" fmla="*/ 213 w 257"/>
                <a:gd name="T3" fmla="*/ 108 h 258"/>
                <a:gd name="T4" fmla="*/ 44 w 257"/>
                <a:gd name="T5" fmla="*/ 108 h 258"/>
                <a:gd name="T6" fmla="*/ 128 w 257"/>
                <a:gd name="T7" fmla="*/ 42 h 258"/>
                <a:gd name="T8" fmla="*/ 128 w 257"/>
                <a:gd name="T9" fmla="*/ 216 h 258"/>
                <a:gd name="T10" fmla="*/ 44 w 257"/>
                <a:gd name="T11" fmla="*/ 150 h 258"/>
                <a:gd name="T12" fmla="*/ 257 w 257"/>
                <a:gd name="T13" fmla="*/ 150 h 258"/>
                <a:gd name="T14" fmla="*/ 257 w 257"/>
                <a:gd name="T15" fmla="*/ 129 h 258"/>
                <a:gd name="T16" fmla="*/ 128 w 257"/>
                <a:gd name="T17" fmla="*/ 0 h 258"/>
                <a:gd name="T18" fmla="*/ 0 w 257"/>
                <a:gd name="T19" fmla="*/ 129 h 258"/>
                <a:gd name="T20" fmla="*/ 128 w 257"/>
                <a:gd name="T21" fmla="*/ 258 h 258"/>
                <a:gd name="T22" fmla="*/ 243 w 257"/>
                <a:gd name="T23" fmla="*/ 189 h 258"/>
                <a:gd name="T24" fmla="*/ 191 w 257"/>
                <a:gd name="T25" fmla="*/ 189 h 258"/>
                <a:gd name="T26" fmla="*/ 128 w 257"/>
                <a:gd name="T27" fmla="*/ 216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57" h="258">
                  <a:moveTo>
                    <a:pt x="128" y="42"/>
                  </a:moveTo>
                  <a:cubicBezTo>
                    <a:pt x="169" y="42"/>
                    <a:pt x="204" y="70"/>
                    <a:pt x="213" y="108"/>
                  </a:cubicBezTo>
                  <a:cubicBezTo>
                    <a:pt x="44" y="108"/>
                    <a:pt x="44" y="108"/>
                    <a:pt x="44" y="108"/>
                  </a:cubicBezTo>
                  <a:cubicBezTo>
                    <a:pt x="53" y="70"/>
                    <a:pt x="88" y="42"/>
                    <a:pt x="128" y="42"/>
                  </a:cubicBezTo>
                  <a:moveTo>
                    <a:pt x="128" y="216"/>
                  </a:moveTo>
                  <a:cubicBezTo>
                    <a:pt x="88" y="216"/>
                    <a:pt x="53" y="188"/>
                    <a:pt x="44" y="150"/>
                  </a:cubicBezTo>
                  <a:cubicBezTo>
                    <a:pt x="257" y="150"/>
                    <a:pt x="257" y="150"/>
                    <a:pt x="257" y="150"/>
                  </a:cubicBezTo>
                  <a:cubicBezTo>
                    <a:pt x="257" y="129"/>
                    <a:pt x="257" y="129"/>
                    <a:pt x="257" y="129"/>
                  </a:cubicBezTo>
                  <a:cubicBezTo>
                    <a:pt x="257" y="58"/>
                    <a:pt x="200" y="0"/>
                    <a:pt x="128" y="0"/>
                  </a:cubicBezTo>
                  <a:cubicBezTo>
                    <a:pt x="57" y="0"/>
                    <a:pt x="0" y="58"/>
                    <a:pt x="0" y="129"/>
                  </a:cubicBezTo>
                  <a:cubicBezTo>
                    <a:pt x="0" y="200"/>
                    <a:pt x="57" y="258"/>
                    <a:pt x="128" y="258"/>
                  </a:cubicBezTo>
                  <a:cubicBezTo>
                    <a:pt x="177" y="258"/>
                    <a:pt x="221" y="231"/>
                    <a:pt x="243" y="189"/>
                  </a:cubicBezTo>
                  <a:cubicBezTo>
                    <a:pt x="191" y="189"/>
                    <a:pt x="191" y="189"/>
                    <a:pt x="191" y="189"/>
                  </a:cubicBezTo>
                  <a:cubicBezTo>
                    <a:pt x="175" y="206"/>
                    <a:pt x="153" y="216"/>
                    <a:pt x="128" y="216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16"/>
            <p:cNvSpPr>
              <a:spLocks noEditPoints="1"/>
            </p:cNvSpPr>
            <p:nvPr userDrawn="1"/>
          </p:nvSpPr>
          <p:spPr bwMode="auto">
            <a:xfrm>
              <a:off x="4626" y="1655"/>
              <a:ext cx="1134" cy="1138"/>
            </a:xfrm>
            <a:custGeom>
              <a:avLst/>
              <a:gdLst>
                <a:gd name="T0" fmla="*/ 129 w 258"/>
                <a:gd name="T1" fmla="*/ 216 h 258"/>
                <a:gd name="T2" fmla="*/ 42 w 258"/>
                <a:gd name="T3" fmla="*/ 129 h 258"/>
                <a:gd name="T4" fmla="*/ 129 w 258"/>
                <a:gd name="T5" fmla="*/ 42 h 258"/>
                <a:gd name="T6" fmla="*/ 216 w 258"/>
                <a:gd name="T7" fmla="*/ 128 h 258"/>
                <a:gd name="T8" fmla="*/ 216 w 258"/>
                <a:gd name="T9" fmla="*/ 131 h 258"/>
                <a:gd name="T10" fmla="*/ 129 w 258"/>
                <a:gd name="T11" fmla="*/ 216 h 258"/>
                <a:gd name="T12" fmla="*/ 258 w 258"/>
                <a:gd name="T13" fmla="*/ 129 h 258"/>
                <a:gd name="T14" fmla="*/ 258 w 258"/>
                <a:gd name="T15" fmla="*/ 128 h 258"/>
                <a:gd name="T16" fmla="*/ 258 w 258"/>
                <a:gd name="T17" fmla="*/ 3 h 258"/>
                <a:gd name="T18" fmla="*/ 216 w 258"/>
                <a:gd name="T19" fmla="*/ 3 h 258"/>
                <a:gd name="T20" fmla="*/ 216 w 258"/>
                <a:gd name="T21" fmla="*/ 34 h 258"/>
                <a:gd name="T22" fmla="*/ 129 w 258"/>
                <a:gd name="T23" fmla="*/ 0 h 258"/>
                <a:gd name="T24" fmla="*/ 0 w 258"/>
                <a:gd name="T25" fmla="*/ 129 h 258"/>
                <a:gd name="T26" fmla="*/ 129 w 258"/>
                <a:gd name="T27" fmla="*/ 258 h 258"/>
                <a:gd name="T28" fmla="*/ 216 w 258"/>
                <a:gd name="T29" fmla="*/ 224 h 258"/>
                <a:gd name="T30" fmla="*/ 216 w 258"/>
                <a:gd name="T31" fmla="*/ 256 h 258"/>
                <a:gd name="T32" fmla="*/ 258 w 258"/>
                <a:gd name="T33" fmla="*/ 256 h 258"/>
                <a:gd name="T34" fmla="*/ 258 w 258"/>
                <a:gd name="T35" fmla="*/ 131 h 258"/>
                <a:gd name="T36" fmla="*/ 258 w 258"/>
                <a:gd name="T37" fmla="*/ 129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8" h="258">
                  <a:moveTo>
                    <a:pt x="129" y="216"/>
                  </a:moveTo>
                  <a:cubicBezTo>
                    <a:pt x="81" y="216"/>
                    <a:pt x="42" y="177"/>
                    <a:pt x="42" y="129"/>
                  </a:cubicBezTo>
                  <a:cubicBezTo>
                    <a:pt x="42" y="81"/>
                    <a:pt x="81" y="42"/>
                    <a:pt x="129" y="42"/>
                  </a:cubicBezTo>
                  <a:cubicBezTo>
                    <a:pt x="176" y="42"/>
                    <a:pt x="215" y="80"/>
                    <a:pt x="216" y="128"/>
                  </a:cubicBezTo>
                  <a:cubicBezTo>
                    <a:pt x="216" y="131"/>
                    <a:pt x="216" y="131"/>
                    <a:pt x="216" y="131"/>
                  </a:cubicBezTo>
                  <a:cubicBezTo>
                    <a:pt x="215" y="178"/>
                    <a:pt x="176" y="216"/>
                    <a:pt x="129" y="216"/>
                  </a:cubicBezTo>
                  <a:moveTo>
                    <a:pt x="258" y="129"/>
                  </a:moveTo>
                  <a:cubicBezTo>
                    <a:pt x="258" y="129"/>
                    <a:pt x="258" y="128"/>
                    <a:pt x="258" y="128"/>
                  </a:cubicBezTo>
                  <a:cubicBezTo>
                    <a:pt x="258" y="3"/>
                    <a:pt x="258" y="3"/>
                    <a:pt x="258" y="3"/>
                  </a:cubicBezTo>
                  <a:cubicBezTo>
                    <a:pt x="216" y="3"/>
                    <a:pt x="216" y="3"/>
                    <a:pt x="216" y="3"/>
                  </a:cubicBezTo>
                  <a:cubicBezTo>
                    <a:pt x="216" y="34"/>
                    <a:pt x="216" y="34"/>
                    <a:pt x="216" y="34"/>
                  </a:cubicBezTo>
                  <a:cubicBezTo>
                    <a:pt x="193" y="13"/>
                    <a:pt x="162" y="0"/>
                    <a:pt x="129" y="0"/>
                  </a:cubicBezTo>
                  <a:cubicBezTo>
                    <a:pt x="58" y="0"/>
                    <a:pt x="0" y="58"/>
                    <a:pt x="0" y="129"/>
                  </a:cubicBezTo>
                  <a:cubicBezTo>
                    <a:pt x="0" y="200"/>
                    <a:pt x="58" y="258"/>
                    <a:pt x="129" y="258"/>
                  </a:cubicBezTo>
                  <a:cubicBezTo>
                    <a:pt x="162" y="258"/>
                    <a:pt x="193" y="245"/>
                    <a:pt x="216" y="224"/>
                  </a:cubicBezTo>
                  <a:cubicBezTo>
                    <a:pt x="216" y="256"/>
                    <a:pt x="216" y="256"/>
                    <a:pt x="216" y="256"/>
                  </a:cubicBezTo>
                  <a:cubicBezTo>
                    <a:pt x="258" y="256"/>
                    <a:pt x="258" y="256"/>
                    <a:pt x="258" y="256"/>
                  </a:cubicBezTo>
                  <a:cubicBezTo>
                    <a:pt x="258" y="131"/>
                    <a:pt x="258" y="131"/>
                    <a:pt x="258" y="131"/>
                  </a:cubicBezTo>
                  <a:cubicBezTo>
                    <a:pt x="258" y="130"/>
                    <a:pt x="258" y="130"/>
                    <a:pt x="258" y="12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17"/>
            <p:cNvSpPr>
              <a:spLocks noEditPoints="1"/>
            </p:cNvSpPr>
            <p:nvPr userDrawn="1"/>
          </p:nvSpPr>
          <p:spPr bwMode="auto">
            <a:xfrm>
              <a:off x="1183" y="1651"/>
              <a:ext cx="1130" cy="1137"/>
            </a:xfrm>
            <a:custGeom>
              <a:avLst/>
              <a:gdLst>
                <a:gd name="T0" fmla="*/ 129 w 257"/>
                <a:gd name="T1" fmla="*/ 42 h 258"/>
                <a:gd name="T2" fmla="*/ 213 w 257"/>
                <a:gd name="T3" fmla="*/ 108 h 258"/>
                <a:gd name="T4" fmla="*/ 44 w 257"/>
                <a:gd name="T5" fmla="*/ 108 h 258"/>
                <a:gd name="T6" fmla="*/ 129 w 257"/>
                <a:gd name="T7" fmla="*/ 42 h 258"/>
                <a:gd name="T8" fmla="*/ 129 w 257"/>
                <a:gd name="T9" fmla="*/ 216 h 258"/>
                <a:gd name="T10" fmla="*/ 44 w 257"/>
                <a:gd name="T11" fmla="*/ 150 h 258"/>
                <a:gd name="T12" fmla="*/ 257 w 257"/>
                <a:gd name="T13" fmla="*/ 150 h 258"/>
                <a:gd name="T14" fmla="*/ 257 w 257"/>
                <a:gd name="T15" fmla="*/ 129 h 258"/>
                <a:gd name="T16" fmla="*/ 129 w 257"/>
                <a:gd name="T17" fmla="*/ 0 h 258"/>
                <a:gd name="T18" fmla="*/ 0 w 257"/>
                <a:gd name="T19" fmla="*/ 129 h 258"/>
                <a:gd name="T20" fmla="*/ 129 w 257"/>
                <a:gd name="T21" fmla="*/ 258 h 258"/>
                <a:gd name="T22" fmla="*/ 243 w 257"/>
                <a:gd name="T23" fmla="*/ 189 h 258"/>
                <a:gd name="T24" fmla="*/ 191 w 257"/>
                <a:gd name="T25" fmla="*/ 189 h 258"/>
                <a:gd name="T26" fmla="*/ 129 w 257"/>
                <a:gd name="T27" fmla="*/ 216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57" h="258">
                  <a:moveTo>
                    <a:pt x="129" y="42"/>
                  </a:moveTo>
                  <a:cubicBezTo>
                    <a:pt x="169" y="42"/>
                    <a:pt x="204" y="70"/>
                    <a:pt x="213" y="108"/>
                  </a:cubicBezTo>
                  <a:cubicBezTo>
                    <a:pt x="44" y="108"/>
                    <a:pt x="44" y="108"/>
                    <a:pt x="44" y="108"/>
                  </a:cubicBezTo>
                  <a:cubicBezTo>
                    <a:pt x="53" y="70"/>
                    <a:pt x="88" y="42"/>
                    <a:pt x="129" y="42"/>
                  </a:cubicBezTo>
                  <a:moveTo>
                    <a:pt x="129" y="216"/>
                  </a:moveTo>
                  <a:cubicBezTo>
                    <a:pt x="88" y="216"/>
                    <a:pt x="53" y="188"/>
                    <a:pt x="44" y="150"/>
                  </a:cubicBezTo>
                  <a:cubicBezTo>
                    <a:pt x="257" y="150"/>
                    <a:pt x="257" y="150"/>
                    <a:pt x="257" y="150"/>
                  </a:cubicBezTo>
                  <a:cubicBezTo>
                    <a:pt x="257" y="129"/>
                    <a:pt x="257" y="129"/>
                    <a:pt x="257" y="129"/>
                  </a:cubicBezTo>
                  <a:cubicBezTo>
                    <a:pt x="257" y="58"/>
                    <a:pt x="200" y="0"/>
                    <a:pt x="129" y="0"/>
                  </a:cubicBezTo>
                  <a:cubicBezTo>
                    <a:pt x="57" y="0"/>
                    <a:pt x="0" y="58"/>
                    <a:pt x="0" y="129"/>
                  </a:cubicBezTo>
                  <a:cubicBezTo>
                    <a:pt x="0" y="200"/>
                    <a:pt x="57" y="258"/>
                    <a:pt x="129" y="258"/>
                  </a:cubicBezTo>
                  <a:cubicBezTo>
                    <a:pt x="177" y="258"/>
                    <a:pt x="221" y="231"/>
                    <a:pt x="243" y="189"/>
                  </a:cubicBezTo>
                  <a:cubicBezTo>
                    <a:pt x="191" y="189"/>
                    <a:pt x="191" y="189"/>
                    <a:pt x="191" y="189"/>
                  </a:cubicBezTo>
                  <a:cubicBezTo>
                    <a:pt x="175" y="206"/>
                    <a:pt x="153" y="216"/>
                    <a:pt x="129" y="216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18"/>
            <p:cNvSpPr>
              <a:spLocks/>
            </p:cNvSpPr>
            <p:nvPr userDrawn="1"/>
          </p:nvSpPr>
          <p:spPr bwMode="auto">
            <a:xfrm>
              <a:off x="0" y="1492"/>
              <a:ext cx="1315" cy="1336"/>
            </a:xfrm>
            <a:custGeom>
              <a:avLst/>
              <a:gdLst>
                <a:gd name="T0" fmla="*/ 0 w 1315"/>
                <a:gd name="T1" fmla="*/ 0 h 1336"/>
                <a:gd name="T2" fmla="*/ 229 w 1315"/>
                <a:gd name="T3" fmla="*/ 0 h 1336"/>
                <a:gd name="T4" fmla="*/ 659 w 1315"/>
                <a:gd name="T5" fmla="*/ 873 h 1336"/>
                <a:gd name="T6" fmla="*/ 1090 w 1315"/>
                <a:gd name="T7" fmla="*/ 0 h 1336"/>
                <a:gd name="T8" fmla="*/ 1315 w 1315"/>
                <a:gd name="T9" fmla="*/ 0 h 1336"/>
                <a:gd name="T10" fmla="*/ 659 w 1315"/>
                <a:gd name="T11" fmla="*/ 1336 h 1336"/>
                <a:gd name="T12" fmla="*/ 0 w 1315"/>
                <a:gd name="T13" fmla="*/ 0 h 1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15" h="1336">
                  <a:moveTo>
                    <a:pt x="0" y="0"/>
                  </a:moveTo>
                  <a:lnTo>
                    <a:pt x="229" y="0"/>
                  </a:lnTo>
                  <a:lnTo>
                    <a:pt x="659" y="873"/>
                  </a:lnTo>
                  <a:lnTo>
                    <a:pt x="1090" y="0"/>
                  </a:lnTo>
                  <a:lnTo>
                    <a:pt x="1315" y="0"/>
                  </a:lnTo>
                  <a:lnTo>
                    <a:pt x="659" y="1336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19"/>
            <p:cNvSpPr>
              <a:spLocks/>
            </p:cNvSpPr>
            <p:nvPr userDrawn="1"/>
          </p:nvSpPr>
          <p:spPr bwMode="auto">
            <a:xfrm>
              <a:off x="360" y="1492"/>
              <a:ext cx="594" cy="595"/>
            </a:xfrm>
            <a:custGeom>
              <a:avLst/>
              <a:gdLst>
                <a:gd name="T0" fmla="*/ 0 w 135"/>
                <a:gd name="T1" fmla="*/ 0 h 135"/>
                <a:gd name="T2" fmla="*/ 68 w 135"/>
                <a:gd name="T3" fmla="*/ 135 h 135"/>
                <a:gd name="T4" fmla="*/ 135 w 135"/>
                <a:gd name="T5" fmla="*/ 0 h 135"/>
                <a:gd name="T6" fmla="*/ 0 w 135"/>
                <a:gd name="T7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5" h="135">
                  <a:moveTo>
                    <a:pt x="0" y="0"/>
                  </a:moveTo>
                  <a:cubicBezTo>
                    <a:pt x="68" y="135"/>
                    <a:pt x="68" y="135"/>
                    <a:pt x="68" y="135"/>
                  </a:cubicBezTo>
                  <a:cubicBezTo>
                    <a:pt x="135" y="0"/>
                    <a:pt x="135" y="0"/>
                    <a:pt x="135" y="0"/>
                  </a:cubicBezTo>
                  <a:cubicBezTo>
                    <a:pt x="135" y="0"/>
                    <a:pt x="0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84963353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1"/>
          </p:cNvSpPr>
          <p:nvPr>
            <p:ph type="ctrTitle" hasCustomPrompt="1"/>
          </p:nvPr>
        </p:nvSpPr>
        <p:spPr>
          <a:xfrm>
            <a:off x="1524000" y="1631148"/>
            <a:ext cx="9144000" cy="2387600"/>
          </a:xfrm>
        </p:spPr>
        <p:txBody>
          <a:bodyPr anchor="b"/>
          <a:lstStyle>
            <a:lvl1pPr algn="ctr">
              <a:defRPr sz="54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Section Break Title</a:t>
            </a:r>
          </a:p>
        </p:txBody>
      </p:sp>
      <p:sp>
        <p:nvSpPr>
          <p:cNvPr id="21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05543" y="3930200"/>
            <a:ext cx="10580914" cy="892630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3600">
                <a:solidFill>
                  <a:schemeClr val="tx2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grpSp>
        <p:nvGrpSpPr>
          <p:cNvPr id="22" name="Group 21"/>
          <p:cNvGrpSpPr>
            <a:grpSpLocks noChangeAspect="1"/>
          </p:cNvGrpSpPr>
          <p:nvPr userDrawn="1"/>
        </p:nvGrpSpPr>
        <p:grpSpPr>
          <a:xfrm>
            <a:off x="5645986" y="1412969"/>
            <a:ext cx="900028" cy="914400"/>
            <a:chOff x="5127584" y="2099392"/>
            <a:chExt cx="555329" cy="564197"/>
          </a:xfrm>
        </p:grpSpPr>
        <p:sp>
          <p:nvSpPr>
            <p:cNvPr id="23" name="Freeform 18"/>
            <p:cNvSpPr>
              <a:spLocks/>
            </p:cNvSpPr>
            <p:nvPr userDrawn="1"/>
          </p:nvSpPr>
          <p:spPr bwMode="auto">
            <a:xfrm>
              <a:off x="5127584" y="2099392"/>
              <a:ext cx="555329" cy="564197"/>
            </a:xfrm>
            <a:custGeom>
              <a:avLst/>
              <a:gdLst>
                <a:gd name="T0" fmla="*/ 0 w 1315"/>
                <a:gd name="T1" fmla="*/ 0 h 1336"/>
                <a:gd name="T2" fmla="*/ 229 w 1315"/>
                <a:gd name="T3" fmla="*/ 0 h 1336"/>
                <a:gd name="T4" fmla="*/ 659 w 1315"/>
                <a:gd name="T5" fmla="*/ 873 h 1336"/>
                <a:gd name="T6" fmla="*/ 1090 w 1315"/>
                <a:gd name="T7" fmla="*/ 0 h 1336"/>
                <a:gd name="T8" fmla="*/ 1315 w 1315"/>
                <a:gd name="T9" fmla="*/ 0 h 1336"/>
                <a:gd name="T10" fmla="*/ 659 w 1315"/>
                <a:gd name="T11" fmla="*/ 1336 h 1336"/>
                <a:gd name="T12" fmla="*/ 0 w 1315"/>
                <a:gd name="T13" fmla="*/ 0 h 1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15" h="1336">
                  <a:moveTo>
                    <a:pt x="0" y="0"/>
                  </a:moveTo>
                  <a:lnTo>
                    <a:pt x="229" y="0"/>
                  </a:lnTo>
                  <a:lnTo>
                    <a:pt x="659" y="873"/>
                  </a:lnTo>
                  <a:lnTo>
                    <a:pt x="1090" y="0"/>
                  </a:lnTo>
                  <a:lnTo>
                    <a:pt x="1315" y="0"/>
                  </a:lnTo>
                  <a:lnTo>
                    <a:pt x="659" y="13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19"/>
            <p:cNvSpPr>
              <a:spLocks/>
            </p:cNvSpPr>
            <p:nvPr userDrawn="1"/>
          </p:nvSpPr>
          <p:spPr bwMode="auto">
            <a:xfrm>
              <a:off x="5279613" y="2099392"/>
              <a:ext cx="250848" cy="251270"/>
            </a:xfrm>
            <a:custGeom>
              <a:avLst/>
              <a:gdLst>
                <a:gd name="T0" fmla="*/ 0 w 135"/>
                <a:gd name="T1" fmla="*/ 0 h 135"/>
                <a:gd name="T2" fmla="*/ 68 w 135"/>
                <a:gd name="T3" fmla="*/ 135 h 135"/>
                <a:gd name="T4" fmla="*/ 135 w 135"/>
                <a:gd name="T5" fmla="*/ 0 h 135"/>
                <a:gd name="T6" fmla="*/ 0 w 135"/>
                <a:gd name="T7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5" h="135">
                  <a:moveTo>
                    <a:pt x="0" y="0"/>
                  </a:moveTo>
                  <a:cubicBezTo>
                    <a:pt x="68" y="135"/>
                    <a:pt x="68" y="135"/>
                    <a:pt x="68" y="135"/>
                  </a:cubicBezTo>
                  <a:cubicBezTo>
                    <a:pt x="135" y="0"/>
                    <a:pt x="135" y="0"/>
                    <a:pt x="135" y="0"/>
                  </a:cubicBezTo>
                  <a:cubicBezTo>
                    <a:pt x="135" y="0"/>
                    <a:pt x="0" y="0"/>
                    <a:pt x="0" y="0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15017633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eaker Slide with pictur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389245" y="3731425"/>
            <a:ext cx="7453649" cy="892630"/>
          </a:xfrm>
        </p:spPr>
        <p:txBody>
          <a:bodyPr>
            <a:norm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2800">
                <a:solidFill>
                  <a:schemeClr val="tx2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36" name="Picture Placeholder 26"/>
          <p:cNvSpPr>
            <a:spLocks noGrp="1"/>
          </p:cNvSpPr>
          <p:nvPr>
            <p:ph type="pic" sz="quarter" idx="12" hasCustomPrompt="1"/>
          </p:nvPr>
        </p:nvSpPr>
        <p:spPr>
          <a:xfrm>
            <a:off x="1492517" y="1984189"/>
            <a:ext cx="2532888" cy="2532888"/>
          </a:xfrm>
          <a:prstGeom prst="ellipse">
            <a:avLst/>
          </a:prstGeo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1:1 ratio photo</a:t>
            </a:r>
          </a:p>
        </p:txBody>
      </p:sp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4390006" y="2819716"/>
            <a:ext cx="7432568" cy="899331"/>
          </a:xfrm>
        </p:spPr>
        <p:txBody>
          <a:bodyPr anchor="b" anchorCtr="0"/>
          <a:lstStyle>
            <a:lvl1pPr algn="l">
              <a:defRPr sz="44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909A45-7F0F-474B-A549-6CF350A75D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89245" y="2215965"/>
            <a:ext cx="2427582" cy="571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146361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peaker Slide with pictur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7">
            <a:extLst>
              <a:ext uri="{FF2B5EF4-FFF2-40B4-BE49-F238E27FC236}">
                <a16:creationId xmlns:a16="http://schemas.microsoft.com/office/drawing/2014/main" id="{627C41CD-C3E8-4A4A-BAE1-3E2630AB0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9245" y="1710671"/>
            <a:ext cx="6994966" cy="986568"/>
          </a:xfrm>
        </p:spPr>
        <p:txBody>
          <a:bodyPr anchor="b"/>
          <a:lstStyle>
            <a:lvl1pPr algn="l">
              <a:defRPr sz="44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B1769B74-46AD-4300-A534-D94F7FB06B1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387786" y="2726844"/>
            <a:ext cx="5807676" cy="749029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Picture Placeholder 26">
            <a:extLst>
              <a:ext uri="{FF2B5EF4-FFF2-40B4-BE49-F238E27FC236}">
                <a16:creationId xmlns:a16="http://schemas.microsoft.com/office/drawing/2014/main" id="{683B06B6-BA77-45F6-84FA-0E6E2118588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2794096" y="1993570"/>
            <a:ext cx="1243584" cy="1243584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1:1 ratio photo</a:t>
            </a:r>
          </a:p>
        </p:txBody>
      </p:sp>
      <p:sp>
        <p:nvSpPr>
          <p:cNvPr id="11" name="Picture Placeholder 26">
            <a:extLst>
              <a:ext uri="{FF2B5EF4-FFF2-40B4-BE49-F238E27FC236}">
                <a16:creationId xmlns:a16="http://schemas.microsoft.com/office/drawing/2014/main" id="{F07E65ED-DF60-40C0-817A-EEDB6334D44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94096" y="3541777"/>
            <a:ext cx="1243584" cy="1243584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1:1 ratio photo</a:t>
            </a:r>
          </a:p>
        </p:txBody>
      </p:sp>
      <p:sp>
        <p:nvSpPr>
          <p:cNvPr id="12" name="Text Placeholder 22">
            <a:extLst>
              <a:ext uri="{FF2B5EF4-FFF2-40B4-BE49-F238E27FC236}">
                <a16:creationId xmlns:a16="http://schemas.microsoft.com/office/drawing/2014/main" id="{C8E68FAB-8310-4F7E-A7AC-0D1D1F041C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86327" y="4288888"/>
            <a:ext cx="5807676" cy="749029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Text Placeholder 37">
            <a:extLst>
              <a:ext uri="{FF2B5EF4-FFF2-40B4-BE49-F238E27FC236}">
                <a16:creationId xmlns:a16="http://schemas.microsoft.com/office/drawing/2014/main" id="{98C2C319-BC07-473E-8C5A-DC55B7D0271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86327" y="3237154"/>
            <a:ext cx="7006603" cy="1015581"/>
          </a:xfrm>
        </p:spPr>
        <p:txBody>
          <a:bodyPr anchor="b"/>
          <a:lstStyle>
            <a:lvl1pPr marL="0" indent="0">
              <a:buNone/>
              <a:defRPr sz="44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title style</a:t>
            </a:r>
          </a:p>
        </p:txBody>
      </p:sp>
      <p:grpSp>
        <p:nvGrpSpPr>
          <p:cNvPr id="14" name="Group 4">
            <a:extLst>
              <a:ext uri="{FF2B5EF4-FFF2-40B4-BE49-F238E27FC236}">
                <a16:creationId xmlns:a16="http://schemas.microsoft.com/office/drawing/2014/main" id="{5EBE134B-80D1-4C1E-AA51-4304BF835D1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5579537" y="6394621"/>
            <a:ext cx="1032926" cy="241526"/>
            <a:chOff x="2556" y="1860"/>
            <a:chExt cx="2566" cy="600"/>
          </a:xfrm>
        </p:grpSpPr>
        <p:sp>
          <p:nvSpPr>
            <p:cNvPr id="15" name="AutoShape 3">
              <a:extLst>
                <a:ext uri="{FF2B5EF4-FFF2-40B4-BE49-F238E27FC236}">
                  <a16:creationId xmlns:a16="http://schemas.microsoft.com/office/drawing/2014/main" id="{ABC46395-EAC1-413C-90F5-55779AAC6307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558" y="1860"/>
              <a:ext cx="2564" cy="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4302AD76-7EF3-4456-85AD-A5C05D3284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4" y="1938"/>
              <a:ext cx="517" cy="522"/>
            </a:xfrm>
            <a:custGeom>
              <a:avLst/>
              <a:gdLst>
                <a:gd name="T0" fmla="*/ 253 w 253"/>
                <a:gd name="T1" fmla="*/ 0 h 253"/>
                <a:gd name="T2" fmla="*/ 206 w 253"/>
                <a:gd name="T3" fmla="*/ 0 h 253"/>
                <a:gd name="T4" fmla="*/ 126 w 253"/>
                <a:gd name="T5" fmla="*/ 159 h 253"/>
                <a:gd name="T6" fmla="*/ 46 w 253"/>
                <a:gd name="T7" fmla="*/ 0 h 253"/>
                <a:gd name="T8" fmla="*/ 0 w 253"/>
                <a:gd name="T9" fmla="*/ 0 h 253"/>
                <a:gd name="T10" fmla="*/ 126 w 253"/>
                <a:gd name="T11" fmla="*/ 253 h 253"/>
                <a:gd name="T12" fmla="*/ 253 w 253"/>
                <a:gd name="T13" fmla="*/ 0 h 2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3" h="253">
                  <a:moveTo>
                    <a:pt x="253" y="0"/>
                  </a:moveTo>
                  <a:cubicBezTo>
                    <a:pt x="206" y="0"/>
                    <a:pt x="206" y="0"/>
                    <a:pt x="206" y="0"/>
                  </a:cubicBezTo>
                  <a:cubicBezTo>
                    <a:pt x="126" y="159"/>
                    <a:pt x="126" y="159"/>
                    <a:pt x="126" y="159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0" y="100"/>
                    <a:pt x="126" y="253"/>
                    <a:pt x="126" y="253"/>
                  </a:cubicBezTo>
                  <a:lnTo>
                    <a:pt x="25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6">
              <a:extLst>
                <a:ext uri="{FF2B5EF4-FFF2-40B4-BE49-F238E27FC236}">
                  <a16:creationId xmlns:a16="http://schemas.microsoft.com/office/drawing/2014/main" id="{B86F0A19-B5CE-40B0-BC9B-9784C39B157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42" y="1934"/>
              <a:ext cx="505" cy="507"/>
            </a:xfrm>
            <a:custGeom>
              <a:avLst/>
              <a:gdLst>
                <a:gd name="T0" fmla="*/ 124 w 247"/>
                <a:gd name="T1" fmla="*/ 206 h 246"/>
                <a:gd name="T2" fmla="*/ 43 w 247"/>
                <a:gd name="T3" fmla="*/ 143 h 246"/>
                <a:gd name="T4" fmla="*/ 247 w 247"/>
                <a:gd name="T5" fmla="*/ 143 h 246"/>
                <a:gd name="T6" fmla="*/ 247 w 247"/>
                <a:gd name="T7" fmla="*/ 123 h 246"/>
                <a:gd name="T8" fmla="*/ 124 w 247"/>
                <a:gd name="T9" fmla="*/ 0 h 246"/>
                <a:gd name="T10" fmla="*/ 0 w 247"/>
                <a:gd name="T11" fmla="*/ 123 h 246"/>
                <a:gd name="T12" fmla="*/ 124 w 247"/>
                <a:gd name="T13" fmla="*/ 246 h 246"/>
                <a:gd name="T14" fmla="*/ 233 w 247"/>
                <a:gd name="T15" fmla="*/ 181 h 246"/>
                <a:gd name="T16" fmla="*/ 184 w 247"/>
                <a:gd name="T17" fmla="*/ 181 h 246"/>
                <a:gd name="T18" fmla="*/ 124 w 247"/>
                <a:gd name="T19" fmla="*/ 206 h 246"/>
                <a:gd name="T20" fmla="*/ 124 w 247"/>
                <a:gd name="T21" fmla="*/ 40 h 246"/>
                <a:gd name="T22" fmla="*/ 205 w 247"/>
                <a:gd name="T23" fmla="*/ 103 h 246"/>
                <a:gd name="T24" fmla="*/ 43 w 247"/>
                <a:gd name="T25" fmla="*/ 103 h 246"/>
                <a:gd name="T26" fmla="*/ 124 w 247"/>
                <a:gd name="T27" fmla="*/ 40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7" h="246">
                  <a:moveTo>
                    <a:pt x="124" y="206"/>
                  </a:moveTo>
                  <a:cubicBezTo>
                    <a:pt x="85" y="206"/>
                    <a:pt x="52" y="179"/>
                    <a:pt x="43" y="143"/>
                  </a:cubicBezTo>
                  <a:cubicBezTo>
                    <a:pt x="247" y="143"/>
                    <a:pt x="247" y="143"/>
                    <a:pt x="247" y="143"/>
                  </a:cubicBezTo>
                  <a:cubicBezTo>
                    <a:pt x="247" y="123"/>
                    <a:pt x="247" y="123"/>
                    <a:pt x="247" y="123"/>
                  </a:cubicBezTo>
                  <a:cubicBezTo>
                    <a:pt x="247" y="55"/>
                    <a:pt x="192" y="0"/>
                    <a:pt x="124" y="0"/>
                  </a:cubicBezTo>
                  <a:cubicBezTo>
                    <a:pt x="56" y="0"/>
                    <a:pt x="0" y="55"/>
                    <a:pt x="0" y="123"/>
                  </a:cubicBezTo>
                  <a:cubicBezTo>
                    <a:pt x="0" y="191"/>
                    <a:pt x="56" y="246"/>
                    <a:pt x="124" y="246"/>
                  </a:cubicBezTo>
                  <a:cubicBezTo>
                    <a:pt x="170" y="246"/>
                    <a:pt x="212" y="220"/>
                    <a:pt x="233" y="181"/>
                  </a:cubicBezTo>
                  <a:cubicBezTo>
                    <a:pt x="184" y="181"/>
                    <a:pt x="184" y="181"/>
                    <a:pt x="184" y="181"/>
                  </a:cubicBezTo>
                  <a:cubicBezTo>
                    <a:pt x="169" y="197"/>
                    <a:pt x="147" y="206"/>
                    <a:pt x="124" y="206"/>
                  </a:cubicBezTo>
                  <a:moveTo>
                    <a:pt x="124" y="40"/>
                  </a:moveTo>
                  <a:cubicBezTo>
                    <a:pt x="163" y="40"/>
                    <a:pt x="196" y="67"/>
                    <a:pt x="205" y="103"/>
                  </a:cubicBezTo>
                  <a:cubicBezTo>
                    <a:pt x="43" y="103"/>
                    <a:pt x="43" y="103"/>
                    <a:pt x="43" y="103"/>
                  </a:cubicBezTo>
                  <a:cubicBezTo>
                    <a:pt x="52" y="67"/>
                    <a:pt x="85" y="40"/>
                    <a:pt x="124" y="4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7">
              <a:extLst>
                <a:ext uri="{FF2B5EF4-FFF2-40B4-BE49-F238E27FC236}">
                  <a16:creationId xmlns:a16="http://schemas.microsoft.com/office/drawing/2014/main" id="{A64A2FC0-8A2B-4F94-BBE8-2A6E06637DB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17" y="1936"/>
              <a:ext cx="503" cy="507"/>
            </a:xfrm>
            <a:custGeom>
              <a:avLst/>
              <a:gdLst>
                <a:gd name="T0" fmla="*/ 246 w 246"/>
                <a:gd name="T1" fmla="*/ 123 h 246"/>
                <a:gd name="T2" fmla="*/ 246 w 246"/>
                <a:gd name="T3" fmla="*/ 122 h 246"/>
                <a:gd name="T4" fmla="*/ 246 w 246"/>
                <a:gd name="T5" fmla="*/ 2 h 246"/>
                <a:gd name="T6" fmla="*/ 206 w 246"/>
                <a:gd name="T7" fmla="*/ 2 h 246"/>
                <a:gd name="T8" fmla="*/ 206 w 246"/>
                <a:gd name="T9" fmla="*/ 32 h 246"/>
                <a:gd name="T10" fmla="*/ 123 w 246"/>
                <a:gd name="T11" fmla="*/ 0 h 246"/>
                <a:gd name="T12" fmla="*/ 0 w 246"/>
                <a:gd name="T13" fmla="*/ 123 h 246"/>
                <a:gd name="T14" fmla="*/ 123 w 246"/>
                <a:gd name="T15" fmla="*/ 246 h 246"/>
                <a:gd name="T16" fmla="*/ 206 w 246"/>
                <a:gd name="T17" fmla="*/ 214 h 246"/>
                <a:gd name="T18" fmla="*/ 206 w 246"/>
                <a:gd name="T19" fmla="*/ 244 h 246"/>
                <a:gd name="T20" fmla="*/ 246 w 246"/>
                <a:gd name="T21" fmla="*/ 244 h 246"/>
                <a:gd name="T22" fmla="*/ 246 w 246"/>
                <a:gd name="T23" fmla="*/ 124 h 246"/>
                <a:gd name="T24" fmla="*/ 246 w 246"/>
                <a:gd name="T25" fmla="*/ 123 h 246"/>
                <a:gd name="T26" fmla="*/ 123 w 246"/>
                <a:gd name="T27" fmla="*/ 206 h 246"/>
                <a:gd name="T28" fmla="*/ 40 w 246"/>
                <a:gd name="T29" fmla="*/ 123 h 246"/>
                <a:gd name="T30" fmla="*/ 123 w 246"/>
                <a:gd name="T31" fmla="*/ 40 h 246"/>
                <a:gd name="T32" fmla="*/ 206 w 246"/>
                <a:gd name="T33" fmla="*/ 122 h 246"/>
                <a:gd name="T34" fmla="*/ 206 w 246"/>
                <a:gd name="T35" fmla="*/ 124 h 246"/>
                <a:gd name="T36" fmla="*/ 123 w 246"/>
                <a:gd name="T37" fmla="*/ 206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6" h="246">
                  <a:moveTo>
                    <a:pt x="246" y="123"/>
                  </a:moveTo>
                  <a:cubicBezTo>
                    <a:pt x="246" y="123"/>
                    <a:pt x="246" y="122"/>
                    <a:pt x="246" y="122"/>
                  </a:cubicBezTo>
                  <a:cubicBezTo>
                    <a:pt x="246" y="2"/>
                    <a:pt x="246" y="2"/>
                    <a:pt x="246" y="2"/>
                  </a:cubicBezTo>
                  <a:cubicBezTo>
                    <a:pt x="206" y="2"/>
                    <a:pt x="206" y="2"/>
                    <a:pt x="206" y="2"/>
                  </a:cubicBezTo>
                  <a:cubicBezTo>
                    <a:pt x="206" y="32"/>
                    <a:pt x="206" y="32"/>
                    <a:pt x="206" y="32"/>
                  </a:cubicBezTo>
                  <a:cubicBezTo>
                    <a:pt x="184" y="12"/>
                    <a:pt x="155" y="0"/>
                    <a:pt x="123" y="0"/>
                  </a:cubicBezTo>
                  <a:cubicBezTo>
                    <a:pt x="55" y="0"/>
                    <a:pt x="0" y="55"/>
                    <a:pt x="0" y="123"/>
                  </a:cubicBezTo>
                  <a:cubicBezTo>
                    <a:pt x="0" y="191"/>
                    <a:pt x="55" y="246"/>
                    <a:pt x="123" y="246"/>
                  </a:cubicBezTo>
                  <a:cubicBezTo>
                    <a:pt x="155" y="246"/>
                    <a:pt x="184" y="234"/>
                    <a:pt x="206" y="214"/>
                  </a:cubicBezTo>
                  <a:cubicBezTo>
                    <a:pt x="206" y="244"/>
                    <a:pt x="206" y="244"/>
                    <a:pt x="206" y="244"/>
                  </a:cubicBezTo>
                  <a:cubicBezTo>
                    <a:pt x="246" y="244"/>
                    <a:pt x="246" y="244"/>
                    <a:pt x="246" y="244"/>
                  </a:cubicBezTo>
                  <a:cubicBezTo>
                    <a:pt x="246" y="124"/>
                    <a:pt x="246" y="124"/>
                    <a:pt x="246" y="124"/>
                  </a:cubicBezTo>
                  <a:cubicBezTo>
                    <a:pt x="246" y="124"/>
                    <a:pt x="246" y="123"/>
                    <a:pt x="246" y="123"/>
                  </a:cubicBezTo>
                  <a:moveTo>
                    <a:pt x="123" y="206"/>
                  </a:moveTo>
                  <a:cubicBezTo>
                    <a:pt x="77" y="206"/>
                    <a:pt x="40" y="169"/>
                    <a:pt x="40" y="123"/>
                  </a:cubicBezTo>
                  <a:cubicBezTo>
                    <a:pt x="40" y="77"/>
                    <a:pt x="77" y="40"/>
                    <a:pt x="123" y="40"/>
                  </a:cubicBezTo>
                  <a:cubicBezTo>
                    <a:pt x="169" y="40"/>
                    <a:pt x="206" y="76"/>
                    <a:pt x="206" y="122"/>
                  </a:cubicBezTo>
                  <a:cubicBezTo>
                    <a:pt x="206" y="124"/>
                    <a:pt x="206" y="124"/>
                    <a:pt x="206" y="124"/>
                  </a:cubicBezTo>
                  <a:cubicBezTo>
                    <a:pt x="206" y="170"/>
                    <a:pt x="169" y="206"/>
                    <a:pt x="123" y="20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96CB07EA-81A4-4338-A1EE-4A1B4B4415F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81" y="1934"/>
              <a:ext cx="505" cy="507"/>
            </a:xfrm>
            <a:custGeom>
              <a:avLst/>
              <a:gdLst>
                <a:gd name="T0" fmla="*/ 124 w 247"/>
                <a:gd name="T1" fmla="*/ 206 h 246"/>
                <a:gd name="T2" fmla="*/ 43 w 247"/>
                <a:gd name="T3" fmla="*/ 143 h 246"/>
                <a:gd name="T4" fmla="*/ 247 w 247"/>
                <a:gd name="T5" fmla="*/ 143 h 246"/>
                <a:gd name="T6" fmla="*/ 247 w 247"/>
                <a:gd name="T7" fmla="*/ 123 h 246"/>
                <a:gd name="T8" fmla="*/ 124 w 247"/>
                <a:gd name="T9" fmla="*/ 0 h 246"/>
                <a:gd name="T10" fmla="*/ 0 w 247"/>
                <a:gd name="T11" fmla="*/ 123 h 246"/>
                <a:gd name="T12" fmla="*/ 124 w 247"/>
                <a:gd name="T13" fmla="*/ 246 h 246"/>
                <a:gd name="T14" fmla="*/ 233 w 247"/>
                <a:gd name="T15" fmla="*/ 181 h 246"/>
                <a:gd name="T16" fmla="*/ 184 w 247"/>
                <a:gd name="T17" fmla="*/ 181 h 246"/>
                <a:gd name="T18" fmla="*/ 124 w 247"/>
                <a:gd name="T19" fmla="*/ 206 h 246"/>
                <a:gd name="T20" fmla="*/ 124 w 247"/>
                <a:gd name="T21" fmla="*/ 40 h 246"/>
                <a:gd name="T22" fmla="*/ 205 w 247"/>
                <a:gd name="T23" fmla="*/ 103 h 246"/>
                <a:gd name="T24" fmla="*/ 43 w 247"/>
                <a:gd name="T25" fmla="*/ 103 h 246"/>
                <a:gd name="T26" fmla="*/ 124 w 247"/>
                <a:gd name="T27" fmla="*/ 40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7" h="246">
                  <a:moveTo>
                    <a:pt x="124" y="206"/>
                  </a:moveTo>
                  <a:cubicBezTo>
                    <a:pt x="85" y="206"/>
                    <a:pt x="52" y="179"/>
                    <a:pt x="43" y="143"/>
                  </a:cubicBezTo>
                  <a:cubicBezTo>
                    <a:pt x="247" y="143"/>
                    <a:pt x="247" y="143"/>
                    <a:pt x="247" y="143"/>
                  </a:cubicBezTo>
                  <a:cubicBezTo>
                    <a:pt x="247" y="123"/>
                    <a:pt x="247" y="123"/>
                    <a:pt x="247" y="123"/>
                  </a:cubicBezTo>
                  <a:cubicBezTo>
                    <a:pt x="247" y="55"/>
                    <a:pt x="192" y="0"/>
                    <a:pt x="124" y="0"/>
                  </a:cubicBezTo>
                  <a:cubicBezTo>
                    <a:pt x="56" y="0"/>
                    <a:pt x="0" y="55"/>
                    <a:pt x="0" y="123"/>
                  </a:cubicBezTo>
                  <a:cubicBezTo>
                    <a:pt x="0" y="191"/>
                    <a:pt x="56" y="246"/>
                    <a:pt x="124" y="246"/>
                  </a:cubicBezTo>
                  <a:cubicBezTo>
                    <a:pt x="171" y="246"/>
                    <a:pt x="212" y="220"/>
                    <a:pt x="233" y="181"/>
                  </a:cubicBezTo>
                  <a:cubicBezTo>
                    <a:pt x="184" y="181"/>
                    <a:pt x="184" y="181"/>
                    <a:pt x="184" y="181"/>
                  </a:cubicBezTo>
                  <a:cubicBezTo>
                    <a:pt x="169" y="197"/>
                    <a:pt x="147" y="206"/>
                    <a:pt x="124" y="206"/>
                  </a:cubicBezTo>
                  <a:moveTo>
                    <a:pt x="124" y="40"/>
                  </a:moveTo>
                  <a:cubicBezTo>
                    <a:pt x="163" y="40"/>
                    <a:pt x="196" y="67"/>
                    <a:pt x="205" y="103"/>
                  </a:cubicBezTo>
                  <a:cubicBezTo>
                    <a:pt x="43" y="103"/>
                    <a:pt x="43" y="103"/>
                    <a:pt x="43" y="103"/>
                  </a:cubicBezTo>
                  <a:cubicBezTo>
                    <a:pt x="52" y="67"/>
                    <a:pt x="85" y="40"/>
                    <a:pt x="124" y="4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345BCDC0-8A9B-4220-8C2D-02A35AAB44E5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6" y="1862"/>
              <a:ext cx="585" cy="598"/>
            </a:xfrm>
            <a:custGeom>
              <a:avLst/>
              <a:gdLst>
                <a:gd name="T0" fmla="*/ 0 w 585"/>
                <a:gd name="T1" fmla="*/ 0 h 598"/>
                <a:gd name="T2" fmla="*/ 102 w 585"/>
                <a:gd name="T3" fmla="*/ 0 h 598"/>
                <a:gd name="T4" fmla="*/ 294 w 585"/>
                <a:gd name="T5" fmla="*/ 390 h 598"/>
                <a:gd name="T6" fmla="*/ 487 w 585"/>
                <a:gd name="T7" fmla="*/ 0 h 598"/>
                <a:gd name="T8" fmla="*/ 585 w 585"/>
                <a:gd name="T9" fmla="*/ 0 h 598"/>
                <a:gd name="T10" fmla="*/ 294 w 585"/>
                <a:gd name="T11" fmla="*/ 598 h 598"/>
                <a:gd name="T12" fmla="*/ 0 w 585"/>
                <a:gd name="T13" fmla="*/ 0 h 5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5" h="598">
                  <a:moveTo>
                    <a:pt x="0" y="0"/>
                  </a:moveTo>
                  <a:lnTo>
                    <a:pt x="102" y="0"/>
                  </a:lnTo>
                  <a:lnTo>
                    <a:pt x="294" y="390"/>
                  </a:lnTo>
                  <a:lnTo>
                    <a:pt x="487" y="0"/>
                  </a:lnTo>
                  <a:lnTo>
                    <a:pt x="585" y="0"/>
                  </a:lnTo>
                  <a:lnTo>
                    <a:pt x="294" y="5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E0FC14A4-477F-4426-B922-4D655E4BD035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6" y="1862"/>
              <a:ext cx="585" cy="598"/>
            </a:xfrm>
            <a:custGeom>
              <a:avLst/>
              <a:gdLst>
                <a:gd name="T0" fmla="*/ 0 w 585"/>
                <a:gd name="T1" fmla="*/ 0 h 598"/>
                <a:gd name="T2" fmla="*/ 102 w 585"/>
                <a:gd name="T3" fmla="*/ 0 h 598"/>
                <a:gd name="T4" fmla="*/ 294 w 585"/>
                <a:gd name="T5" fmla="*/ 390 h 598"/>
                <a:gd name="T6" fmla="*/ 487 w 585"/>
                <a:gd name="T7" fmla="*/ 0 h 598"/>
                <a:gd name="T8" fmla="*/ 585 w 585"/>
                <a:gd name="T9" fmla="*/ 0 h 598"/>
                <a:gd name="T10" fmla="*/ 294 w 585"/>
                <a:gd name="T11" fmla="*/ 598 h 598"/>
                <a:gd name="T12" fmla="*/ 0 w 585"/>
                <a:gd name="T13" fmla="*/ 0 h 5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5" h="598">
                  <a:moveTo>
                    <a:pt x="0" y="0"/>
                  </a:moveTo>
                  <a:lnTo>
                    <a:pt x="102" y="0"/>
                  </a:lnTo>
                  <a:lnTo>
                    <a:pt x="294" y="390"/>
                  </a:lnTo>
                  <a:lnTo>
                    <a:pt x="487" y="0"/>
                  </a:lnTo>
                  <a:lnTo>
                    <a:pt x="585" y="0"/>
                  </a:lnTo>
                  <a:lnTo>
                    <a:pt x="294" y="5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11">
              <a:extLst>
                <a:ext uri="{FF2B5EF4-FFF2-40B4-BE49-F238E27FC236}">
                  <a16:creationId xmlns:a16="http://schemas.microsoft.com/office/drawing/2014/main" id="{AA43B426-E2D9-422C-9506-4BAF81946C8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8" y="1862"/>
              <a:ext cx="263" cy="266"/>
            </a:xfrm>
            <a:custGeom>
              <a:avLst/>
              <a:gdLst>
                <a:gd name="T0" fmla="*/ 0 w 129"/>
                <a:gd name="T1" fmla="*/ 0 h 129"/>
                <a:gd name="T2" fmla="*/ 64 w 129"/>
                <a:gd name="T3" fmla="*/ 129 h 129"/>
                <a:gd name="T4" fmla="*/ 129 w 129"/>
                <a:gd name="T5" fmla="*/ 0 h 129"/>
                <a:gd name="T6" fmla="*/ 0 w 129"/>
                <a:gd name="T7" fmla="*/ 0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9" h="129">
                  <a:moveTo>
                    <a:pt x="0" y="0"/>
                  </a:moveTo>
                  <a:cubicBezTo>
                    <a:pt x="64" y="129"/>
                    <a:pt x="64" y="129"/>
                    <a:pt x="64" y="129"/>
                  </a:cubicBezTo>
                  <a:cubicBezTo>
                    <a:pt x="129" y="0"/>
                    <a:pt x="129" y="0"/>
                    <a:pt x="129" y="0"/>
                  </a:cubicBezTo>
                  <a:cubicBezTo>
                    <a:pt x="129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03651545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76303" y="96275"/>
            <a:ext cx="11639394" cy="9705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826623" y="1066800"/>
            <a:ext cx="11089073" cy="5410200"/>
          </a:xfrm>
        </p:spPr>
        <p:txBody>
          <a:bodyPr/>
          <a:lstStyle>
            <a:lvl1pPr>
              <a:lnSpc>
                <a:spcPct val="80000"/>
              </a:lnSpc>
              <a:spcBef>
                <a:spcPts val="1000"/>
              </a:spcBef>
              <a:defRPr/>
            </a:lvl1pPr>
            <a:lvl2pPr>
              <a:lnSpc>
                <a:spcPct val="80000"/>
              </a:lnSpc>
              <a:spcBef>
                <a:spcPts val="600"/>
              </a:spcBef>
              <a:defRPr/>
            </a:lvl2pPr>
            <a:lvl3pPr>
              <a:lnSpc>
                <a:spcPct val="80000"/>
              </a:lnSpc>
              <a:spcBef>
                <a:spcPts val="600"/>
              </a:spcBef>
              <a:defRPr/>
            </a:lvl3pPr>
            <a:lvl4pPr>
              <a:lnSpc>
                <a:spcPct val="80000"/>
              </a:lnSpc>
              <a:spcBef>
                <a:spcPts val="600"/>
              </a:spcBef>
              <a:defRPr/>
            </a:lvl4pPr>
            <a:lvl5pPr>
              <a:lnSpc>
                <a:spcPct val="80000"/>
              </a:lnSpc>
              <a:spcBef>
                <a:spcPts val="600"/>
              </a:spcBef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5616461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826624" y="1371600"/>
            <a:ext cx="11098676" cy="5105400"/>
          </a:xfrm>
        </p:spPr>
        <p:txBody>
          <a:bodyPr/>
          <a:lstStyle>
            <a:lvl1pPr>
              <a:lnSpc>
                <a:spcPct val="80000"/>
              </a:lnSpc>
              <a:spcBef>
                <a:spcPts val="1000"/>
              </a:spcBef>
              <a:defRPr/>
            </a:lvl1pPr>
            <a:lvl2pPr>
              <a:lnSpc>
                <a:spcPct val="80000"/>
              </a:lnSpc>
              <a:spcBef>
                <a:spcPts val="600"/>
              </a:spcBef>
              <a:defRPr/>
            </a:lvl2pPr>
            <a:lvl3pPr>
              <a:lnSpc>
                <a:spcPct val="80000"/>
              </a:lnSpc>
              <a:spcBef>
                <a:spcPts val="600"/>
              </a:spcBef>
              <a:defRPr/>
            </a:lvl3pPr>
            <a:lvl4pPr>
              <a:lnSpc>
                <a:spcPct val="80000"/>
              </a:lnSpc>
              <a:spcBef>
                <a:spcPts val="600"/>
              </a:spcBef>
              <a:defRPr/>
            </a:lvl4pPr>
            <a:lvl5pPr>
              <a:lnSpc>
                <a:spcPct val="80000"/>
              </a:lnSpc>
              <a:spcBef>
                <a:spcPts val="600"/>
              </a:spcBef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276303" y="907082"/>
            <a:ext cx="11639394" cy="579664"/>
          </a:xfrm>
        </p:spPr>
        <p:txBody>
          <a:bodyPr>
            <a:noAutofit/>
          </a:bodyPr>
          <a:lstStyle>
            <a:lvl1pPr marL="0" indent="0" algn="ctr">
              <a:buNone/>
              <a:defRPr sz="2600">
                <a:solidFill>
                  <a:srgbClr val="87888D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76303" y="96275"/>
            <a:ext cx="11639394" cy="9705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3752600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371600"/>
            <a:ext cx="5181600" cy="5105400"/>
          </a:xfrm>
        </p:spPr>
        <p:txBody>
          <a:bodyPr/>
          <a:lstStyle>
            <a:lvl1pPr>
              <a:lnSpc>
                <a:spcPct val="80000"/>
              </a:lnSpc>
              <a:spcBef>
                <a:spcPts val="1000"/>
              </a:spcBef>
              <a:defRPr/>
            </a:lvl1pPr>
            <a:lvl2pPr>
              <a:lnSpc>
                <a:spcPct val="80000"/>
              </a:lnSpc>
              <a:spcBef>
                <a:spcPts val="600"/>
              </a:spcBef>
              <a:defRPr/>
            </a:lvl2pPr>
            <a:lvl3pPr>
              <a:lnSpc>
                <a:spcPct val="80000"/>
              </a:lnSpc>
              <a:spcBef>
                <a:spcPts val="600"/>
              </a:spcBef>
              <a:defRPr/>
            </a:lvl3pPr>
            <a:lvl4pPr>
              <a:lnSpc>
                <a:spcPct val="80000"/>
              </a:lnSpc>
              <a:spcBef>
                <a:spcPts val="600"/>
              </a:spcBef>
              <a:defRPr/>
            </a:lvl4pPr>
            <a:lvl5pPr>
              <a:lnSpc>
                <a:spcPct val="80000"/>
              </a:lnSpc>
              <a:spcBef>
                <a:spcPts val="600"/>
              </a:spcBef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371600"/>
            <a:ext cx="5181600" cy="5105400"/>
          </a:xfrm>
        </p:spPr>
        <p:txBody>
          <a:bodyPr/>
          <a:lstStyle>
            <a:lvl1pPr>
              <a:lnSpc>
                <a:spcPct val="80000"/>
              </a:lnSpc>
              <a:spcBef>
                <a:spcPts val="1000"/>
              </a:spcBef>
              <a:defRPr/>
            </a:lvl1pPr>
            <a:lvl2pPr>
              <a:lnSpc>
                <a:spcPct val="80000"/>
              </a:lnSpc>
              <a:spcBef>
                <a:spcPts val="600"/>
              </a:spcBef>
              <a:defRPr/>
            </a:lvl2pPr>
            <a:lvl3pPr>
              <a:lnSpc>
                <a:spcPct val="80000"/>
              </a:lnSpc>
              <a:spcBef>
                <a:spcPts val="600"/>
              </a:spcBef>
              <a:defRPr/>
            </a:lvl3pPr>
            <a:lvl4pPr>
              <a:lnSpc>
                <a:spcPct val="80000"/>
              </a:lnSpc>
              <a:spcBef>
                <a:spcPts val="600"/>
              </a:spcBef>
              <a:defRPr/>
            </a:lvl4pPr>
            <a:lvl5pPr>
              <a:lnSpc>
                <a:spcPct val="80000"/>
              </a:lnSpc>
              <a:spcBef>
                <a:spcPts val="600"/>
              </a:spcBef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CC576A4-4C87-4B34-BF22-44DA60DFC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2915755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6303" y="96276"/>
            <a:ext cx="11639394" cy="9705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2AC331BD-B2D2-49AA-B79F-08337B3E34F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65969" y="907082"/>
            <a:ext cx="10660063" cy="579664"/>
          </a:xfrm>
        </p:spPr>
        <p:txBody>
          <a:bodyPr>
            <a:noAutofit/>
          </a:bodyPr>
          <a:lstStyle>
            <a:lvl1pPr marL="0" indent="0" algn="ctr">
              <a:buNone/>
              <a:defRPr sz="2600">
                <a:solidFill>
                  <a:srgbClr val="87888D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61756098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6303" y="96276"/>
            <a:ext cx="11639394" cy="98288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700111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1530935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Oran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4771A77B-1F44-4C45-9FC1-E6BDBA049088}"/>
              </a:ext>
            </a:extLst>
          </p:cNvPr>
          <p:cNvGrpSpPr/>
          <p:nvPr userDrawn="1"/>
        </p:nvGrpSpPr>
        <p:grpSpPr>
          <a:xfrm>
            <a:off x="234968" y="6519734"/>
            <a:ext cx="244893" cy="248803"/>
            <a:chOff x="2666237" y="2584432"/>
            <a:chExt cx="864026" cy="877824"/>
          </a:xfrm>
          <a:solidFill>
            <a:schemeClr val="tx2"/>
          </a:solidFill>
        </p:grpSpPr>
        <p:sp>
          <p:nvSpPr>
            <p:cNvPr id="17" name="Freeform 18">
              <a:extLst>
                <a:ext uri="{FF2B5EF4-FFF2-40B4-BE49-F238E27FC236}">
                  <a16:creationId xmlns:a16="http://schemas.microsoft.com/office/drawing/2014/main" id="{FD72028D-DDA7-4967-A2CE-0329296D9D3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6237" y="2584432"/>
              <a:ext cx="864026" cy="877824"/>
            </a:xfrm>
            <a:custGeom>
              <a:avLst/>
              <a:gdLst>
                <a:gd name="T0" fmla="*/ 0 w 1315"/>
                <a:gd name="T1" fmla="*/ 0 h 1336"/>
                <a:gd name="T2" fmla="*/ 229 w 1315"/>
                <a:gd name="T3" fmla="*/ 0 h 1336"/>
                <a:gd name="T4" fmla="*/ 659 w 1315"/>
                <a:gd name="T5" fmla="*/ 873 h 1336"/>
                <a:gd name="T6" fmla="*/ 1090 w 1315"/>
                <a:gd name="T7" fmla="*/ 0 h 1336"/>
                <a:gd name="T8" fmla="*/ 1315 w 1315"/>
                <a:gd name="T9" fmla="*/ 0 h 1336"/>
                <a:gd name="T10" fmla="*/ 659 w 1315"/>
                <a:gd name="T11" fmla="*/ 1336 h 1336"/>
                <a:gd name="T12" fmla="*/ 0 w 1315"/>
                <a:gd name="T13" fmla="*/ 0 h 1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15" h="1336">
                  <a:moveTo>
                    <a:pt x="0" y="0"/>
                  </a:moveTo>
                  <a:lnTo>
                    <a:pt x="229" y="0"/>
                  </a:lnTo>
                  <a:lnTo>
                    <a:pt x="659" y="873"/>
                  </a:lnTo>
                  <a:lnTo>
                    <a:pt x="1090" y="0"/>
                  </a:lnTo>
                  <a:lnTo>
                    <a:pt x="1315" y="0"/>
                  </a:lnTo>
                  <a:lnTo>
                    <a:pt x="659" y="13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9">
              <a:extLst>
                <a:ext uri="{FF2B5EF4-FFF2-40B4-BE49-F238E27FC236}">
                  <a16:creationId xmlns:a16="http://schemas.microsoft.com/office/drawing/2014/main" id="{0B14393C-DF94-435E-A3D5-4C4618382FA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2776" y="2584432"/>
              <a:ext cx="390290" cy="390947"/>
            </a:xfrm>
            <a:custGeom>
              <a:avLst/>
              <a:gdLst>
                <a:gd name="T0" fmla="*/ 0 w 135"/>
                <a:gd name="T1" fmla="*/ 0 h 135"/>
                <a:gd name="T2" fmla="*/ 68 w 135"/>
                <a:gd name="T3" fmla="*/ 135 h 135"/>
                <a:gd name="T4" fmla="*/ 135 w 135"/>
                <a:gd name="T5" fmla="*/ 0 h 135"/>
                <a:gd name="T6" fmla="*/ 0 w 135"/>
                <a:gd name="T7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5" h="135">
                  <a:moveTo>
                    <a:pt x="0" y="0"/>
                  </a:moveTo>
                  <a:cubicBezTo>
                    <a:pt x="68" y="135"/>
                    <a:pt x="68" y="135"/>
                    <a:pt x="68" y="135"/>
                  </a:cubicBezTo>
                  <a:cubicBezTo>
                    <a:pt x="135" y="0"/>
                    <a:pt x="135" y="0"/>
                    <a:pt x="135" y="0"/>
                  </a:cubicBezTo>
                  <a:cubicBezTo>
                    <a:pt x="135" y="0"/>
                    <a:pt x="0" y="0"/>
                    <a:pt x="0" y="0"/>
                  </a:cubicBezTo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96ACBAAB-B5D4-4EFE-94DD-62E2364FDB44}"/>
              </a:ext>
            </a:extLst>
          </p:cNvPr>
          <p:cNvSpPr txBox="1"/>
          <p:nvPr userDrawn="1"/>
        </p:nvSpPr>
        <p:spPr>
          <a:xfrm>
            <a:off x="11017792" y="6521025"/>
            <a:ext cx="10195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44515CC9-B04E-49D1-8DBC-3EBC45FAC8C9}" type="slidenum">
              <a:rPr lang="en-US" sz="1000" kern="1200" smtClean="0">
                <a:solidFill>
                  <a:schemeClr val="tx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rPr>
              <a:pPr algn="r"/>
              <a:t>‹#›</a:t>
            </a:fld>
            <a:endParaRPr lang="en-US" sz="1000" kern="1200" dirty="0">
              <a:solidFill>
                <a:schemeClr val="tx2">
                  <a:lumMod val="40000"/>
                  <a:lumOff val="60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12BFF4-1D13-4C5F-BB0E-FB5A71F3558D}"/>
              </a:ext>
            </a:extLst>
          </p:cNvPr>
          <p:cNvSpPr txBox="1"/>
          <p:nvPr userDrawn="1"/>
        </p:nvSpPr>
        <p:spPr>
          <a:xfrm>
            <a:off x="4392560" y="6530550"/>
            <a:ext cx="34068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kern="600" dirty="0">
                <a:solidFill>
                  <a:schemeClr val="bg1"/>
                </a:solidFill>
                <a:latin typeface="+mn-lt"/>
                <a:ea typeface="ＭＳ Ｐゴシック" charset="0"/>
              </a:rPr>
              <a:t>Copyright © Veeva Systems 2019</a:t>
            </a:r>
          </a:p>
        </p:txBody>
      </p:sp>
    </p:spTree>
    <p:extLst>
      <p:ext uri="{BB962C8B-B14F-4D97-AF65-F5344CB8AC3E}">
        <p14:creationId xmlns:p14="http://schemas.microsoft.com/office/powerpoint/2010/main" val="1927372532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Horis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AEC544-7AFA-441A-88D1-CC648E4AF892}"/>
              </a:ext>
            </a:extLst>
          </p:cNvPr>
          <p:cNvSpPr/>
          <p:nvPr userDrawn="1"/>
        </p:nvSpPr>
        <p:spPr>
          <a:xfrm>
            <a:off x="5173362" y="6519734"/>
            <a:ext cx="3188043" cy="3382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 userDrawn="1"/>
        </p:nvSpPr>
        <p:spPr>
          <a:xfrm>
            <a:off x="0" y="0"/>
            <a:ext cx="493579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6303" y="2673884"/>
            <a:ext cx="4423516" cy="1101213"/>
          </a:xfrm>
        </p:spPr>
        <p:txBody>
          <a:bodyPr anchor="ctr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5358808" y="1485900"/>
            <a:ext cx="6368904" cy="4991099"/>
          </a:xfrm>
        </p:spPr>
        <p:txBody>
          <a:bodyPr/>
          <a:lstStyle>
            <a:lvl1pPr>
              <a:lnSpc>
                <a:spcPct val="80000"/>
              </a:lnSpc>
              <a:spcBef>
                <a:spcPts val="1000"/>
              </a:spcBef>
              <a:defRPr/>
            </a:lvl1pPr>
            <a:lvl2pPr>
              <a:lnSpc>
                <a:spcPct val="80000"/>
              </a:lnSpc>
              <a:spcBef>
                <a:spcPts val="600"/>
              </a:spcBef>
              <a:defRPr/>
            </a:lvl2pPr>
            <a:lvl3pPr>
              <a:lnSpc>
                <a:spcPct val="80000"/>
              </a:lnSpc>
              <a:spcBef>
                <a:spcPts val="600"/>
              </a:spcBef>
              <a:defRPr/>
            </a:lvl3pPr>
            <a:lvl4pPr>
              <a:lnSpc>
                <a:spcPct val="80000"/>
              </a:lnSpc>
              <a:spcBef>
                <a:spcPts val="600"/>
              </a:spcBef>
              <a:defRPr/>
            </a:lvl4pPr>
            <a:lvl5pPr>
              <a:lnSpc>
                <a:spcPct val="80000"/>
              </a:lnSpc>
              <a:spcBef>
                <a:spcPts val="600"/>
              </a:spcBef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4CAE1D1-110B-4886-9EA2-83D162148686}"/>
              </a:ext>
            </a:extLst>
          </p:cNvPr>
          <p:cNvGrpSpPr/>
          <p:nvPr userDrawn="1"/>
        </p:nvGrpSpPr>
        <p:grpSpPr>
          <a:xfrm>
            <a:off x="234968" y="6519734"/>
            <a:ext cx="244893" cy="248803"/>
            <a:chOff x="2666237" y="2584432"/>
            <a:chExt cx="864026" cy="877824"/>
          </a:xfrm>
          <a:solidFill>
            <a:schemeClr val="tx2"/>
          </a:solidFill>
        </p:grpSpPr>
        <p:sp>
          <p:nvSpPr>
            <p:cNvPr id="11" name="Freeform 18">
              <a:extLst>
                <a:ext uri="{FF2B5EF4-FFF2-40B4-BE49-F238E27FC236}">
                  <a16:creationId xmlns:a16="http://schemas.microsoft.com/office/drawing/2014/main" id="{AE293493-C613-4580-9BA7-41575CA8580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6237" y="2584432"/>
              <a:ext cx="864026" cy="877824"/>
            </a:xfrm>
            <a:custGeom>
              <a:avLst/>
              <a:gdLst>
                <a:gd name="T0" fmla="*/ 0 w 1315"/>
                <a:gd name="T1" fmla="*/ 0 h 1336"/>
                <a:gd name="T2" fmla="*/ 229 w 1315"/>
                <a:gd name="T3" fmla="*/ 0 h 1336"/>
                <a:gd name="T4" fmla="*/ 659 w 1315"/>
                <a:gd name="T5" fmla="*/ 873 h 1336"/>
                <a:gd name="T6" fmla="*/ 1090 w 1315"/>
                <a:gd name="T7" fmla="*/ 0 h 1336"/>
                <a:gd name="T8" fmla="*/ 1315 w 1315"/>
                <a:gd name="T9" fmla="*/ 0 h 1336"/>
                <a:gd name="T10" fmla="*/ 659 w 1315"/>
                <a:gd name="T11" fmla="*/ 1336 h 1336"/>
                <a:gd name="T12" fmla="*/ 0 w 1315"/>
                <a:gd name="T13" fmla="*/ 0 h 1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15" h="1336">
                  <a:moveTo>
                    <a:pt x="0" y="0"/>
                  </a:moveTo>
                  <a:lnTo>
                    <a:pt x="229" y="0"/>
                  </a:lnTo>
                  <a:lnTo>
                    <a:pt x="659" y="873"/>
                  </a:lnTo>
                  <a:lnTo>
                    <a:pt x="1090" y="0"/>
                  </a:lnTo>
                  <a:lnTo>
                    <a:pt x="1315" y="0"/>
                  </a:lnTo>
                  <a:lnTo>
                    <a:pt x="659" y="13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9">
              <a:extLst>
                <a:ext uri="{FF2B5EF4-FFF2-40B4-BE49-F238E27FC236}">
                  <a16:creationId xmlns:a16="http://schemas.microsoft.com/office/drawing/2014/main" id="{BBAB441E-7D65-4517-91F3-48D6BF6B29C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2776" y="2584432"/>
              <a:ext cx="390290" cy="390947"/>
            </a:xfrm>
            <a:custGeom>
              <a:avLst/>
              <a:gdLst>
                <a:gd name="T0" fmla="*/ 0 w 135"/>
                <a:gd name="T1" fmla="*/ 0 h 135"/>
                <a:gd name="T2" fmla="*/ 68 w 135"/>
                <a:gd name="T3" fmla="*/ 135 h 135"/>
                <a:gd name="T4" fmla="*/ 135 w 135"/>
                <a:gd name="T5" fmla="*/ 0 h 135"/>
                <a:gd name="T6" fmla="*/ 0 w 135"/>
                <a:gd name="T7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5" h="135">
                  <a:moveTo>
                    <a:pt x="0" y="0"/>
                  </a:moveTo>
                  <a:cubicBezTo>
                    <a:pt x="68" y="135"/>
                    <a:pt x="68" y="135"/>
                    <a:pt x="68" y="135"/>
                  </a:cubicBezTo>
                  <a:cubicBezTo>
                    <a:pt x="135" y="0"/>
                    <a:pt x="135" y="0"/>
                    <a:pt x="135" y="0"/>
                  </a:cubicBezTo>
                  <a:cubicBezTo>
                    <a:pt x="135" y="0"/>
                    <a:pt x="0" y="0"/>
                    <a:pt x="0" y="0"/>
                  </a:cubicBezTo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BCDA9090-28C5-41C1-88D4-65CD1E01E794}"/>
              </a:ext>
            </a:extLst>
          </p:cNvPr>
          <p:cNvSpPr txBox="1"/>
          <p:nvPr userDrawn="1"/>
        </p:nvSpPr>
        <p:spPr>
          <a:xfrm>
            <a:off x="4392560" y="6530550"/>
            <a:ext cx="34068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kern="600" dirty="0">
                <a:solidFill>
                  <a:schemeClr val="bg2">
                    <a:lumMod val="75000"/>
                  </a:schemeClr>
                </a:solidFill>
                <a:latin typeface="+mn-lt"/>
                <a:ea typeface="ＭＳ Ｐゴシック" charset="0"/>
              </a:rPr>
              <a:t>Copyright © Veeva Systems 2019</a:t>
            </a:r>
          </a:p>
        </p:txBody>
      </p:sp>
    </p:spTree>
    <p:extLst>
      <p:ext uri="{BB962C8B-B14F-4D97-AF65-F5344CB8AC3E}">
        <p14:creationId xmlns:p14="http://schemas.microsoft.com/office/powerpoint/2010/main" val="4147469638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mpare Orange Whit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1917" indent="-121917" algn="ctr">
              <a:spcBef>
                <a:spcPts val="1600"/>
              </a:spcBef>
              <a:buClr>
                <a:schemeClr val="tx2"/>
              </a:buClr>
            </a:pPr>
            <a:endParaRPr lang="en-US" sz="2400" dirty="0" err="1">
              <a:solidFill>
                <a:schemeClr val="bg1"/>
              </a:solidFill>
              <a:latin typeface="Calibri Light" panose="020F0302020204030204" pitchFamily="34" charset="0"/>
            </a:endParaRPr>
          </a:p>
        </p:txBody>
      </p:sp>
      <p:sp>
        <p:nvSpPr>
          <p:cNvPr id="3" name="Isosceles Triangle 2"/>
          <p:cNvSpPr/>
          <p:nvPr userDrawn="1"/>
        </p:nvSpPr>
        <p:spPr>
          <a:xfrm rot="5400000">
            <a:off x="5876152" y="3287625"/>
            <a:ext cx="668859" cy="282753"/>
          </a:xfrm>
          <a:prstGeom prst="triangle">
            <a:avLst/>
          </a:prstGeom>
          <a:solidFill>
            <a:schemeClr val="tx2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1917" indent="-121917" algn="ctr">
              <a:spcBef>
                <a:spcPts val="1600"/>
              </a:spcBef>
              <a:buClr>
                <a:schemeClr val="tx2"/>
              </a:buClr>
            </a:pPr>
            <a:endParaRPr lang="en-US" sz="2400" dirty="0" err="1">
              <a:solidFill>
                <a:schemeClr val="bg1"/>
              </a:solidFill>
              <a:latin typeface="Calibri Light" panose="020F03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C821FF-59B0-451F-99EC-ABE653651042}"/>
              </a:ext>
            </a:extLst>
          </p:cNvPr>
          <p:cNvSpPr txBox="1"/>
          <p:nvPr userDrawn="1"/>
        </p:nvSpPr>
        <p:spPr>
          <a:xfrm>
            <a:off x="11017792" y="6509749"/>
            <a:ext cx="10195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44515CC9-B04E-49D1-8DBC-3EBC45FAC8C9}" type="slidenum">
              <a:rPr lang="en-US" sz="1000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pPr algn="r"/>
              <a:t>‹#›</a:t>
            </a:fld>
            <a:endParaRPr lang="en-US" sz="1000" kern="120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6D334D4-AB3F-4686-9455-4C8D903CFD6B}"/>
              </a:ext>
            </a:extLst>
          </p:cNvPr>
          <p:cNvGrpSpPr/>
          <p:nvPr userDrawn="1"/>
        </p:nvGrpSpPr>
        <p:grpSpPr>
          <a:xfrm>
            <a:off x="234968" y="6519734"/>
            <a:ext cx="244893" cy="248803"/>
            <a:chOff x="2666237" y="2584432"/>
            <a:chExt cx="864026" cy="877824"/>
          </a:xfrm>
          <a:solidFill>
            <a:schemeClr val="tx2"/>
          </a:solidFill>
        </p:grpSpPr>
        <p:sp>
          <p:nvSpPr>
            <p:cNvPr id="12" name="Freeform 18">
              <a:extLst>
                <a:ext uri="{FF2B5EF4-FFF2-40B4-BE49-F238E27FC236}">
                  <a16:creationId xmlns:a16="http://schemas.microsoft.com/office/drawing/2014/main" id="{C4A3D158-6A70-49C8-A017-6296AE756AE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6237" y="2584432"/>
              <a:ext cx="864026" cy="877824"/>
            </a:xfrm>
            <a:custGeom>
              <a:avLst/>
              <a:gdLst>
                <a:gd name="T0" fmla="*/ 0 w 1315"/>
                <a:gd name="T1" fmla="*/ 0 h 1336"/>
                <a:gd name="T2" fmla="*/ 229 w 1315"/>
                <a:gd name="T3" fmla="*/ 0 h 1336"/>
                <a:gd name="T4" fmla="*/ 659 w 1315"/>
                <a:gd name="T5" fmla="*/ 873 h 1336"/>
                <a:gd name="T6" fmla="*/ 1090 w 1315"/>
                <a:gd name="T7" fmla="*/ 0 h 1336"/>
                <a:gd name="T8" fmla="*/ 1315 w 1315"/>
                <a:gd name="T9" fmla="*/ 0 h 1336"/>
                <a:gd name="T10" fmla="*/ 659 w 1315"/>
                <a:gd name="T11" fmla="*/ 1336 h 1336"/>
                <a:gd name="T12" fmla="*/ 0 w 1315"/>
                <a:gd name="T13" fmla="*/ 0 h 1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15" h="1336">
                  <a:moveTo>
                    <a:pt x="0" y="0"/>
                  </a:moveTo>
                  <a:lnTo>
                    <a:pt x="229" y="0"/>
                  </a:lnTo>
                  <a:lnTo>
                    <a:pt x="659" y="873"/>
                  </a:lnTo>
                  <a:lnTo>
                    <a:pt x="1090" y="0"/>
                  </a:lnTo>
                  <a:lnTo>
                    <a:pt x="1315" y="0"/>
                  </a:lnTo>
                  <a:lnTo>
                    <a:pt x="659" y="13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19">
              <a:extLst>
                <a:ext uri="{FF2B5EF4-FFF2-40B4-BE49-F238E27FC236}">
                  <a16:creationId xmlns:a16="http://schemas.microsoft.com/office/drawing/2014/main" id="{D0EA5D8A-C207-48A8-937A-A511EBC8E5C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2776" y="2584432"/>
              <a:ext cx="390290" cy="390947"/>
            </a:xfrm>
            <a:custGeom>
              <a:avLst/>
              <a:gdLst>
                <a:gd name="T0" fmla="*/ 0 w 135"/>
                <a:gd name="T1" fmla="*/ 0 h 135"/>
                <a:gd name="T2" fmla="*/ 68 w 135"/>
                <a:gd name="T3" fmla="*/ 135 h 135"/>
                <a:gd name="T4" fmla="*/ 135 w 135"/>
                <a:gd name="T5" fmla="*/ 0 h 135"/>
                <a:gd name="T6" fmla="*/ 0 w 135"/>
                <a:gd name="T7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5" h="135">
                  <a:moveTo>
                    <a:pt x="0" y="0"/>
                  </a:moveTo>
                  <a:cubicBezTo>
                    <a:pt x="68" y="135"/>
                    <a:pt x="68" y="135"/>
                    <a:pt x="68" y="135"/>
                  </a:cubicBezTo>
                  <a:cubicBezTo>
                    <a:pt x="135" y="0"/>
                    <a:pt x="135" y="0"/>
                    <a:pt x="135" y="0"/>
                  </a:cubicBezTo>
                  <a:cubicBezTo>
                    <a:pt x="135" y="0"/>
                    <a:pt x="0" y="0"/>
                    <a:pt x="0" y="0"/>
                  </a:cubicBezTo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9607FDE7-CC18-4E6F-9A0C-7AC645F19F87}"/>
              </a:ext>
            </a:extLst>
          </p:cNvPr>
          <p:cNvSpPr txBox="1"/>
          <p:nvPr userDrawn="1"/>
        </p:nvSpPr>
        <p:spPr>
          <a:xfrm>
            <a:off x="11017792" y="6521025"/>
            <a:ext cx="10195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44515CC9-B04E-49D1-8DBC-3EBC45FAC8C9}" type="slidenum">
              <a:rPr lang="en-US" sz="1000" kern="1200" smtClean="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pPr algn="r"/>
              <a:t>‹#›</a:t>
            </a:fld>
            <a:endParaRPr lang="en-US" sz="1000" kern="1200" dirty="0">
              <a:solidFill>
                <a:schemeClr val="bg1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14DE950-F935-480D-8424-3DB7CE040452}"/>
              </a:ext>
            </a:extLst>
          </p:cNvPr>
          <p:cNvSpPr txBox="1"/>
          <p:nvPr userDrawn="1"/>
        </p:nvSpPr>
        <p:spPr>
          <a:xfrm>
            <a:off x="5430523" y="6530550"/>
            <a:ext cx="34068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kern="600" dirty="0">
                <a:solidFill>
                  <a:schemeClr val="bg2">
                    <a:lumMod val="75000"/>
                  </a:schemeClr>
                </a:solidFill>
                <a:latin typeface="+mn-lt"/>
                <a:ea typeface="ＭＳ Ｐゴシック" charset="0"/>
              </a:rPr>
              <a:t>Copyright © Veeva Systems 2019</a:t>
            </a:r>
          </a:p>
        </p:txBody>
      </p:sp>
    </p:spTree>
    <p:extLst>
      <p:ext uri="{BB962C8B-B14F-4D97-AF65-F5344CB8AC3E}">
        <p14:creationId xmlns:p14="http://schemas.microsoft.com/office/powerpoint/2010/main" val="2663470894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mpare Orange Whit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1917" indent="-121917" algn="ctr">
              <a:spcBef>
                <a:spcPts val="1600"/>
              </a:spcBef>
              <a:buClr>
                <a:schemeClr val="tx2"/>
              </a:buClr>
            </a:pPr>
            <a:endParaRPr lang="en-US" sz="2400" dirty="0" err="1">
              <a:solidFill>
                <a:schemeClr val="bg1"/>
              </a:solidFill>
              <a:latin typeface="Calibri Light" panose="020F0302020204030204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6D334D4-AB3F-4686-9455-4C8D903CFD6B}"/>
              </a:ext>
            </a:extLst>
          </p:cNvPr>
          <p:cNvGrpSpPr/>
          <p:nvPr userDrawn="1"/>
        </p:nvGrpSpPr>
        <p:grpSpPr>
          <a:xfrm>
            <a:off x="234968" y="6519734"/>
            <a:ext cx="244893" cy="248803"/>
            <a:chOff x="2666237" y="2584432"/>
            <a:chExt cx="864026" cy="877824"/>
          </a:xfrm>
          <a:solidFill>
            <a:schemeClr val="tx2"/>
          </a:solidFill>
        </p:grpSpPr>
        <p:sp>
          <p:nvSpPr>
            <p:cNvPr id="12" name="Freeform 18">
              <a:extLst>
                <a:ext uri="{FF2B5EF4-FFF2-40B4-BE49-F238E27FC236}">
                  <a16:creationId xmlns:a16="http://schemas.microsoft.com/office/drawing/2014/main" id="{C4A3D158-6A70-49C8-A017-6296AE756AE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6237" y="2584432"/>
              <a:ext cx="864026" cy="877824"/>
            </a:xfrm>
            <a:custGeom>
              <a:avLst/>
              <a:gdLst>
                <a:gd name="T0" fmla="*/ 0 w 1315"/>
                <a:gd name="T1" fmla="*/ 0 h 1336"/>
                <a:gd name="T2" fmla="*/ 229 w 1315"/>
                <a:gd name="T3" fmla="*/ 0 h 1336"/>
                <a:gd name="T4" fmla="*/ 659 w 1315"/>
                <a:gd name="T5" fmla="*/ 873 h 1336"/>
                <a:gd name="T6" fmla="*/ 1090 w 1315"/>
                <a:gd name="T7" fmla="*/ 0 h 1336"/>
                <a:gd name="T8" fmla="*/ 1315 w 1315"/>
                <a:gd name="T9" fmla="*/ 0 h 1336"/>
                <a:gd name="T10" fmla="*/ 659 w 1315"/>
                <a:gd name="T11" fmla="*/ 1336 h 1336"/>
                <a:gd name="T12" fmla="*/ 0 w 1315"/>
                <a:gd name="T13" fmla="*/ 0 h 1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15" h="1336">
                  <a:moveTo>
                    <a:pt x="0" y="0"/>
                  </a:moveTo>
                  <a:lnTo>
                    <a:pt x="229" y="0"/>
                  </a:lnTo>
                  <a:lnTo>
                    <a:pt x="659" y="873"/>
                  </a:lnTo>
                  <a:lnTo>
                    <a:pt x="1090" y="0"/>
                  </a:lnTo>
                  <a:lnTo>
                    <a:pt x="1315" y="0"/>
                  </a:lnTo>
                  <a:lnTo>
                    <a:pt x="659" y="1336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19">
              <a:extLst>
                <a:ext uri="{FF2B5EF4-FFF2-40B4-BE49-F238E27FC236}">
                  <a16:creationId xmlns:a16="http://schemas.microsoft.com/office/drawing/2014/main" id="{D0EA5D8A-C207-48A8-937A-A511EBC8E5C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2776" y="2584432"/>
              <a:ext cx="390290" cy="390947"/>
            </a:xfrm>
            <a:custGeom>
              <a:avLst/>
              <a:gdLst>
                <a:gd name="T0" fmla="*/ 0 w 135"/>
                <a:gd name="T1" fmla="*/ 0 h 135"/>
                <a:gd name="T2" fmla="*/ 68 w 135"/>
                <a:gd name="T3" fmla="*/ 135 h 135"/>
                <a:gd name="T4" fmla="*/ 135 w 135"/>
                <a:gd name="T5" fmla="*/ 0 h 135"/>
                <a:gd name="T6" fmla="*/ 0 w 135"/>
                <a:gd name="T7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5" h="135">
                  <a:moveTo>
                    <a:pt x="0" y="0"/>
                  </a:moveTo>
                  <a:cubicBezTo>
                    <a:pt x="68" y="135"/>
                    <a:pt x="68" y="135"/>
                    <a:pt x="68" y="135"/>
                  </a:cubicBezTo>
                  <a:cubicBezTo>
                    <a:pt x="135" y="0"/>
                    <a:pt x="135" y="0"/>
                    <a:pt x="135" y="0"/>
                  </a:cubicBezTo>
                  <a:cubicBezTo>
                    <a:pt x="135" y="0"/>
                    <a:pt x="0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47675E-6477-4288-8C9D-57958BC1D65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39869" y="1333500"/>
            <a:ext cx="4794250" cy="4128186"/>
          </a:xfrm>
        </p:spPr>
        <p:txBody>
          <a:bodyPr anchor="ctr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“Insert quote here if you want to include an image to the left side of the slide.”</a:t>
            </a:r>
          </a:p>
          <a:p>
            <a:pPr lvl="0"/>
            <a:endParaRPr lang="en-US" dirty="0"/>
          </a:p>
          <a:p>
            <a:pPr lvl="0"/>
            <a:r>
              <a:rPr lang="en-US" dirty="0" err="1"/>
              <a:t>Firstname</a:t>
            </a:r>
            <a:r>
              <a:rPr lang="en-US" dirty="0"/>
              <a:t> </a:t>
            </a:r>
            <a:r>
              <a:rPr lang="en-US" dirty="0" err="1"/>
              <a:t>Lastname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A35433F-BFD5-45B4-9B19-FA85C81FC7F9}"/>
              </a:ext>
            </a:extLst>
          </p:cNvPr>
          <p:cNvSpPr txBox="1"/>
          <p:nvPr userDrawn="1"/>
        </p:nvSpPr>
        <p:spPr>
          <a:xfrm>
            <a:off x="11017792" y="6521025"/>
            <a:ext cx="10195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44515CC9-B04E-49D1-8DBC-3EBC45FAC8C9}" type="slidenum">
              <a:rPr lang="en-US" sz="1000" kern="1200" smtClean="0">
                <a:solidFill>
                  <a:schemeClr val="tx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rPr>
              <a:pPr algn="r"/>
              <a:t>‹#›</a:t>
            </a:fld>
            <a:endParaRPr lang="en-US" sz="1000" kern="1200" dirty="0">
              <a:solidFill>
                <a:schemeClr val="tx2">
                  <a:lumMod val="40000"/>
                  <a:lumOff val="60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6D538A-0A93-4AB3-8B6C-ABA08FF06752}"/>
              </a:ext>
            </a:extLst>
          </p:cNvPr>
          <p:cNvSpPr txBox="1"/>
          <p:nvPr userDrawn="1"/>
        </p:nvSpPr>
        <p:spPr>
          <a:xfrm>
            <a:off x="5430523" y="6530550"/>
            <a:ext cx="34068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kern="600" dirty="0">
                <a:solidFill>
                  <a:schemeClr val="bg1"/>
                </a:solidFill>
                <a:latin typeface="+mn-lt"/>
                <a:ea typeface="ＭＳ Ｐゴシック" charset="0"/>
              </a:rPr>
              <a:t>Copyright © Veeva Systems 2019</a:t>
            </a:r>
          </a:p>
        </p:txBody>
      </p:sp>
    </p:spTree>
    <p:extLst>
      <p:ext uri="{BB962C8B-B14F-4D97-AF65-F5344CB8AC3E}">
        <p14:creationId xmlns:p14="http://schemas.microsoft.com/office/powerpoint/2010/main" val="1797533614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estion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>
            <a:spLocks noEditPoints="1"/>
          </p:cNvSpPr>
          <p:nvPr userDrawn="1"/>
        </p:nvSpPr>
        <p:spPr bwMode="auto">
          <a:xfrm>
            <a:off x="5156200" y="1813011"/>
            <a:ext cx="1879600" cy="1870075"/>
          </a:xfrm>
          <a:custGeom>
            <a:avLst/>
            <a:gdLst>
              <a:gd name="T0" fmla="*/ 113 w 226"/>
              <a:gd name="T1" fmla="*/ 0 h 226"/>
              <a:gd name="T2" fmla="*/ 0 w 226"/>
              <a:gd name="T3" fmla="*/ 113 h 226"/>
              <a:gd name="T4" fmla="*/ 19 w 226"/>
              <a:gd name="T5" fmla="*/ 175 h 226"/>
              <a:gd name="T6" fmla="*/ 7 w 226"/>
              <a:gd name="T7" fmla="*/ 217 h 226"/>
              <a:gd name="T8" fmla="*/ 49 w 226"/>
              <a:gd name="T9" fmla="*/ 206 h 226"/>
              <a:gd name="T10" fmla="*/ 113 w 226"/>
              <a:gd name="T11" fmla="*/ 226 h 226"/>
              <a:gd name="T12" fmla="*/ 226 w 226"/>
              <a:gd name="T13" fmla="*/ 113 h 226"/>
              <a:gd name="T14" fmla="*/ 113 w 226"/>
              <a:gd name="T15" fmla="*/ 0 h 226"/>
              <a:gd name="T16" fmla="*/ 111 w 226"/>
              <a:gd name="T17" fmla="*/ 182 h 226"/>
              <a:gd name="T18" fmla="*/ 92 w 226"/>
              <a:gd name="T19" fmla="*/ 164 h 226"/>
              <a:gd name="T20" fmla="*/ 111 w 226"/>
              <a:gd name="T21" fmla="*/ 145 h 226"/>
              <a:gd name="T22" fmla="*/ 130 w 226"/>
              <a:gd name="T23" fmla="*/ 164 h 226"/>
              <a:gd name="T24" fmla="*/ 111 w 226"/>
              <a:gd name="T25" fmla="*/ 182 h 226"/>
              <a:gd name="T26" fmla="*/ 128 w 226"/>
              <a:gd name="T27" fmla="*/ 127 h 226"/>
              <a:gd name="T28" fmla="*/ 128 w 226"/>
              <a:gd name="T29" fmla="*/ 138 h 226"/>
              <a:gd name="T30" fmla="*/ 96 w 226"/>
              <a:gd name="T31" fmla="*/ 138 h 226"/>
              <a:gd name="T32" fmla="*/ 96 w 226"/>
              <a:gd name="T33" fmla="*/ 123 h 226"/>
              <a:gd name="T34" fmla="*/ 123 w 226"/>
              <a:gd name="T35" fmla="*/ 85 h 226"/>
              <a:gd name="T36" fmla="*/ 110 w 226"/>
              <a:gd name="T37" fmla="*/ 73 h 226"/>
              <a:gd name="T38" fmla="*/ 91 w 226"/>
              <a:gd name="T39" fmla="*/ 87 h 226"/>
              <a:gd name="T40" fmla="*/ 71 w 226"/>
              <a:gd name="T41" fmla="*/ 69 h 226"/>
              <a:gd name="T42" fmla="*/ 114 w 226"/>
              <a:gd name="T43" fmla="*/ 44 h 226"/>
              <a:gd name="T44" fmla="*/ 155 w 226"/>
              <a:gd name="T45" fmla="*/ 85 h 226"/>
              <a:gd name="T46" fmla="*/ 128 w 226"/>
              <a:gd name="T47" fmla="*/ 127 h 2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226" h="226">
                <a:moveTo>
                  <a:pt x="113" y="0"/>
                </a:moveTo>
                <a:cubicBezTo>
                  <a:pt x="51" y="0"/>
                  <a:pt x="0" y="51"/>
                  <a:pt x="0" y="113"/>
                </a:cubicBezTo>
                <a:cubicBezTo>
                  <a:pt x="0" y="136"/>
                  <a:pt x="7" y="157"/>
                  <a:pt x="19" y="175"/>
                </a:cubicBezTo>
                <a:cubicBezTo>
                  <a:pt x="7" y="217"/>
                  <a:pt x="7" y="217"/>
                  <a:pt x="7" y="217"/>
                </a:cubicBezTo>
                <a:cubicBezTo>
                  <a:pt x="49" y="206"/>
                  <a:pt x="49" y="206"/>
                  <a:pt x="49" y="206"/>
                </a:cubicBezTo>
                <a:cubicBezTo>
                  <a:pt x="67" y="218"/>
                  <a:pt x="89" y="226"/>
                  <a:pt x="113" y="226"/>
                </a:cubicBezTo>
                <a:cubicBezTo>
                  <a:pt x="175" y="226"/>
                  <a:pt x="226" y="175"/>
                  <a:pt x="226" y="113"/>
                </a:cubicBezTo>
                <a:cubicBezTo>
                  <a:pt x="226" y="51"/>
                  <a:pt x="175" y="0"/>
                  <a:pt x="113" y="0"/>
                </a:cubicBezTo>
                <a:close/>
                <a:moveTo>
                  <a:pt x="111" y="182"/>
                </a:moveTo>
                <a:cubicBezTo>
                  <a:pt x="101" y="182"/>
                  <a:pt x="92" y="174"/>
                  <a:pt x="92" y="164"/>
                </a:cubicBezTo>
                <a:cubicBezTo>
                  <a:pt x="92" y="153"/>
                  <a:pt x="101" y="145"/>
                  <a:pt x="111" y="145"/>
                </a:cubicBezTo>
                <a:cubicBezTo>
                  <a:pt x="121" y="145"/>
                  <a:pt x="130" y="153"/>
                  <a:pt x="130" y="164"/>
                </a:cubicBezTo>
                <a:cubicBezTo>
                  <a:pt x="130" y="174"/>
                  <a:pt x="121" y="182"/>
                  <a:pt x="111" y="182"/>
                </a:cubicBezTo>
                <a:close/>
                <a:moveTo>
                  <a:pt x="128" y="127"/>
                </a:moveTo>
                <a:cubicBezTo>
                  <a:pt x="128" y="138"/>
                  <a:pt x="128" y="138"/>
                  <a:pt x="128" y="138"/>
                </a:cubicBezTo>
                <a:cubicBezTo>
                  <a:pt x="96" y="138"/>
                  <a:pt x="96" y="138"/>
                  <a:pt x="96" y="138"/>
                </a:cubicBezTo>
                <a:cubicBezTo>
                  <a:pt x="96" y="123"/>
                  <a:pt x="96" y="123"/>
                  <a:pt x="96" y="123"/>
                </a:cubicBezTo>
                <a:cubicBezTo>
                  <a:pt x="96" y="105"/>
                  <a:pt x="123" y="95"/>
                  <a:pt x="123" y="85"/>
                </a:cubicBezTo>
                <a:cubicBezTo>
                  <a:pt x="123" y="78"/>
                  <a:pt x="116" y="73"/>
                  <a:pt x="110" y="73"/>
                </a:cubicBezTo>
                <a:cubicBezTo>
                  <a:pt x="103" y="73"/>
                  <a:pt x="97" y="80"/>
                  <a:pt x="91" y="87"/>
                </a:cubicBezTo>
                <a:cubicBezTo>
                  <a:pt x="71" y="69"/>
                  <a:pt x="71" y="69"/>
                  <a:pt x="71" y="69"/>
                </a:cubicBezTo>
                <a:cubicBezTo>
                  <a:pt x="83" y="53"/>
                  <a:pt x="97" y="44"/>
                  <a:pt x="114" y="44"/>
                </a:cubicBezTo>
                <a:cubicBezTo>
                  <a:pt x="137" y="44"/>
                  <a:pt x="155" y="60"/>
                  <a:pt x="155" y="85"/>
                </a:cubicBezTo>
                <a:cubicBezTo>
                  <a:pt x="155" y="110"/>
                  <a:pt x="128" y="116"/>
                  <a:pt x="128" y="127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" name="TextBox 2"/>
          <p:cNvSpPr txBox="1"/>
          <p:nvPr userDrawn="1"/>
        </p:nvSpPr>
        <p:spPr>
          <a:xfrm>
            <a:off x="4099368" y="4244406"/>
            <a:ext cx="3993265" cy="10156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chemeClr val="bg1"/>
                </a:solidFill>
              </a:rPr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1693969416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 userDrawn="1"/>
        </p:nvSpPr>
        <p:spPr>
          <a:xfrm>
            <a:off x="4099368" y="4244406"/>
            <a:ext cx="3993265" cy="10156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chemeClr val="bg1"/>
                </a:solidFill>
              </a:rPr>
              <a:t>Thank you</a:t>
            </a:r>
          </a:p>
        </p:txBody>
      </p:sp>
      <p:grpSp>
        <p:nvGrpSpPr>
          <p:cNvPr id="9" name="Group 4"/>
          <p:cNvGrpSpPr>
            <a:grpSpLocks noChangeAspect="1"/>
          </p:cNvGrpSpPr>
          <p:nvPr userDrawn="1"/>
        </p:nvGrpSpPr>
        <p:grpSpPr bwMode="auto">
          <a:xfrm>
            <a:off x="5363368" y="2079884"/>
            <a:ext cx="1465263" cy="1498600"/>
            <a:chOff x="5098" y="1275"/>
            <a:chExt cx="923" cy="944"/>
          </a:xfrm>
        </p:grpSpPr>
        <p:sp>
          <p:nvSpPr>
            <p:cNvPr id="10" name="AutoShape 3"/>
            <p:cNvSpPr>
              <a:spLocks noChangeAspect="1" noChangeArrowheads="1" noTextEdit="1"/>
            </p:cNvSpPr>
            <p:nvPr userDrawn="1"/>
          </p:nvSpPr>
          <p:spPr bwMode="auto">
            <a:xfrm>
              <a:off x="5098" y="1275"/>
              <a:ext cx="923" cy="9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0"/>
            <p:cNvSpPr>
              <a:spLocks/>
            </p:cNvSpPr>
            <p:nvPr userDrawn="1"/>
          </p:nvSpPr>
          <p:spPr bwMode="auto">
            <a:xfrm>
              <a:off x="5098" y="1276"/>
              <a:ext cx="923" cy="942"/>
            </a:xfrm>
            <a:custGeom>
              <a:avLst/>
              <a:gdLst>
                <a:gd name="T0" fmla="*/ 0 w 923"/>
                <a:gd name="T1" fmla="*/ 0 h 942"/>
                <a:gd name="T2" fmla="*/ 160 w 923"/>
                <a:gd name="T3" fmla="*/ 0 h 942"/>
                <a:gd name="T4" fmla="*/ 464 w 923"/>
                <a:gd name="T5" fmla="*/ 616 h 942"/>
                <a:gd name="T6" fmla="*/ 765 w 923"/>
                <a:gd name="T7" fmla="*/ 0 h 942"/>
                <a:gd name="T8" fmla="*/ 923 w 923"/>
                <a:gd name="T9" fmla="*/ 0 h 942"/>
                <a:gd name="T10" fmla="*/ 463 w 923"/>
                <a:gd name="T11" fmla="*/ 942 h 942"/>
                <a:gd name="T12" fmla="*/ 0 w 923"/>
                <a:gd name="T13" fmla="*/ 0 h 9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23" h="942">
                  <a:moveTo>
                    <a:pt x="0" y="0"/>
                  </a:moveTo>
                  <a:lnTo>
                    <a:pt x="160" y="0"/>
                  </a:lnTo>
                  <a:lnTo>
                    <a:pt x="464" y="616"/>
                  </a:lnTo>
                  <a:lnTo>
                    <a:pt x="765" y="0"/>
                  </a:lnTo>
                  <a:lnTo>
                    <a:pt x="923" y="0"/>
                  </a:lnTo>
                  <a:lnTo>
                    <a:pt x="463" y="9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6"/>
            <p:cNvSpPr>
              <a:spLocks/>
            </p:cNvSpPr>
            <p:nvPr userDrawn="1"/>
          </p:nvSpPr>
          <p:spPr bwMode="auto">
            <a:xfrm>
              <a:off x="5352" y="1278"/>
              <a:ext cx="415" cy="417"/>
            </a:xfrm>
            <a:custGeom>
              <a:avLst/>
              <a:gdLst>
                <a:gd name="T0" fmla="*/ 0 w 340"/>
                <a:gd name="T1" fmla="*/ 1 h 340"/>
                <a:gd name="T2" fmla="*/ 170 w 340"/>
                <a:gd name="T3" fmla="*/ 340 h 340"/>
                <a:gd name="T4" fmla="*/ 340 w 340"/>
                <a:gd name="T5" fmla="*/ 1 h 340"/>
                <a:gd name="T6" fmla="*/ 0 w 340"/>
                <a:gd name="T7" fmla="*/ 1 h 3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0" h="340">
                  <a:moveTo>
                    <a:pt x="0" y="1"/>
                  </a:moveTo>
                  <a:cubicBezTo>
                    <a:pt x="170" y="340"/>
                    <a:pt x="170" y="340"/>
                    <a:pt x="170" y="340"/>
                  </a:cubicBezTo>
                  <a:cubicBezTo>
                    <a:pt x="340" y="1"/>
                    <a:pt x="340" y="1"/>
                    <a:pt x="340" y="1"/>
                  </a:cubicBezTo>
                  <a:cubicBezTo>
                    <a:pt x="340" y="1"/>
                    <a:pt x="0" y="0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55123809"/>
      </p:ext>
    </p:extLst>
  </p:cSld>
  <p:clrMapOvr>
    <a:masterClrMapping/>
  </p:clrMapOvr>
  <p:transition>
    <p:fade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6624" y="1082843"/>
            <a:ext cx="11098676" cy="5394158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6303" y="96276"/>
            <a:ext cx="11639394" cy="986568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234968" y="6519734"/>
            <a:ext cx="244893" cy="248803"/>
            <a:chOff x="2666237" y="2584432"/>
            <a:chExt cx="864026" cy="877824"/>
          </a:xfrm>
          <a:solidFill>
            <a:schemeClr val="tx2"/>
          </a:solidFill>
        </p:grpSpPr>
        <p:sp>
          <p:nvSpPr>
            <p:cNvPr id="8" name="Freeform 18"/>
            <p:cNvSpPr>
              <a:spLocks/>
            </p:cNvSpPr>
            <p:nvPr/>
          </p:nvSpPr>
          <p:spPr bwMode="auto">
            <a:xfrm>
              <a:off x="2666237" y="2584432"/>
              <a:ext cx="864026" cy="877824"/>
            </a:xfrm>
            <a:custGeom>
              <a:avLst/>
              <a:gdLst>
                <a:gd name="T0" fmla="*/ 0 w 1315"/>
                <a:gd name="T1" fmla="*/ 0 h 1336"/>
                <a:gd name="T2" fmla="*/ 229 w 1315"/>
                <a:gd name="T3" fmla="*/ 0 h 1336"/>
                <a:gd name="T4" fmla="*/ 659 w 1315"/>
                <a:gd name="T5" fmla="*/ 873 h 1336"/>
                <a:gd name="T6" fmla="*/ 1090 w 1315"/>
                <a:gd name="T7" fmla="*/ 0 h 1336"/>
                <a:gd name="T8" fmla="*/ 1315 w 1315"/>
                <a:gd name="T9" fmla="*/ 0 h 1336"/>
                <a:gd name="T10" fmla="*/ 659 w 1315"/>
                <a:gd name="T11" fmla="*/ 1336 h 1336"/>
                <a:gd name="T12" fmla="*/ 0 w 1315"/>
                <a:gd name="T13" fmla="*/ 0 h 1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15" h="1336">
                  <a:moveTo>
                    <a:pt x="0" y="0"/>
                  </a:moveTo>
                  <a:lnTo>
                    <a:pt x="229" y="0"/>
                  </a:lnTo>
                  <a:lnTo>
                    <a:pt x="659" y="873"/>
                  </a:lnTo>
                  <a:lnTo>
                    <a:pt x="1090" y="0"/>
                  </a:lnTo>
                  <a:lnTo>
                    <a:pt x="1315" y="0"/>
                  </a:lnTo>
                  <a:lnTo>
                    <a:pt x="659" y="1336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19"/>
            <p:cNvSpPr>
              <a:spLocks/>
            </p:cNvSpPr>
            <p:nvPr/>
          </p:nvSpPr>
          <p:spPr bwMode="auto">
            <a:xfrm>
              <a:off x="2902776" y="2584432"/>
              <a:ext cx="390290" cy="390947"/>
            </a:xfrm>
            <a:custGeom>
              <a:avLst/>
              <a:gdLst>
                <a:gd name="T0" fmla="*/ 0 w 135"/>
                <a:gd name="T1" fmla="*/ 0 h 135"/>
                <a:gd name="T2" fmla="*/ 68 w 135"/>
                <a:gd name="T3" fmla="*/ 135 h 135"/>
                <a:gd name="T4" fmla="*/ 135 w 135"/>
                <a:gd name="T5" fmla="*/ 0 h 135"/>
                <a:gd name="T6" fmla="*/ 0 w 135"/>
                <a:gd name="T7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5" h="135">
                  <a:moveTo>
                    <a:pt x="0" y="0"/>
                  </a:moveTo>
                  <a:cubicBezTo>
                    <a:pt x="68" y="135"/>
                    <a:pt x="68" y="135"/>
                    <a:pt x="68" y="135"/>
                  </a:cubicBezTo>
                  <a:cubicBezTo>
                    <a:pt x="135" y="0"/>
                    <a:pt x="135" y="0"/>
                    <a:pt x="135" y="0"/>
                  </a:cubicBezTo>
                  <a:cubicBezTo>
                    <a:pt x="135" y="0"/>
                    <a:pt x="0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F75D4C3E-9815-4041-A1C2-934F4867CA55}"/>
              </a:ext>
            </a:extLst>
          </p:cNvPr>
          <p:cNvSpPr txBox="1"/>
          <p:nvPr userDrawn="1"/>
        </p:nvSpPr>
        <p:spPr>
          <a:xfrm>
            <a:off x="11017792" y="6521025"/>
            <a:ext cx="10195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44515CC9-B04E-49D1-8DBC-3EBC45FAC8C9}" type="slidenum">
              <a:rPr lang="en-US" sz="1000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pPr algn="r"/>
              <a:t>‹#›</a:t>
            </a:fld>
            <a:endParaRPr lang="en-US" sz="1000" kern="120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5A4684-0963-4276-BCD0-F5FB7C7646B5}"/>
              </a:ext>
            </a:extLst>
          </p:cNvPr>
          <p:cNvSpPr txBox="1"/>
          <p:nvPr userDrawn="1"/>
        </p:nvSpPr>
        <p:spPr>
          <a:xfrm>
            <a:off x="4392560" y="6530550"/>
            <a:ext cx="34068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kern="600" dirty="0">
                <a:solidFill>
                  <a:schemeClr val="bg2">
                    <a:lumMod val="75000"/>
                  </a:schemeClr>
                </a:solidFill>
                <a:latin typeface="+mn-lt"/>
                <a:ea typeface="ＭＳ Ｐゴシック" charset="0"/>
              </a:rPr>
              <a:t>Copyright © Veeva Systems 2019</a:t>
            </a:r>
          </a:p>
        </p:txBody>
      </p:sp>
    </p:spTree>
    <p:extLst>
      <p:ext uri="{BB962C8B-B14F-4D97-AF65-F5344CB8AC3E}">
        <p14:creationId xmlns:p14="http://schemas.microsoft.com/office/powerpoint/2010/main" val="128268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706" r:id="rId2"/>
    <p:sldLayoutId id="2147483685" r:id="rId3"/>
    <p:sldLayoutId id="2147483704" r:id="rId4"/>
    <p:sldLayoutId id="2147483708" r:id="rId5"/>
    <p:sldLayoutId id="2147483680" r:id="rId6"/>
    <p:sldLayoutId id="2147483654" r:id="rId7"/>
    <p:sldLayoutId id="2147483652" r:id="rId8"/>
    <p:sldLayoutId id="2147483675" r:id="rId9"/>
    <p:sldLayoutId id="2147483678" r:id="rId10"/>
    <p:sldLayoutId id="2147483655" r:id="rId11"/>
    <p:sldLayoutId id="2147483679" r:id="rId12"/>
    <p:sldLayoutId id="2147483687" r:id="rId13"/>
    <p:sldLayoutId id="2147483705" r:id="rId14"/>
    <p:sldLayoutId id="2147483707" r:id="rId15"/>
    <p:sldLayoutId id="2147483681" r:id="rId16"/>
    <p:sldLayoutId id="2147483682" r:id="rId17"/>
  </p:sldLayoutIdLst>
  <p:transition>
    <p:fade/>
  </p:transition>
  <p:hf sldNum="0" hdr="0" ftr="0" dt="0"/>
  <p:txStyles>
    <p:titleStyle>
      <a:lvl1pPr algn="ctr" defTabSz="914400" rtl="0" eaLnBrk="1" latinLnBrk="0" hangingPunct="1">
        <a:lnSpc>
          <a:spcPct val="70000"/>
        </a:lnSpc>
        <a:spcBef>
          <a:spcPct val="0"/>
        </a:spcBef>
        <a:buNone/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80000"/>
        </a:lnSpc>
        <a:spcBef>
          <a:spcPts val="1000"/>
        </a:spcBef>
        <a:buClr>
          <a:schemeClr val="tx2"/>
        </a:buClr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80000"/>
        </a:lnSpc>
        <a:spcBef>
          <a:spcPts val="600"/>
        </a:spcBef>
        <a:buFont typeface="Calibri" panose="020F0502020204030204" pitchFamily="34" charset="0"/>
        <a:buChar char="−"/>
        <a:defRPr sz="1900" kern="1200">
          <a:solidFill>
            <a:schemeClr val="tx1">
              <a:lumMod val="7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80000"/>
        </a:lnSpc>
        <a:spcBef>
          <a:spcPts val="6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80000"/>
        </a:lnSpc>
        <a:spcBef>
          <a:spcPts val="6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80000"/>
        </a:lnSpc>
        <a:spcBef>
          <a:spcPts val="6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672" userDrawn="1">
          <p15:clr>
            <a:srgbClr val="F26B43"/>
          </p15:clr>
        </p15:guide>
        <p15:guide id="4" orient="horz" pos="4080" userDrawn="1">
          <p15:clr>
            <a:srgbClr val="F26B43"/>
          </p15:clr>
        </p15:guide>
        <p15:guide id="5" pos="168" userDrawn="1">
          <p15:clr>
            <a:srgbClr val="F26B43"/>
          </p15:clr>
        </p15:guide>
        <p15:guide id="6" pos="7512" userDrawn="1">
          <p15:clr>
            <a:srgbClr val="F26B43"/>
          </p15:clr>
        </p15:guide>
      </p15:sldGuideLst>
    </p:ext>
  </p:extLst>
</p:sldMaster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/Relationships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72B7E-2DAA-412A-B809-EADA05498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Who’s Involved?</a:t>
            </a:r>
          </a:p>
        </p:txBody>
      </p:sp>
      <p:cxnSp>
        <p:nvCxnSpPr>
          <p:cNvPr id="101" name="Connector 1"/>
          <p:cNvCxnSpPr/>
          <p:nvPr/>
        </p:nvCxnSpPr>
        <p:spPr>
          <a:xfrm flipV="1">
            <a:off x="6096000" y="1600000"/>
            <a:ext cx="0" cy="900000"/>
          </a:xfrm>
          <a:prstGeom prst="straightConnector1">
            <a:avLst/>
          </a:prstGeom>
          <a:ln w="57150" cap="rnd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2"/>
          <p:cNvCxnSpPr/>
          <p:nvPr/>
        </p:nvCxnSpPr>
        <p:spPr>
          <a:xfrm flipV="1">
            <a:off x="6800000" y="2800000"/>
            <a:ext cx="1100000" cy="300000"/>
          </a:xfrm>
          <a:prstGeom prst="straightConnector1">
            <a:avLst/>
          </a:prstGeom>
          <a:ln w="57150" cap="rnd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3"/>
          <p:cNvCxnSpPr/>
          <p:nvPr/>
        </p:nvCxnSpPr>
        <p:spPr>
          <a:xfrm>
            <a:off x="6600000" y="4000000"/>
            <a:ext cx="600000" cy="900000"/>
          </a:xfrm>
          <a:prstGeom prst="straightConnector1">
            <a:avLst/>
          </a:prstGeom>
          <a:ln w="57150" cap="rnd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4"/>
          <p:cNvCxnSpPr/>
          <p:nvPr/>
        </p:nvCxnSpPr>
        <p:spPr>
          <a:xfrm flipH="1">
            <a:off x="4692000" y="4000000"/>
            <a:ext cx="904000" cy="1000000"/>
          </a:xfrm>
          <a:prstGeom prst="straightConnector1">
            <a:avLst/>
          </a:prstGeom>
          <a:ln w="57150" cap="rnd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5"/>
          <p:cNvCxnSpPr/>
          <p:nvPr/>
        </p:nvCxnSpPr>
        <p:spPr>
          <a:xfrm flipH="1" flipV="1">
            <a:off x="4292000" y="2800000"/>
            <a:ext cx="1104000" cy="300000"/>
          </a:xfrm>
          <a:prstGeom prst="straightConnector1">
            <a:avLst/>
          </a:prstGeom>
          <a:ln w="57150" cap="rnd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Center Oval"/>
          <p:cNvSpPr/>
          <p:nvPr/>
        </p:nvSpPr>
        <p:spPr>
          <a:xfrm>
            <a:off x="5196000" y="2529000"/>
            <a:ext cx="1800000" cy="1800000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accent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7" name="YOU Text"/>
          <p:cNvSpPr txBox="1"/>
          <p:nvPr/>
        </p:nvSpPr>
        <p:spPr>
          <a:xfrm>
            <a:off x="5596000" y="3550000"/>
            <a:ext cx="1000000" cy="4000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>
                <a:solidFill>
                  <a:schemeClr val="accent1"/>
                </a:solidFill>
              </a:rPr>
              <a:t>YOU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F6B5AF08-4D6D-4A8F-AD8F-A0C4A53ECC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6000" y="2729000"/>
            <a:ext cx="600000" cy="777000"/>
          </a:xfrm>
          <a:prstGeom prst="rect">
            <a:avLst/>
          </a:prstGeom>
        </p:spPr>
      </p:pic>
      <p:sp>
        <p:nvSpPr>
          <p:cNvPr id="108" name="Node 1"/>
          <p:cNvSpPr/>
          <p:nvPr/>
        </p:nvSpPr>
        <p:spPr>
          <a:xfrm>
            <a:off x="4996000" y="800000"/>
            <a:ext cx="2200000" cy="800000"/>
          </a:xfrm>
          <a:prstGeom prst="roundRect">
            <a:avLst>
              <a:gd name="adj" fmla="val 33333"/>
            </a:avLst>
          </a:prstGeom>
          <a:solidFill>
            <a:schemeClr val="accent1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2400" b="1">
                <a:solidFill>
                  <a:schemeClr val="lt1"/>
                </a:solidFill>
              </a:rPr>
              <a:t>Content Consumers</a:t>
            </a:r>
          </a:p>
        </p:txBody>
      </p:sp>
      <p:sp>
        <p:nvSpPr>
          <p:cNvPr id="109" name="Node 2"/>
          <p:cNvSpPr/>
          <p:nvPr/>
        </p:nvSpPr>
        <p:spPr>
          <a:xfrm>
            <a:off x="7900000" y="2400000"/>
            <a:ext cx="2600000" cy="800000"/>
          </a:xfrm>
          <a:prstGeom prst="roundRect">
            <a:avLst>
              <a:gd name="adj" fmla="val 33333"/>
            </a:avLst>
          </a:prstGeom>
          <a:solidFill>
            <a:schemeClr val="accent1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b="1">
                <a:solidFill>
                  <a:schemeClr val="lt1"/>
                </a:solidFill>
              </a:rPr>
              <a:t>IT and the Implementation Team</a:t>
            </a:r>
          </a:p>
        </p:txBody>
      </p:sp>
      <p:sp>
        <p:nvSpPr>
          <p:cNvPr id="110" name="Node 3"/>
          <p:cNvSpPr/>
          <p:nvPr/>
        </p:nvSpPr>
        <p:spPr>
          <a:xfrm>
            <a:off x="7200000" y="4400000"/>
            <a:ext cx="3000000" cy="1000000"/>
          </a:xfrm>
          <a:prstGeom prst="roundRect">
            <a:avLst>
              <a:gd name="adj" fmla="val 33333"/>
            </a:avLst>
          </a:prstGeom>
          <a:solidFill>
            <a:schemeClr val="accent1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b="1">
                <a:solidFill>
                  <a:schemeClr val="lt1"/>
                </a:solidFill>
              </a:rPr>
              <a:t>Current Users of Zinc MAPS</a:t>
            </a:r>
          </a:p>
          <a:p>
            <a:pPr algn="ctr"/>
            <a:r>
              <a:rPr lang="en-US" sz="1600">
                <a:solidFill>
                  <a:schemeClr val="lt1"/>
                </a:solidFill>
              </a:rPr>
              <a:t>(Originators and Reviewers)</a:t>
            </a:r>
          </a:p>
        </p:txBody>
      </p:sp>
      <p:sp>
        <p:nvSpPr>
          <p:cNvPr id="111" name="Node 4"/>
          <p:cNvSpPr/>
          <p:nvPr/>
        </p:nvSpPr>
        <p:spPr>
          <a:xfrm>
            <a:off x="2492000" y="4600000"/>
            <a:ext cx="2200000" cy="800000"/>
          </a:xfrm>
          <a:prstGeom prst="roundRect">
            <a:avLst>
              <a:gd name="adj" fmla="val 33333"/>
            </a:avLst>
          </a:prstGeom>
          <a:solidFill>
            <a:schemeClr val="accent1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2400" b="1">
                <a:solidFill>
                  <a:schemeClr val="lt1"/>
                </a:solidFill>
              </a:rPr>
              <a:t>Senior Leaders</a:t>
            </a:r>
          </a:p>
        </p:txBody>
      </p:sp>
      <p:sp>
        <p:nvSpPr>
          <p:cNvPr id="112" name="Node 5"/>
          <p:cNvSpPr/>
          <p:nvPr/>
        </p:nvSpPr>
        <p:spPr>
          <a:xfrm>
            <a:off x="2092000" y="2400000"/>
            <a:ext cx="2200000" cy="800000"/>
          </a:xfrm>
          <a:prstGeom prst="roundRect">
            <a:avLst>
              <a:gd name="adj" fmla="val 33333"/>
            </a:avLst>
          </a:prstGeom>
          <a:solidFill>
            <a:schemeClr val="accent1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2400" b="1">
                <a:solidFill>
                  <a:schemeClr val="lt1"/>
                </a:solidFill>
              </a:rPr>
              <a:t>Creative Agencies</a:t>
            </a:r>
          </a:p>
        </p:txBody>
      </p:sp>
    </p:spTree>
    <p:extLst>
      <p:ext uri="{BB962C8B-B14F-4D97-AF65-F5344CB8AC3E}">
        <p14:creationId xmlns:p14="http://schemas.microsoft.com/office/powerpoint/2010/main" val="1776523107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Veeva Template (external)">
  <a:themeElements>
    <a:clrScheme name="Veeva template colors">
      <a:dk1>
        <a:srgbClr val="646569"/>
      </a:dk1>
      <a:lt1>
        <a:sysClr val="window" lastClr="FFFFFF"/>
      </a:lt1>
      <a:dk2>
        <a:srgbClr val="FF9E16"/>
      </a:dk2>
      <a:lt2>
        <a:srgbClr val="E7E6E6"/>
      </a:lt2>
      <a:accent1>
        <a:srgbClr val="FF9E16"/>
      </a:accent1>
      <a:accent2>
        <a:srgbClr val="8B8C8E"/>
      </a:accent2>
      <a:accent3>
        <a:srgbClr val="4F86A0"/>
      </a:accent3>
      <a:accent4>
        <a:srgbClr val="63A70A"/>
      </a:accent4>
      <a:accent5>
        <a:srgbClr val="DD5F13"/>
      </a:accent5>
      <a:accent6>
        <a:srgbClr val="61B4E4"/>
      </a:accent6>
      <a:hlink>
        <a:srgbClr val="FF9E16"/>
      </a:hlink>
      <a:folHlink>
        <a:srgbClr val="B4B4B8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marR="0" indent="-182880" algn="l" defTabSz="914400" rtl="0" eaLnBrk="1" fontAlgn="auto" latinLnBrk="0" hangingPunct="1">
          <a:lnSpc>
            <a:spcPct val="80000"/>
          </a:lnSpc>
          <a:spcBef>
            <a:spcPts val="1200"/>
          </a:spcBef>
          <a:spcAft>
            <a:spcPts val="0"/>
          </a:spcAft>
          <a:buClr>
            <a:schemeClr val="tx2"/>
          </a:buClr>
          <a:buSzTx/>
          <a:buFont typeface="Arial" panose="020B0604020202020204" pitchFamily="34" charset="0"/>
          <a:buChar char="•"/>
          <a:tabLst/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1D4BE314-CD5C-4A7F-BAAF-078882C1E060}" vid="{D8D50820-8439-47A6-B962-52A1769CD3B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Veeva Template (2019) - Core Base</Template>
  <TotalTime>735</TotalTime>
  <Words>286</Words>
  <Application>Microsoft Office PowerPoint</Application>
  <PresentationFormat>Widescreen</PresentationFormat>
  <Paragraphs>71</Paragraphs>
  <Slides>16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ＭＳ Ｐゴシック</vt:lpstr>
      <vt:lpstr>Arial</vt:lpstr>
      <vt:lpstr>Calibri</vt:lpstr>
      <vt:lpstr>Calibri Light</vt:lpstr>
      <vt:lpstr>Veeva Template (external)</vt:lpstr>
      <vt:lpstr>PowerPoint Presentation</vt:lpstr>
      <vt:lpstr>Are You Ready?</vt:lpstr>
      <vt:lpstr>PowerPoint Presentation</vt:lpstr>
      <vt:lpstr>PowerPoint Presentation</vt:lpstr>
      <vt:lpstr>PowerPoint Presentation</vt:lpstr>
      <vt:lpstr>What does that mean? </vt:lpstr>
      <vt:lpstr>PowerPoint Presentation</vt:lpstr>
      <vt:lpstr>How did we get here? </vt:lpstr>
      <vt:lpstr>PowerPoint Presentation</vt:lpstr>
      <vt:lpstr>What’s next?</vt:lpstr>
      <vt:lpstr>Who’s Involved?</vt:lpstr>
      <vt:lpstr>PowerPoint Presentation</vt:lpstr>
      <vt:lpstr>Upgrading to PromoMats means…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Niina Rodrigues</dc:creator>
  <cp:lastModifiedBy>Naomi Boyd</cp:lastModifiedBy>
  <cp:revision>32</cp:revision>
  <cp:lastPrinted>2017-12-14T03:08:06Z</cp:lastPrinted>
  <dcterms:created xsi:type="dcterms:W3CDTF">2018-12-18T22:22:03Z</dcterms:created>
  <dcterms:modified xsi:type="dcterms:W3CDTF">2019-07-02T20:26:42Z</dcterms:modified>
</cp:coreProperties>
</file>