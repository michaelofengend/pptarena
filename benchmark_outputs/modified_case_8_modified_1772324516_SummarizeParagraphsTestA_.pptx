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660" r:id="rId2"/>
    <p:sldId id="2147473539" r:id="rId3"/>
    <p:sldId id="2147473540" r:id="rId4"/>
    <p:sldId id="2147473541" r:id="rId5"/>
    <p:sldId id="2147473543" r:id="rId6"/>
    <p:sldId id="2147473544" r:id="rId7"/>
    <p:sldId id="2147473545" r:id="rId8"/>
    <p:sldId id="2147473546" r:id="rId9"/>
    <p:sldId id="214747354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127" d="100"/>
          <a:sy n="127" d="100"/>
        </p:scale>
        <p:origin x="25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C5F5C-95DA-41E3-A93A-8A573A529700}" type="datetimeFigureOut">
              <a:rPr lang="en-US" smtClean="0"/>
              <a:t>7/26/25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79CFA3-9DA0-45E6-8134-B63E836A1E4E}" type="slidenum">
              <a:rPr lang="en-US" smtClean="0"/>
              <a:t>‹#›</a:t>
            </a:fld>
            <a:endParaRPr lang="en-US"/>
          </a:p>
        </p:txBody>
      </p:sp>
    </p:spTree>
    <p:extLst>
      <p:ext uri="{BB962C8B-B14F-4D97-AF65-F5344CB8AC3E}">
        <p14:creationId xmlns:p14="http://schemas.microsoft.com/office/powerpoint/2010/main" val="1345407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B4FC9A-8F21-024C-8528-32CD223C9BB0}"/>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dirty="0">
              <a:solidFill>
                <a:schemeClr val="bg1"/>
              </a:solidFill>
            </a:endParaRPr>
          </a:p>
        </p:txBody>
      </p:sp>
      <p:pic>
        <p:nvPicPr>
          <p:cNvPr id="8" name="Picture 7">
            <a:extLst>
              <a:ext uri="{FF2B5EF4-FFF2-40B4-BE49-F238E27FC236}">
                <a16:creationId xmlns:a16="http://schemas.microsoft.com/office/drawing/2014/main" id="{4ED41B79-6259-4E4B-ADC7-A9B94D8CBCF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379582" y="0"/>
            <a:ext cx="3812417" cy="6858000"/>
          </a:xfrm>
          <a:prstGeom prst="rect">
            <a:avLst/>
          </a:prstGeom>
        </p:spPr>
      </p:pic>
      <p:sp>
        <p:nvSpPr>
          <p:cNvPr id="6" name="Slide Number Placeholder 5"/>
          <p:cNvSpPr>
            <a:spLocks noGrp="1"/>
          </p:cNvSpPr>
          <p:nvPr>
            <p:ph type="sldNum" sz="quarter" idx="12"/>
          </p:nvPr>
        </p:nvSpPr>
        <p:spPr/>
        <p:txBody>
          <a:bodyPr/>
          <a:lstStyle/>
          <a:p>
            <a:fld id="{5512AD5A-2C28-1D42-B971-4292A709C8F6}" type="slidenum">
              <a:rPr lang="en-US" smtClean="0"/>
              <a:t>‹#›</a:t>
            </a:fld>
            <a:endParaRPr lang="en-US" dirty="0"/>
          </a:p>
        </p:txBody>
      </p:sp>
      <p:pic>
        <p:nvPicPr>
          <p:cNvPr id="13" name="Picture 12">
            <a:extLst>
              <a:ext uri="{FF2B5EF4-FFF2-40B4-BE49-F238E27FC236}">
                <a16:creationId xmlns:a16="http://schemas.microsoft.com/office/drawing/2014/main" id="{AD32A728-CB3C-8046-8DDA-AA2CA4D549B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6085" y="389484"/>
            <a:ext cx="2955093" cy="900600"/>
          </a:xfrm>
          <a:prstGeom prst="rect">
            <a:avLst/>
          </a:prstGeom>
        </p:spPr>
      </p:pic>
      <p:pic>
        <p:nvPicPr>
          <p:cNvPr id="14" name="Picture 13">
            <a:extLst>
              <a:ext uri="{FF2B5EF4-FFF2-40B4-BE49-F238E27FC236}">
                <a16:creationId xmlns:a16="http://schemas.microsoft.com/office/drawing/2014/main" id="{73A8601B-793A-7F42-9652-7B4D0A3DBCC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80415" y="5705186"/>
            <a:ext cx="2900627" cy="923005"/>
          </a:xfrm>
          <a:prstGeom prst="rect">
            <a:avLst/>
          </a:prstGeom>
        </p:spPr>
      </p:pic>
      <p:sp>
        <p:nvSpPr>
          <p:cNvPr id="2" name="Title 1"/>
          <p:cNvSpPr>
            <a:spLocks noGrp="1"/>
          </p:cNvSpPr>
          <p:nvPr>
            <p:ph type="ctrTitle" hasCustomPrompt="1"/>
          </p:nvPr>
        </p:nvSpPr>
        <p:spPr>
          <a:xfrm>
            <a:off x="407213" y="2069577"/>
            <a:ext cx="7636857" cy="1541463"/>
          </a:xfrm>
        </p:spPr>
        <p:txBody>
          <a:bodyPr anchor="b">
            <a:noAutofit/>
          </a:bodyPr>
          <a:lstStyle>
            <a:lvl1pPr algn="l">
              <a:defRPr sz="3200">
                <a:solidFill>
                  <a:schemeClr val="tx2"/>
                </a:solidFill>
              </a:defRPr>
            </a:lvl1pPr>
          </a:lstStyle>
          <a:p>
            <a:r>
              <a:rPr lang="en-US" dirty="0"/>
              <a:t>CLICK TO EDIT MASTER TITLE STYLE</a:t>
            </a:r>
          </a:p>
        </p:txBody>
      </p:sp>
      <p:sp>
        <p:nvSpPr>
          <p:cNvPr id="3" name="Subtitle 2"/>
          <p:cNvSpPr>
            <a:spLocks noGrp="1"/>
          </p:cNvSpPr>
          <p:nvPr>
            <p:ph type="subTitle" idx="1" hasCustomPrompt="1"/>
          </p:nvPr>
        </p:nvSpPr>
        <p:spPr>
          <a:xfrm>
            <a:off x="407213" y="4390531"/>
            <a:ext cx="7636857" cy="1477963"/>
          </a:xfrm>
        </p:spPr>
        <p:txBody>
          <a:bodyPr/>
          <a:lstStyle>
            <a:lvl1pPr marL="0" indent="0" algn="l">
              <a:buNone/>
              <a:defRPr sz="2400" b="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 and date</a:t>
            </a:r>
          </a:p>
        </p:txBody>
      </p:sp>
    </p:spTree>
    <p:extLst>
      <p:ext uri="{BB962C8B-B14F-4D97-AF65-F5344CB8AC3E}">
        <p14:creationId xmlns:p14="http://schemas.microsoft.com/office/powerpoint/2010/main" val="2884023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8797" y="318599"/>
            <a:ext cx="10631612" cy="853711"/>
          </a:xfrm>
        </p:spPr>
        <p:txBody>
          <a:bodyPr/>
          <a:lstStyle/>
          <a:p>
            <a:r>
              <a:rPr lang="en-US" dirty="0"/>
              <a:t>CLICK TO EDIT MASTER TITLE STYLE</a:t>
            </a:r>
          </a:p>
        </p:txBody>
      </p:sp>
      <p:sp>
        <p:nvSpPr>
          <p:cNvPr id="3" name="Content Placeholder 2"/>
          <p:cNvSpPr>
            <a:spLocks noGrp="1"/>
          </p:cNvSpPr>
          <p:nvPr>
            <p:ph idx="1"/>
          </p:nvPr>
        </p:nvSpPr>
        <p:spPr>
          <a:xfrm>
            <a:off x="418795" y="1461479"/>
            <a:ext cx="10963659" cy="4320000"/>
          </a:xfrm>
        </p:spPr>
        <p:txBody>
          <a:bodyPr/>
          <a:lstStyle>
            <a:lvl1pPr>
              <a:defRPr sz="2133"/>
            </a:lvl1pPr>
            <a:lvl2pPr marL="284393" indent="-284393">
              <a:buClr>
                <a:schemeClr val="accent2"/>
              </a:buClr>
              <a:buFont typeface="Arial" charset="0"/>
              <a:buChar char="•"/>
              <a:defRPr sz="2133"/>
            </a:lvl2pPr>
            <a:lvl3pPr marL="644384" indent="-284393">
              <a:buClr>
                <a:schemeClr val="accent2"/>
              </a:buClr>
              <a:buFont typeface="Arial" charset="0"/>
              <a:buChar char="•"/>
              <a:defRPr sz="2133"/>
            </a:lvl3pPr>
            <a:lvl4pPr marL="1004375" indent="-284393">
              <a:buClr>
                <a:schemeClr val="accent2"/>
              </a:buClr>
              <a:buFont typeface="Arial" charset="0"/>
              <a:buChar char="•"/>
              <a:defRPr sz="2133"/>
            </a:lvl4pPr>
            <a:lvl5pPr marL="1364366" indent="-284393">
              <a:buClr>
                <a:schemeClr val="accent2"/>
              </a:buClr>
              <a:buFont typeface="Arial" charset="0"/>
              <a:buChar char="•"/>
              <a:defRPr sz="213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5512AD5A-2C28-1D42-B971-4292A709C8F6}" type="slidenum">
              <a:rPr lang="en-US" smtClean="0"/>
              <a:pPr/>
              <a:t>‹#›</a:t>
            </a:fld>
            <a:endParaRPr lang="en-US" dirty="0"/>
          </a:p>
        </p:txBody>
      </p:sp>
      <p:pic>
        <p:nvPicPr>
          <p:cNvPr id="5" name="Picture 4">
            <a:extLst>
              <a:ext uri="{FF2B5EF4-FFF2-40B4-BE49-F238E27FC236}">
                <a16:creationId xmlns:a16="http://schemas.microsoft.com/office/drawing/2014/main" id="{8F1E1833-1B2E-9741-828D-B0163D5E568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481417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 WHO Blue">
    <p:bg>
      <p:bgPr>
        <a:solidFill>
          <a:schemeClr val="accent2"/>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2"/>
                </a:solidFill>
              </a:defRPr>
            </a:lvl1pPr>
          </a:lstStyle>
          <a:p>
            <a:fld id="{5512AD5A-2C28-1D42-B971-4292A709C8F6}" type="slidenum">
              <a:rPr lang="en-US" smtClean="0"/>
              <a:pPr/>
              <a:t>‹#›</a:t>
            </a:fld>
            <a:endParaRPr lang="en-US" dirty="0"/>
          </a:p>
        </p:txBody>
      </p:sp>
      <p:sp>
        <p:nvSpPr>
          <p:cNvPr id="10" name="Title 1">
            <a:extLst>
              <a:ext uri="{FF2B5EF4-FFF2-40B4-BE49-F238E27FC236}">
                <a16:creationId xmlns:a16="http://schemas.microsoft.com/office/drawing/2014/main" id="{5F946DCD-40FE-694D-87EE-D8D6E985E5AB}"/>
              </a:ext>
            </a:extLst>
          </p:cNvPr>
          <p:cNvSpPr>
            <a:spLocks noGrp="1"/>
          </p:cNvSpPr>
          <p:nvPr>
            <p:ph type="title" hasCustomPrompt="1"/>
          </p:nvPr>
        </p:nvSpPr>
        <p:spPr>
          <a:xfrm>
            <a:off x="418797" y="1462789"/>
            <a:ext cx="6868051" cy="2016313"/>
          </a:xfrm>
        </p:spPr>
        <p:txBody>
          <a:bodyPr anchor="b">
            <a:noAutofit/>
          </a:bodyPr>
          <a:lstStyle>
            <a:lvl1pPr>
              <a:defRPr sz="3200">
                <a:solidFill>
                  <a:schemeClr val="tx2"/>
                </a:solidFill>
              </a:defRPr>
            </a:lvl1pPr>
          </a:lstStyle>
          <a:p>
            <a:r>
              <a:rPr lang="en-US" dirty="0"/>
              <a:t>CLICK TO EDIT MASTER TITLE STYLE</a:t>
            </a:r>
          </a:p>
        </p:txBody>
      </p:sp>
      <p:pic>
        <p:nvPicPr>
          <p:cNvPr id="4" name="Picture 3">
            <a:extLst>
              <a:ext uri="{FF2B5EF4-FFF2-40B4-BE49-F238E27FC236}">
                <a16:creationId xmlns:a16="http://schemas.microsoft.com/office/drawing/2014/main" id="{1F95A79C-962A-784F-A625-69920A6476C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316426402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 R&amp;D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2"/>
                </a:solidFill>
              </a:defRPr>
            </a:lvl1pPr>
          </a:lstStyle>
          <a:p>
            <a:fld id="{5512AD5A-2C28-1D42-B971-4292A709C8F6}" type="slidenum">
              <a:rPr lang="en-US" smtClean="0"/>
              <a:pPr/>
              <a:t>‹#›</a:t>
            </a:fld>
            <a:endParaRPr lang="en-US" dirty="0"/>
          </a:p>
        </p:txBody>
      </p:sp>
      <p:pic>
        <p:nvPicPr>
          <p:cNvPr id="5" name="Picture 4">
            <a:extLst>
              <a:ext uri="{FF2B5EF4-FFF2-40B4-BE49-F238E27FC236}">
                <a16:creationId xmlns:a16="http://schemas.microsoft.com/office/drawing/2014/main" id="{8F89AD80-7214-3C4B-9866-B23D181578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cxnSp>
        <p:nvCxnSpPr>
          <p:cNvPr id="7" name="Straight Connector 6">
            <a:extLst>
              <a:ext uri="{FF2B5EF4-FFF2-40B4-BE49-F238E27FC236}">
                <a16:creationId xmlns:a16="http://schemas.microsoft.com/office/drawing/2014/main" id="{E1BC9B48-009B-C84C-89A4-C10FC17850FB}"/>
              </a:ext>
            </a:extLst>
          </p:cNvPr>
          <p:cNvCxnSpPr>
            <a:cxnSpLocks/>
          </p:cNvCxnSpPr>
          <p:nvPr userDrawn="1"/>
        </p:nvCxnSpPr>
        <p:spPr>
          <a:xfrm>
            <a:off x="526086" y="5949696"/>
            <a:ext cx="11119713"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F946DCD-40FE-694D-87EE-D8D6E985E5AB}"/>
              </a:ext>
            </a:extLst>
          </p:cNvPr>
          <p:cNvSpPr>
            <a:spLocks noGrp="1"/>
          </p:cNvSpPr>
          <p:nvPr>
            <p:ph type="title" hasCustomPrompt="1"/>
          </p:nvPr>
        </p:nvSpPr>
        <p:spPr>
          <a:xfrm>
            <a:off x="418797" y="1462789"/>
            <a:ext cx="6868051" cy="2016313"/>
          </a:xfrm>
        </p:spPr>
        <p:txBody>
          <a:bodyPr anchor="b">
            <a:noAutofit/>
          </a:bodyPr>
          <a:lstStyle>
            <a:lvl1pPr>
              <a:defRPr sz="32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2369040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xt plus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8797" y="318599"/>
            <a:ext cx="10631609" cy="853711"/>
          </a:xfrm>
        </p:spPr>
        <p:txBody>
          <a:bodyPr/>
          <a:lstStyle/>
          <a:p>
            <a:r>
              <a:rPr lang="en-US" dirty="0"/>
              <a:t>CLICK TO EDIT MASTER TITLE STYLE</a:t>
            </a:r>
          </a:p>
        </p:txBody>
      </p:sp>
      <p:sp>
        <p:nvSpPr>
          <p:cNvPr id="3" name="Content Placeholder 2"/>
          <p:cNvSpPr>
            <a:spLocks noGrp="1"/>
          </p:cNvSpPr>
          <p:nvPr>
            <p:ph sz="half" idx="1"/>
          </p:nvPr>
        </p:nvSpPr>
        <p:spPr>
          <a:xfrm>
            <a:off x="418796" y="1461477"/>
            <a:ext cx="5181600" cy="4351339"/>
          </a:xfrm>
        </p:spPr>
        <p:txBody>
          <a:bodyPr>
            <a:normAutofit/>
          </a:bodyPr>
          <a:lstStyle>
            <a:lvl1pPr>
              <a:defRPr sz="2133"/>
            </a:lvl1pPr>
            <a:lvl2pPr marL="212395" indent="-212395">
              <a:defRPr sz="2133"/>
            </a:lvl2pPr>
            <a:lvl3pPr marL="572386" indent="-212395">
              <a:defRPr sz="2133"/>
            </a:lvl3pPr>
            <a:lvl4pPr marL="932377" indent="-212395">
              <a:defRPr sz="2133"/>
            </a:lvl4pPr>
            <a:lvl5pPr marL="1292368" indent="-212395">
              <a:defRPr sz="213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5512AD5A-2C28-1D42-B971-4292A709C8F6}" type="slidenum">
              <a:rPr lang="en-US" smtClean="0"/>
              <a:t>‹#›</a:t>
            </a:fld>
            <a:endParaRPr lang="en-US"/>
          </a:p>
        </p:txBody>
      </p:sp>
      <p:sp>
        <p:nvSpPr>
          <p:cNvPr id="12" name="Picture Placeholder 11">
            <a:extLst>
              <a:ext uri="{FF2B5EF4-FFF2-40B4-BE49-F238E27FC236}">
                <a16:creationId xmlns:a16="http://schemas.microsoft.com/office/drawing/2014/main" id="{20C87A7F-1995-784B-8073-50A91DE6CFEF}"/>
              </a:ext>
            </a:extLst>
          </p:cNvPr>
          <p:cNvSpPr>
            <a:spLocks noGrp="1"/>
          </p:cNvSpPr>
          <p:nvPr>
            <p:ph type="pic" sz="quarter" idx="13"/>
          </p:nvPr>
        </p:nvSpPr>
        <p:spPr>
          <a:xfrm>
            <a:off x="6172200" y="1529211"/>
            <a:ext cx="5483352" cy="4049848"/>
          </a:xfrm>
        </p:spPr>
        <p:txBody>
          <a:bodyPr/>
          <a:lstStyle/>
          <a:p>
            <a:r>
              <a:rPr lang="en-US"/>
              <a:t>Click icon to add picture</a:t>
            </a:r>
            <a:endParaRPr lang="en-US" dirty="0"/>
          </a:p>
        </p:txBody>
      </p:sp>
      <p:pic>
        <p:nvPicPr>
          <p:cNvPr id="6" name="Picture 5">
            <a:extLst>
              <a:ext uri="{FF2B5EF4-FFF2-40B4-BE49-F238E27FC236}">
                <a16:creationId xmlns:a16="http://schemas.microsoft.com/office/drawing/2014/main" id="{DFE18A22-5D96-5A4E-B2D4-A01ECF8CC69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1934597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2C11CBED-4DDC-AC4E-9915-6DA92D84706F}"/>
              </a:ext>
            </a:extLst>
          </p:cNvPr>
          <p:cNvSpPr>
            <a:spLocks noGrp="1"/>
          </p:cNvSpPr>
          <p:nvPr>
            <p:ph sz="half" idx="14"/>
          </p:nvPr>
        </p:nvSpPr>
        <p:spPr>
          <a:xfrm>
            <a:off x="6181607" y="1461477"/>
            <a:ext cx="5464191" cy="4351339"/>
          </a:xfrm>
        </p:spPr>
        <p:txBody>
          <a:bodyPr>
            <a:normAutofit/>
          </a:bodyPr>
          <a:lstStyle>
            <a:lvl1pPr>
              <a:defRPr sz="2133"/>
            </a:lvl1pPr>
            <a:lvl2pPr marL="212395" indent="-212395">
              <a:defRPr sz="2133"/>
            </a:lvl2pPr>
            <a:lvl3pPr marL="572386" indent="-212395">
              <a:defRPr sz="2133"/>
            </a:lvl3pPr>
            <a:lvl4pPr marL="932377" indent="-212395">
              <a:defRPr sz="2133"/>
            </a:lvl4pPr>
            <a:lvl5pPr marL="1292368" indent="-212395">
              <a:defRPr sz="213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418797" y="318599"/>
            <a:ext cx="10631609" cy="853711"/>
          </a:xfrm>
        </p:spPr>
        <p:txBody>
          <a:bodyPr/>
          <a:lstStyle/>
          <a:p>
            <a:r>
              <a:rPr lang="en-US" dirty="0"/>
              <a:t>CLICK TO EDIT MASTER TITLE STYLE</a:t>
            </a:r>
          </a:p>
        </p:txBody>
      </p:sp>
      <p:sp>
        <p:nvSpPr>
          <p:cNvPr id="3" name="Content Placeholder 2"/>
          <p:cNvSpPr>
            <a:spLocks noGrp="1"/>
          </p:cNvSpPr>
          <p:nvPr>
            <p:ph sz="half" idx="1"/>
          </p:nvPr>
        </p:nvSpPr>
        <p:spPr>
          <a:xfrm>
            <a:off x="418795" y="1461477"/>
            <a:ext cx="5464191" cy="4351339"/>
          </a:xfrm>
        </p:spPr>
        <p:txBody>
          <a:bodyPr>
            <a:normAutofit/>
          </a:bodyPr>
          <a:lstStyle>
            <a:lvl1pPr>
              <a:defRPr sz="2133"/>
            </a:lvl1pPr>
            <a:lvl2pPr marL="212395" indent="-212395">
              <a:defRPr sz="2133"/>
            </a:lvl2pPr>
            <a:lvl3pPr marL="572386" indent="-212395">
              <a:defRPr sz="2133"/>
            </a:lvl3pPr>
            <a:lvl4pPr marL="932377" indent="-212395">
              <a:defRPr sz="2133"/>
            </a:lvl4pPr>
            <a:lvl5pPr marL="1292368" indent="-212395">
              <a:defRPr sz="213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5512AD5A-2C28-1D42-B971-4292A709C8F6}" type="slidenum">
              <a:rPr lang="en-US" smtClean="0"/>
              <a:t>‹#›</a:t>
            </a:fld>
            <a:endParaRPr lang="en-US"/>
          </a:p>
        </p:txBody>
      </p:sp>
      <p:pic>
        <p:nvPicPr>
          <p:cNvPr id="6" name="Picture 5">
            <a:extLst>
              <a:ext uri="{FF2B5EF4-FFF2-40B4-BE49-F238E27FC236}">
                <a16:creationId xmlns:a16="http://schemas.microsoft.com/office/drawing/2014/main" id="{3C5CDF85-500C-814D-97E7-96113331AE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3410908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8796" y="318599"/>
            <a:ext cx="10741573" cy="848323"/>
          </a:xfrm>
        </p:spPr>
        <p:txBody>
          <a:bodyPr/>
          <a:lstStyle/>
          <a:p>
            <a:r>
              <a:rPr lang="en-US" dirty="0"/>
              <a:t>CLICK TO EDIT MASTER TITLE STYLE</a:t>
            </a:r>
          </a:p>
        </p:txBody>
      </p:sp>
      <p:sp>
        <p:nvSpPr>
          <p:cNvPr id="3" name="Text Placeholder 2"/>
          <p:cNvSpPr>
            <a:spLocks noGrp="1"/>
          </p:cNvSpPr>
          <p:nvPr>
            <p:ph type="body" idx="1"/>
          </p:nvPr>
        </p:nvSpPr>
        <p:spPr>
          <a:xfrm>
            <a:off x="839789" y="1417692"/>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839789" y="2241605"/>
            <a:ext cx="5157787" cy="355203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417692"/>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241605"/>
            <a:ext cx="5183188" cy="355203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fld id="{5512AD5A-2C28-1D42-B971-4292A709C8F6}" type="slidenum">
              <a:rPr lang="en-US" smtClean="0"/>
              <a:t>‹#›</a:t>
            </a:fld>
            <a:endParaRPr lang="en-US"/>
          </a:p>
        </p:txBody>
      </p:sp>
      <p:pic>
        <p:nvPicPr>
          <p:cNvPr id="8" name="Picture 7">
            <a:extLst>
              <a:ext uri="{FF2B5EF4-FFF2-40B4-BE49-F238E27FC236}">
                <a16:creationId xmlns:a16="http://schemas.microsoft.com/office/drawing/2014/main" id="{64C256D3-786A-F34B-B4FC-84397D4BB52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3114152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rt, diagram &amp; tab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5" name="Slide Number Placeholder 4"/>
          <p:cNvSpPr>
            <a:spLocks noGrp="1"/>
          </p:cNvSpPr>
          <p:nvPr>
            <p:ph type="sldNum" sz="quarter" idx="12"/>
          </p:nvPr>
        </p:nvSpPr>
        <p:spPr/>
        <p:txBody>
          <a:bodyPr/>
          <a:lstStyle/>
          <a:p>
            <a:fld id="{5512AD5A-2C28-1D42-B971-4292A709C8F6}" type="slidenum">
              <a:rPr lang="en-US" smtClean="0"/>
              <a:t>‹#›</a:t>
            </a:fld>
            <a:endParaRPr lang="en-US"/>
          </a:p>
        </p:txBody>
      </p:sp>
      <p:sp>
        <p:nvSpPr>
          <p:cNvPr id="9" name="Content Placeholder 2">
            <a:extLst>
              <a:ext uri="{FF2B5EF4-FFF2-40B4-BE49-F238E27FC236}">
                <a16:creationId xmlns:a16="http://schemas.microsoft.com/office/drawing/2014/main" id="{E7292226-EC88-AC48-BEC5-3D29C7647384}"/>
              </a:ext>
            </a:extLst>
          </p:cNvPr>
          <p:cNvSpPr>
            <a:spLocks noGrp="1"/>
          </p:cNvSpPr>
          <p:nvPr>
            <p:ph idx="13"/>
          </p:nvPr>
        </p:nvSpPr>
        <p:spPr>
          <a:xfrm>
            <a:off x="418797" y="1287305"/>
            <a:ext cx="8915399" cy="4244379"/>
          </a:xfrm>
        </p:spPr>
        <p:txBody>
          <a:bodyPr/>
          <a:lstStyle>
            <a:lvl2pPr>
              <a:buClr>
                <a:schemeClr val="tx1"/>
              </a:buClr>
              <a:defRPr/>
            </a:lvl2pPr>
            <a:lvl3pPr>
              <a:buClr>
                <a:schemeClr val="tx1"/>
              </a:buClr>
              <a:defRPr/>
            </a:lvl3pPr>
            <a:lvl4pPr>
              <a:buClr>
                <a:schemeClr val="tx1"/>
              </a:buClr>
              <a:defRPr/>
            </a:lvl4pPr>
            <a:lvl5pPr>
              <a:buClr>
                <a:schemeClr val="tx1"/>
              </a:buClr>
              <a:defRPr/>
            </a:lvl5pPr>
          </a:lstStyle>
          <a:p>
            <a:pPr lvl="0"/>
            <a:r>
              <a:rPr lang="en-US" dirty="0"/>
              <a:t>Edit Master text styles</a:t>
            </a:r>
          </a:p>
        </p:txBody>
      </p:sp>
      <p:pic>
        <p:nvPicPr>
          <p:cNvPr id="6" name="Picture 5">
            <a:extLst>
              <a:ext uri="{FF2B5EF4-FFF2-40B4-BE49-F238E27FC236}">
                <a16:creationId xmlns:a16="http://schemas.microsoft.com/office/drawing/2014/main" id="{44DD49F7-C6D9-A34F-B131-DE02700EA58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3839276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512AD5A-2C28-1D42-B971-4292A709C8F6}" type="slidenum">
              <a:rPr lang="en-US" smtClean="0"/>
              <a:t>‹#›</a:t>
            </a:fld>
            <a:endParaRPr lang="en-US"/>
          </a:p>
        </p:txBody>
      </p:sp>
      <p:pic>
        <p:nvPicPr>
          <p:cNvPr id="3" name="Picture 2">
            <a:extLst>
              <a:ext uri="{FF2B5EF4-FFF2-40B4-BE49-F238E27FC236}">
                <a16:creationId xmlns:a16="http://schemas.microsoft.com/office/drawing/2014/main" id="{C56A0B0D-2603-7B43-91B8-9D4E7786BB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spTree>
    <p:extLst>
      <p:ext uri="{BB962C8B-B14F-4D97-AF65-F5344CB8AC3E}">
        <p14:creationId xmlns:p14="http://schemas.microsoft.com/office/powerpoint/2010/main" val="1963747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EA4A316-804B-834D-8A7F-71DA51162977}"/>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dirty="0">
              <a:solidFill>
                <a:schemeClr val="bg1"/>
              </a:solidFill>
            </a:endParaRPr>
          </a:p>
        </p:txBody>
      </p:sp>
      <p:pic>
        <p:nvPicPr>
          <p:cNvPr id="14" name="Picture 13">
            <a:extLst>
              <a:ext uri="{FF2B5EF4-FFF2-40B4-BE49-F238E27FC236}">
                <a16:creationId xmlns:a16="http://schemas.microsoft.com/office/drawing/2014/main" id="{6346A3ED-CE62-DF4D-B8AC-2CE10710E4B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912608" y="0"/>
            <a:ext cx="4279392" cy="6858000"/>
          </a:xfrm>
          <a:prstGeom prst="rect">
            <a:avLst/>
          </a:prstGeom>
        </p:spPr>
      </p:pic>
      <p:sp>
        <p:nvSpPr>
          <p:cNvPr id="2" name="Title 1"/>
          <p:cNvSpPr>
            <a:spLocks noGrp="1"/>
          </p:cNvSpPr>
          <p:nvPr>
            <p:ph type="ctrTitle" hasCustomPrompt="1"/>
          </p:nvPr>
        </p:nvSpPr>
        <p:spPr>
          <a:xfrm>
            <a:off x="447616" y="868993"/>
            <a:ext cx="7464992" cy="1541463"/>
          </a:xfrm>
        </p:spPr>
        <p:txBody>
          <a:bodyPr anchor="b">
            <a:normAutofit/>
          </a:bodyPr>
          <a:lstStyle>
            <a:lvl1pPr algn="l">
              <a:defRPr sz="3200">
                <a:solidFill>
                  <a:schemeClr val="tx2"/>
                </a:solidFill>
              </a:defRPr>
            </a:lvl1pPr>
          </a:lstStyle>
          <a:p>
            <a:r>
              <a:rPr lang="en-US" dirty="0"/>
              <a:t>CLICK TO EDIT MASTER TITLE STYLE</a:t>
            </a:r>
          </a:p>
        </p:txBody>
      </p:sp>
      <p:sp>
        <p:nvSpPr>
          <p:cNvPr id="3" name="Subtitle 2"/>
          <p:cNvSpPr>
            <a:spLocks noGrp="1"/>
          </p:cNvSpPr>
          <p:nvPr>
            <p:ph type="subTitle" idx="1"/>
          </p:nvPr>
        </p:nvSpPr>
        <p:spPr>
          <a:xfrm>
            <a:off x="447616" y="2589733"/>
            <a:ext cx="7464992" cy="1477963"/>
          </a:xfrm>
        </p:spPr>
        <p:txBody>
          <a:bodyPr>
            <a:normAutofit/>
          </a:bodyPr>
          <a:lstStyle>
            <a:lvl1pPr marL="0" indent="0" algn="l">
              <a:lnSpc>
                <a:spcPct val="100000"/>
              </a:lnSpc>
              <a:spcBef>
                <a:spcPts val="0"/>
              </a:spcBef>
              <a:buNone/>
              <a:defRPr sz="14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5512AD5A-2C28-1D42-B971-4292A709C8F6}" type="slidenum">
              <a:rPr lang="en-US" smtClean="0"/>
              <a:pPr/>
              <a:t>‹#›</a:t>
            </a:fld>
            <a:endParaRPr lang="en-US" dirty="0"/>
          </a:p>
        </p:txBody>
      </p:sp>
      <p:sp>
        <p:nvSpPr>
          <p:cNvPr id="26" name="Footer Placeholder 3">
            <a:extLst>
              <a:ext uri="{FF2B5EF4-FFF2-40B4-BE49-F238E27FC236}">
                <a16:creationId xmlns:a16="http://schemas.microsoft.com/office/drawing/2014/main" id="{D225F92D-823C-974F-8DC5-86221D18E5AF}"/>
              </a:ext>
            </a:extLst>
          </p:cNvPr>
          <p:cNvSpPr txBox="1">
            <a:spLocks/>
          </p:cNvSpPr>
          <p:nvPr userDrawn="1"/>
        </p:nvSpPr>
        <p:spPr>
          <a:xfrm>
            <a:off x="461793" y="4936687"/>
            <a:ext cx="3375795" cy="907491"/>
          </a:xfrm>
          <a:prstGeom prst="rect">
            <a:avLst/>
          </a:prstGeom>
        </p:spPr>
        <p:txBody>
          <a:bodyPr vert="horz" lIns="91440" tIns="45720" rIns="91440" bIns="45720" rtlCol="0" anchor="t"/>
          <a:lstStyle>
            <a:defPPr>
              <a:defRPr lang="en-US"/>
            </a:defPPr>
            <a:lvl1pPr marL="0" algn="l" defTabSz="914400" rtl="0" eaLnBrk="1" latinLnBrk="0" hangingPunct="1">
              <a:defRPr sz="11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pPr>
            <a:r>
              <a:rPr lang="en-GB" sz="1100" b="1" dirty="0">
                <a:solidFill>
                  <a:schemeClr val="tx2"/>
                </a:solidFill>
              </a:rPr>
              <a:t>WHO Headquarters in Geneva</a:t>
            </a:r>
          </a:p>
          <a:p>
            <a:pPr>
              <a:spcBef>
                <a:spcPts val="400"/>
              </a:spcBef>
            </a:pPr>
            <a:r>
              <a:rPr lang="en-GB" sz="1100" dirty="0">
                <a:solidFill>
                  <a:schemeClr val="tx2"/>
                </a:solidFill>
              </a:rPr>
              <a:t>Avenue </a:t>
            </a:r>
            <a:r>
              <a:rPr lang="en-GB" sz="1100" dirty="0" err="1">
                <a:solidFill>
                  <a:schemeClr val="tx2"/>
                </a:solidFill>
              </a:rPr>
              <a:t>Appia</a:t>
            </a:r>
            <a:r>
              <a:rPr lang="en-GB" sz="1100" dirty="0">
                <a:solidFill>
                  <a:schemeClr val="tx2"/>
                </a:solidFill>
              </a:rPr>
              <a:t> 20</a:t>
            </a:r>
            <a:br>
              <a:rPr lang="en-GB" sz="1100" dirty="0">
                <a:solidFill>
                  <a:schemeClr val="tx2"/>
                </a:solidFill>
              </a:rPr>
            </a:br>
            <a:r>
              <a:rPr lang="en-GB" sz="1100" dirty="0">
                <a:solidFill>
                  <a:schemeClr val="tx2"/>
                </a:solidFill>
              </a:rPr>
              <a:t>1202 Geneva</a:t>
            </a:r>
            <a:br>
              <a:rPr lang="en-GB" sz="1100" dirty="0">
                <a:solidFill>
                  <a:schemeClr val="tx2"/>
                </a:solidFill>
              </a:rPr>
            </a:br>
            <a:r>
              <a:rPr lang="en-GB" sz="1100" dirty="0">
                <a:solidFill>
                  <a:schemeClr val="tx2"/>
                </a:solidFill>
              </a:rPr>
              <a:t>Telephone: +41-22-7912111</a:t>
            </a:r>
          </a:p>
        </p:txBody>
      </p:sp>
      <p:sp>
        <p:nvSpPr>
          <p:cNvPr id="13" name="Rectangle 12">
            <a:extLst>
              <a:ext uri="{FF2B5EF4-FFF2-40B4-BE49-F238E27FC236}">
                <a16:creationId xmlns:a16="http://schemas.microsoft.com/office/drawing/2014/main" id="{2EE8B051-8657-5544-9F7A-3EF1A45F9041}"/>
              </a:ext>
            </a:extLst>
          </p:cNvPr>
          <p:cNvSpPr/>
          <p:nvPr userDrawn="1"/>
        </p:nvSpPr>
        <p:spPr>
          <a:xfrm>
            <a:off x="9774703" y="5478030"/>
            <a:ext cx="1977984" cy="261610"/>
          </a:xfrm>
          <a:prstGeom prst="rect">
            <a:avLst/>
          </a:prstGeom>
        </p:spPr>
        <p:txBody>
          <a:bodyPr wrap="square">
            <a:spAutoFit/>
          </a:bodyPr>
          <a:lstStyle/>
          <a:p>
            <a:pPr marL="0" marR="0" indent="0" algn="r" defTabSz="914377" rtl="0" eaLnBrk="1" fontAlgn="auto" latinLnBrk="0" hangingPunct="1">
              <a:lnSpc>
                <a:spcPct val="100000"/>
              </a:lnSpc>
              <a:spcBef>
                <a:spcPts val="0"/>
              </a:spcBef>
              <a:spcAft>
                <a:spcPts val="0"/>
              </a:spcAft>
              <a:buClrTx/>
              <a:buSzTx/>
              <a:buFontTx/>
              <a:buNone/>
              <a:tabLst/>
              <a:defRPr/>
            </a:pPr>
            <a:fld id="{D9C6657E-FFAE-7C44-9B10-1BCF08975DAB}" type="datetime4">
              <a:rPr lang="en-GB" sz="1100" smtClean="0">
                <a:solidFill>
                  <a:schemeClr val="tx2"/>
                </a:solidFill>
              </a:rPr>
              <a:pPr marL="0" marR="0" indent="0" algn="r" defTabSz="914377" rtl="0" eaLnBrk="1" fontAlgn="auto" latinLnBrk="0" hangingPunct="1">
                <a:lnSpc>
                  <a:spcPct val="100000"/>
                </a:lnSpc>
                <a:spcBef>
                  <a:spcPts val="0"/>
                </a:spcBef>
                <a:spcAft>
                  <a:spcPts val="0"/>
                </a:spcAft>
                <a:buClrTx/>
                <a:buSzTx/>
                <a:buFontTx/>
                <a:buNone/>
                <a:tabLst/>
                <a:defRPr/>
              </a:pPr>
              <a:t>26 July 2025</a:t>
            </a:fld>
            <a:endParaRPr lang="en-GB" sz="1100" dirty="0">
              <a:solidFill>
                <a:schemeClr val="tx2"/>
              </a:solidFill>
            </a:endParaRPr>
          </a:p>
        </p:txBody>
      </p:sp>
      <p:pic>
        <p:nvPicPr>
          <p:cNvPr id="10" name="Picture 9">
            <a:extLst>
              <a:ext uri="{FF2B5EF4-FFF2-40B4-BE49-F238E27FC236}">
                <a16:creationId xmlns:a16="http://schemas.microsoft.com/office/drawing/2014/main" id="{CB9BE911-6A19-4A4B-88C7-3082D340550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6086" y="6086262"/>
            <a:ext cx="1775764" cy="541185"/>
          </a:xfrm>
          <a:prstGeom prst="rect">
            <a:avLst/>
          </a:prstGeom>
        </p:spPr>
      </p:pic>
      <p:cxnSp>
        <p:nvCxnSpPr>
          <p:cNvPr id="11" name="Straight Connector 10">
            <a:extLst>
              <a:ext uri="{FF2B5EF4-FFF2-40B4-BE49-F238E27FC236}">
                <a16:creationId xmlns:a16="http://schemas.microsoft.com/office/drawing/2014/main" id="{74542140-969D-0E43-96C6-4B1AE3C2108A}"/>
              </a:ext>
            </a:extLst>
          </p:cNvPr>
          <p:cNvCxnSpPr>
            <a:cxnSpLocks/>
          </p:cNvCxnSpPr>
          <p:nvPr userDrawn="1"/>
        </p:nvCxnSpPr>
        <p:spPr>
          <a:xfrm>
            <a:off x="526086" y="5949696"/>
            <a:ext cx="11119713"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45B63413-657F-E34B-AEFA-731219DEDFE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564697" y="6086264"/>
            <a:ext cx="2081103" cy="541185"/>
          </a:xfrm>
          <a:prstGeom prst="rect">
            <a:avLst/>
          </a:prstGeom>
        </p:spPr>
      </p:pic>
    </p:spTree>
    <p:extLst>
      <p:ext uri="{BB962C8B-B14F-4D97-AF65-F5344CB8AC3E}">
        <p14:creationId xmlns:p14="http://schemas.microsoft.com/office/powerpoint/2010/main" val="281353539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 Id="rId1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7323CE5-7BFA-1445-8D5F-4DE18EE32FFC}"/>
              </a:ext>
            </a:extLst>
          </p:cNvPr>
          <p:cNvPicPr>
            <a:picLocks noChangeAspect="1"/>
          </p:cNvPicPr>
          <p:nvPr userDrawn="1"/>
        </p:nvPicPr>
        <p:blipFill rotWithShape="1">
          <a:blip r:embed="rId12" cstate="email">
            <a:extLst>
              <a:ext uri="{28A0092B-C50C-407E-A947-70E740481C1C}">
                <a14:useLocalDpi xmlns:a14="http://schemas.microsoft.com/office/drawing/2010/main"/>
              </a:ext>
            </a:extLst>
          </a:blip>
          <a:srcRect/>
          <a:stretch/>
        </p:blipFill>
        <p:spPr>
          <a:xfrm>
            <a:off x="9117933" y="0"/>
            <a:ext cx="3074068" cy="6858000"/>
          </a:xfrm>
          <a:prstGeom prst="rect">
            <a:avLst/>
          </a:prstGeom>
        </p:spPr>
      </p:pic>
      <p:sp>
        <p:nvSpPr>
          <p:cNvPr id="6" name="Slide Number Placeholder 5"/>
          <p:cNvSpPr>
            <a:spLocks noGrp="1"/>
          </p:cNvSpPr>
          <p:nvPr>
            <p:ph type="sldNum" sz="quarter" idx="4"/>
          </p:nvPr>
        </p:nvSpPr>
        <p:spPr>
          <a:xfrm>
            <a:off x="11160371" y="318599"/>
            <a:ext cx="620671" cy="322263"/>
          </a:xfrm>
          <a:prstGeom prst="rect">
            <a:avLst/>
          </a:prstGeom>
        </p:spPr>
        <p:txBody>
          <a:bodyPr vert="horz" lIns="91440" tIns="45720" rIns="91440" bIns="45720" rtlCol="0" anchor="t"/>
          <a:lstStyle>
            <a:lvl1pPr algn="r">
              <a:defRPr sz="1333" b="1">
                <a:solidFill>
                  <a:schemeClr val="bg2"/>
                </a:solidFill>
              </a:defRPr>
            </a:lvl1pPr>
          </a:lstStyle>
          <a:p>
            <a:fld id="{5512AD5A-2C28-1D42-B971-4292A709C8F6}" type="slidenum">
              <a:rPr lang="en-US" smtClean="0"/>
              <a:pPr/>
              <a:t>‹#›</a:t>
            </a:fld>
            <a:endParaRPr lang="en-US" dirty="0"/>
          </a:p>
        </p:txBody>
      </p:sp>
      <p:sp>
        <p:nvSpPr>
          <p:cNvPr id="3" name="Text Placeholder 2"/>
          <p:cNvSpPr>
            <a:spLocks noGrp="1"/>
          </p:cNvSpPr>
          <p:nvPr>
            <p:ph type="body" idx="1"/>
          </p:nvPr>
        </p:nvSpPr>
        <p:spPr>
          <a:xfrm>
            <a:off x="418796" y="1461480"/>
            <a:ext cx="10963656" cy="4320000"/>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p:cNvSpPr>
            <a:spLocks noGrp="1"/>
          </p:cNvSpPr>
          <p:nvPr>
            <p:ph type="title"/>
          </p:nvPr>
        </p:nvSpPr>
        <p:spPr>
          <a:xfrm>
            <a:off x="418797" y="318599"/>
            <a:ext cx="10631609" cy="853711"/>
          </a:xfrm>
          <a:prstGeom prst="rect">
            <a:avLst/>
          </a:prstGeom>
        </p:spPr>
        <p:txBody>
          <a:bodyPr vert="horz" lIns="91440" tIns="45720" rIns="91440" bIns="45720" rtlCol="0" anchor="t">
            <a:noAutofit/>
          </a:bodyPr>
          <a:lstStyle/>
          <a:p>
            <a:r>
              <a:rPr lang="en-US" dirty="0"/>
              <a:t>CLICK TO EDIT MASTER TITLE STYLE</a:t>
            </a:r>
          </a:p>
        </p:txBody>
      </p:sp>
      <p:pic>
        <p:nvPicPr>
          <p:cNvPr id="14" name="Picture 13">
            <a:extLst>
              <a:ext uri="{FF2B5EF4-FFF2-40B4-BE49-F238E27FC236}">
                <a16:creationId xmlns:a16="http://schemas.microsoft.com/office/drawing/2014/main" id="{0B2BF509-AC09-6B48-A201-30EE7B40EACA}"/>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9564697" y="6086264"/>
            <a:ext cx="2081103" cy="541185"/>
          </a:xfrm>
          <a:prstGeom prst="rect">
            <a:avLst/>
          </a:prstGeom>
        </p:spPr>
      </p:pic>
      <p:cxnSp>
        <p:nvCxnSpPr>
          <p:cNvPr id="5" name="Straight Connector 4">
            <a:extLst>
              <a:ext uri="{FF2B5EF4-FFF2-40B4-BE49-F238E27FC236}">
                <a16:creationId xmlns:a16="http://schemas.microsoft.com/office/drawing/2014/main" id="{E1BC9B48-009B-C84C-89A4-C10FC17850FB}"/>
              </a:ext>
            </a:extLst>
          </p:cNvPr>
          <p:cNvCxnSpPr>
            <a:cxnSpLocks/>
          </p:cNvCxnSpPr>
          <p:nvPr userDrawn="1"/>
        </p:nvCxnSpPr>
        <p:spPr>
          <a:xfrm>
            <a:off x="526086" y="5949696"/>
            <a:ext cx="11119713"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66197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lvl1pPr marL="0" indent="0" algn="l" defTabSz="914377" rtl="0" eaLnBrk="1" latinLnBrk="0" hangingPunct="1">
        <a:lnSpc>
          <a:spcPct val="90000"/>
        </a:lnSpc>
        <a:spcBef>
          <a:spcPct val="0"/>
        </a:spcBef>
        <a:buFont typeface="+mj-lt"/>
        <a:buNone/>
        <a:defRPr sz="2800" b="1" kern="1200">
          <a:solidFill>
            <a:schemeClr val="bg2"/>
          </a:solidFill>
          <a:latin typeface="+mj-lt"/>
          <a:ea typeface="+mj-ea"/>
          <a:cs typeface="+mj-cs"/>
        </a:defRPr>
      </a:lvl1pPr>
    </p:titleStyle>
    <p:bodyStyle>
      <a:lvl1pPr marL="0" indent="0" algn="l" defTabSz="914377" rtl="0" eaLnBrk="1" latinLnBrk="0" hangingPunct="1">
        <a:lnSpc>
          <a:spcPct val="90000"/>
        </a:lnSpc>
        <a:spcBef>
          <a:spcPts val="1000"/>
        </a:spcBef>
        <a:buFont typeface="Arial" panose="020B0604020202020204" pitchFamily="34" charset="0"/>
        <a:buNone/>
        <a:defRPr sz="2133" kern="1200">
          <a:solidFill>
            <a:schemeClr val="bg2"/>
          </a:solidFill>
          <a:latin typeface="+mn-lt"/>
          <a:ea typeface="+mn-ea"/>
          <a:cs typeface="+mn-cs"/>
        </a:defRPr>
      </a:lvl1pPr>
      <a:lvl2pPr marL="284393" indent="-284393" algn="l" defTabSz="914377" rtl="0" eaLnBrk="1" latinLnBrk="0" hangingPunct="1">
        <a:lnSpc>
          <a:spcPct val="90000"/>
        </a:lnSpc>
        <a:spcBef>
          <a:spcPts val="500"/>
        </a:spcBef>
        <a:buClr>
          <a:schemeClr val="accent2"/>
        </a:buClr>
        <a:buFont typeface="Arial" charset="0"/>
        <a:buChar char="•"/>
        <a:defRPr sz="2133" kern="1200">
          <a:solidFill>
            <a:schemeClr val="bg2"/>
          </a:solidFill>
          <a:latin typeface="+mn-lt"/>
          <a:ea typeface="+mn-ea"/>
          <a:cs typeface="+mn-cs"/>
        </a:defRPr>
      </a:lvl2pPr>
      <a:lvl3pPr marL="644384" indent="-284393" algn="l" defTabSz="914377" rtl="0" eaLnBrk="1" latinLnBrk="0" hangingPunct="1">
        <a:lnSpc>
          <a:spcPct val="90000"/>
        </a:lnSpc>
        <a:spcBef>
          <a:spcPts val="500"/>
        </a:spcBef>
        <a:buClr>
          <a:schemeClr val="accent2"/>
        </a:buClr>
        <a:buFont typeface="Arial" charset="0"/>
        <a:buChar char="•"/>
        <a:defRPr sz="2133" kern="1200">
          <a:solidFill>
            <a:schemeClr val="bg2"/>
          </a:solidFill>
          <a:latin typeface="+mn-lt"/>
          <a:ea typeface="+mn-ea"/>
          <a:cs typeface="+mn-cs"/>
        </a:defRPr>
      </a:lvl3pPr>
      <a:lvl4pPr marL="1004375" indent="-284393" algn="l" defTabSz="914377" rtl="0" eaLnBrk="1" latinLnBrk="0" hangingPunct="1">
        <a:lnSpc>
          <a:spcPct val="90000"/>
        </a:lnSpc>
        <a:spcBef>
          <a:spcPts val="500"/>
        </a:spcBef>
        <a:buClr>
          <a:schemeClr val="accent2"/>
        </a:buClr>
        <a:buFont typeface="Arial" charset="0"/>
        <a:buChar char="•"/>
        <a:defRPr sz="2133" kern="1200">
          <a:solidFill>
            <a:schemeClr val="bg2"/>
          </a:solidFill>
          <a:latin typeface="+mn-lt"/>
          <a:ea typeface="+mn-ea"/>
          <a:cs typeface="+mn-cs"/>
        </a:defRPr>
      </a:lvl4pPr>
      <a:lvl5pPr marL="1364366" indent="-284393" algn="l" defTabSz="914377" rtl="0" eaLnBrk="1" latinLnBrk="0" hangingPunct="1">
        <a:lnSpc>
          <a:spcPct val="90000"/>
        </a:lnSpc>
        <a:spcBef>
          <a:spcPts val="500"/>
        </a:spcBef>
        <a:buClr>
          <a:schemeClr val="accent2"/>
        </a:buClr>
        <a:buFont typeface="Arial" charset="0"/>
        <a:buChar char="•"/>
        <a:defRPr sz="2133" kern="1200">
          <a:solidFill>
            <a:schemeClr val="bg2"/>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4C93051-85B3-84E8-2313-EF7173922246}"/>
              </a:ext>
            </a:extLst>
          </p:cNvPr>
          <p:cNvSpPr>
            <a:spLocks noGrp="1"/>
          </p:cNvSpPr>
          <p:nvPr>
            <p:ph type="sldNum" sz="quarter" idx="12"/>
          </p:nvPr>
        </p:nvSpPr>
        <p:spPr/>
        <p:txBody>
          <a:bodyPr/>
          <a:lstStyle/>
          <a:p>
            <a:pPr defTabSz="1219170"/>
            <a:fld id="{FDBAF7BE-D3B1-4E36-BDA2-F3C168A93CEF}" type="slidenum">
              <a:rPr lang="en-GB">
                <a:solidFill>
                  <a:srgbClr val="1B4379"/>
                </a:solidFill>
                <a:latin typeface="Helvetica"/>
              </a:rPr>
              <a:pPr defTabSz="1219170"/>
              <a:t>1</a:t>
            </a:fld>
            <a:endParaRPr lang="en-GB" dirty="0">
              <a:solidFill>
                <a:srgbClr val="1B4379"/>
              </a:solidFill>
              <a:latin typeface="Helvetica"/>
            </a:endParaRPr>
          </a:p>
        </p:txBody>
      </p:sp>
      <p:sp>
        <p:nvSpPr>
          <p:cNvPr id="5" name="Title 4">
            <a:extLst>
              <a:ext uri="{FF2B5EF4-FFF2-40B4-BE49-F238E27FC236}">
                <a16:creationId xmlns:a16="http://schemas.microsoft.com/office/drawing/2014/main" id="{22128BBB-380B-10D1-BC6E-D428E6DBF034}"/>
              </a:ext>
            </a:extLst>
          </p:cNvPr>
          <p:cNvSpPr>
            <a:spLocks noGrp="1"/>
          </p:cNvSpPr>
          <p:nvPr>
            <p:ph type="ctrTitle"/>
          </p:nvPr>
        </p:nvSpPr>
        <p:spPr>
          <a:xfrm>
            <a:off x="90792" y="5003079"/>
            <a:ext cx="9465335" cy="1546133"/>
          </a:xfrm>
        </p:spPr>
        <p:txBody>
          <a:bodyPr/>
          <a:lstStyle/>
          <a:p>
            <a:pPr algn="l"/>
            <a:r>
              <a:rPr lang="en-US" sz="3600" dirty="0"/>
              <a:t>Meeting summary</a:t>
            </a:r>
            <a:br>
              <a:rPr lang="en-US" sz="3600" dirty="0"/>
            </a:br>
            <a:br>
              <a:rPr lang="en-US" sz="2800" dirty="0"/>
            </a:br>
            <a:br>
              <a:rPr lang="en-US" sz="2800" dirty="0"/>
            </a:br>
            <a:r>
              <a:rPr lang="en-US" sz="2800" dirty="0"/>
              <a:t>Philip Krause, MD</a:t>
            </a:r>
            <a:br>
              <a:rPr lang="en-US" sz="2800" dirty="0"/>
            </a:br>
            <a:r>
              <a:rPr lang="en-US" sz="2800" dirty="0"/>
              <a:t>Advisor to WHO</a:t>
            </a:r>
            <a:br>
              <a:rPr lang="en-US" sz="2800" dirty="0"/>
            </a:br>
            <a:br>
              <a:rPr lang="en-US" sz="2800" dirty="0"/>
            </a:br>
            <a:br>
              <a:rPr lang="en-US" sz="1800" b="0" i="0" u="none" strike="noStrike" baseline="0" dirty="0">
                <a:solidFill>
                  <a:schemeClr val="tx1"/>
                </a:solidFill>
                <a:latin typeface="Century Gothic" panose="020B0502020202020204" pitchFamily="34" charset="0"/>
              </a:rPr>
            </a:br>
            <a:r>
              <a:rPr lang="en-US" sz="1800" b="1" i="0" u="none" strike="noStrike" baseline="0" dirty="0">
                <a:solidFill>
                  <a:schemeClr val="tx1"/>
                </a:solidFill>
                <a:latin typeface="Century Gothic" panose="020B0502020202020204" pitchFamily="34" charset="0"/>
              </a:rPr>
              <a:t>A scientific framework for epidemic and pandemic research preparedness </a:t>
            </a:r>
            <a:br>
              <a:rPr lang="en-US" sz="1800" b="0" i="0" u="none" strike="noStrike" baseline="0" dirty="0">
                <a:solidFill>
                  <a:schemeClr val="tx1"/>
                </a:solidFill>
                <a:latin typeface="Century Gothic" panose="020B0502020202020204" pitchFamily="34" charset="0"/>
              </a:rPr>
            </a:br>
            <a:r>
              <a:rPr lang="en-US" sz="1800" b="0" i="0" u="none" strike="noStrike" baseline="0" dirty="0">
                <a:solidFill>
                  <a:schemeClr val="tx1"/>
                </a:solidFill>
                <a:latin typeface="Century Gothic" panose="020B0502020202020204" pitchFamily="34" charset="0"/>
              </a:rPr>
              <a:t>Scientific opportunities to achieve fast and equitable access to high-quality </a:t>
            </a:r>
            <a:br>
              <a:rPr lang="en-US" sz="1800" b="0" i="0" u="none" strike="noStrike" baseline="0" dirty="0">
                <a:solidFill>
                  <a:schemeClr val="tx1"/>
                </a:solidFill>
                <a:latin typeface="Century Gothic" panose="020B0502020202020204" pitchFamily="34" charset="0"/>
              </a:rPr>
            </a:br>
            <a:r>
              <a:rPr lang="en-US" sz="1800" b="0" i="0" u="none" strike="noStrike" baseline="0" dirty="0">
                <a:solidFill>
                  <a:schemeClr val="tx1"/>
                </a:solidFill>
                <a:latin typeface="Century Gothic" panose="020B0502020202020204" pitchFamily="34" charset="0"/>
              </a:rPr>
              <a:t>and trusted vaccines for future pandemics. </a:t>
            </a:r>
            <a:br>
              <a:rPr lang="en-US" sz="2800" dirty="0"/>
            </a:br>
            <a:r>
              <a:rPr lang="en-US" sz="2800" dirty="0"/>
              <a:t>9 Jan 2024</a:t>
            </a:r>
            <a:br>
              <a:rPr lang="en-US" sz="2800" dirty="0"/>
            </a:br>
            <a:endParaRPr lang="en-US" sz="2000" b="0" dirty="0">
              <a:solidFill>
                <a:srgbClr val="FFFF00"/>
              </a:solidFill>
            </a:endParaRPr>
          </a:p>
        </p:txBody>
      </p:sp>
    </p:spTree>
    <p:extLst>
      <p:ext uri="{BB962C8B-B14F-4D97-AF65-F5344CB8AC3E}">
        <p14:creationId xmlns:p14="http://schemas.microsoft.com/office/powerpoint/2010/main" val="3392185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p:txBody>
          <a:bodyPr/>
          <a:lstStyle/>
          <a:p>
            <a:r>
              <a:t>This inaugural consultation on epidemic and pandemic research preparedness emphasizes a pathogen family approach, focusing on prototype pathogens to generate generalizable knowledge for optimal response. Future sessions will address priority pathogens and evidence generation, highlighting that successful preparedness requires detailed knowledge, broad planning, and global collaboration centered on quality, equity, trust, speed, and cost.</a:t>
            </a:r>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2</a:t>
            </a:fld>
            <a:endParaRPr lang="en-US" dirty="0"/>
          </a:p>
        </p:txBody>
      </p:sp>
    </p:spTree>
    <p:extLst>
      <p:ext uri="{BB962C8B-B14F-4D97-AF65-F5344CB8AC3E}">
        <p14:creationId xmlns:p14="http://schemas.microsoft.com/office/powerpoint/2010/main" val="3948659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(pathogen discovery &amp; threat detection)</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942671"/>
            <a:ext cx="10963659" cy="5077922"/>
          </a:xfrm>
        </p:spPr>
        <p:txBody>
          <a:bodyPr/>
          <a:lstStyle/>
          <a:p>
            <a:r>
              <a:t>Advances in pathogen capture-based sequencing enable rapid threat detection, supporting 'smart surveillance' focused on zoonotic spillover risks across wildlife, human communities, and clinics. Expanding non-specific global surveillance requires long-term investment, community engagement, and the coordination of human and animal research, particularly at their interface, alongside innovations in high-throughput serology and monoclonal antibody research.</a:t>
            </a:r>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3</a:t>
            </a:fld>
            <a:endParaRPr lang="en-US" dirty="0"/>
          </a:p>
        </p:txBody>
      </p:sp>
    </p:spTree>
    <p:extLst>
      <p:ext uri="{BB962C8B-B14F-4D97-AF65-F5344CB8AC3E}">
        <p14:creationId xmlns:p14="http://schemas.microsoft.com/office/powerpoint/2010/main" val="1442975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(basic research, immunology)</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1007272"/>
            <a:ext cx="10963659" cy="5532129"/>
          </a:xfrm>
        </p:spPr>
        <p:txBody>
          <a:bodyPr/>
          <a:lstStyle/>
          <a:p>
            <a:r>
              <a:t>Basic research in immunology is advancing structure-based vaccine design through technologies like Cryo-EM, EMPEM, and AI/ML to optimize antigen development and understand 'functional viromics' for zoonotic potential. Additionally, studying viral tropism, receptor interactions, and host immune interference is crucial for predicting pathogenicity, while the evolution of monoclonal antibody discovery aids in stabilizing antigens and developing effective assays.</a:t>
            </a:r>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4</a:t>
            </a:fld>
            <a:endParaRPr lang="en-US" dirty="0"/>
          </a:p>
        </p:txBody>
      </p:sp>
    </p:spTree>
    <p:extLst>
      <p:ext uri="{BB962C8B-B14F-4D97-AF65-F5344CB8AC3E}">
        <p14:creationId xmlns:p14="http://schemas.microsoft.com/office/powerpoint/2010/main" val="3852944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(basic research, animal models)</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867841"/>
            <a:ext cx="10963659" cy="5532129"/>
          </a:xfrm>
        </p:spPr>
        <p:txBody>
          <a:bodyPr/>
          <a:lstStyle/>
          <a:p>
            <a:r>
              <a:t>The development and standardization of animal models, particularly humanized and pathogen-specific models, have been critical for preclinical vaccine development and understanding viral pathogenesis. Utilizing advanced tools like CRISPR/CAS-9 and establishing pre-pandemic models with humanized immune components will enhance global readiness, supported by continued reagent sharing and international collaboration through organizations like the WHO.</a:t>
            </a:r>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5</a:t>
            </a:fld>
            <a:endParaRPr lang="en-US" dirty="0"/>
          </a:p>
        </p:txBody>
      </p:sp>
    </p:spTree>
    <p:extLst>
      <p:ext uri="{BB962C8B-B14F-4D97-AF65-F5344CB8AC3E}">
        <p14:creationId xmlns:p14="http://schemas.microsoft.com/office/powerpoint/2010/main" val="1976472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(basic research, organ on chip)</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867841"/>
            <a:ext cx="10963659" cy="5532129"/>
          </a:xfrm>
        </p:spPr>
        <p:txBody>
          <a:bodyPr/>
          <a:lstStyle/>
          <a:p>
            <a:r>
              <a:t>Organ-on-chip (OoC) technologies offer precise, high-throughput microfluidic models that replicate in vivo organ dynamics, making them highly valuable for disease screening and hypothesis generation. Recent advancements are incorporating immunocompetent systems, multi-organ linkages, and single-cell analyses to create more comprehensive models for studying viral infections, human-animal interfaces, and complex immune responses.</a:t>
            </a:r>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6</a:t>
            </a:fld>
            <a:endParaRPr lang="en-US" dirty="0"/>
          </a:p>
        </p:txBody>
      </p:sp>
    </p:spTree>
    <p:extLst>
      <p:ext uri="{BB962C8B-B14F-4D97-AF65-F5344CB8AC3E}">
        <p14:creationId xmlns:p14="http://schemas.microsoft.com/office/powerpoint/2010/main" val="1759338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(basic research, assays)</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867841"/>
            <a:ext cx="10963659" cy="5532129"/>
          </a:xfrm>
        </p:spPr>
        <p:txBody>
          <a:bodyPr/>
          <a:lstStyle/>
          <a:p>
            <a:r>
              <a:t>The WHO assays working group is focused on improving the design, interpretability, and global accessibility of immune assays, proteins, and reagents. Building on the collaborative success of international serology standards during the COVID-19 response, current efforts prioritize preparedness for 'Pathogen X' by developing scalable assay platforms, standardizing protocols, and ensuring technology transfer to low- and middle-income countries.</a:t>
            </a:r>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7</a:t>
            </a:fld>
            <a:endParaRPr lang="en-US" dirty="0"/>
          </a:p>
        </p:txBody>
      </p:sp>
    </p:spTree>
    <p:extLst>
      <p:ext uri="{BB962C8B-B14F-4D97-AF65-F5344CB8AC3E}">
        <p14:creationId xmlns:p14="http://schemas.microsoft.com/office/powerpoint/2010/main" val="1640051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(basic research, next level)</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935105"/>
            <a:ext cx="11474888" cy="5811819"/>
          </a:xfrm>
        </p:spPr>
        <p:txBody>
          <a:bodyPr/>
          <a:lstStyle/>
          <a:p>
            <a:r>
              <a:t>Taking a broad, standardized approach to basic research is crucial for future pandemic readiness, prioritizing the development of cross-protective vaccines and adaptable antiviral strategies. Success depends on establishing global regulatory frameworks for data sharing, leveraging reliable AI tools, improving surveillance across diverse ecosystems, and building computational infrastructures to enable an open, globally democratized response.</a:t>
            </a:r>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8</a:t>
            </a:fld>
            <a:endParaRPr lang="en-US" dirty="0"/>
          </a:p>
        </p:txBody>
      </p:sp>
    </p:spTree>
    <p:extLst>
      <p:ext uri="{BB962C8B-B14F-4D97-AF65-F5344CB8AC3E}">
        <p14:creationId xmlns:p14="http://schemas.microsoft.com/office/powerpoint/2010/main" val="464833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DD0A-1C94-FD55-9629-43795E6F7A70}"/>
              </a:ext>
            </a:extLst>
          </p:cNvPr>
          <p:cNvSpPr>
            <a:spLocks noGrp="1"/>
          </p:cNvSpPr>
          <p:nvPr>
            <p:ph type="title"/>
          </p:nvPr>
        </p:nvSpPr>
        <p:spPr/>
        <p:txBody>
          <a:bodyPr/>
          <a:lstStyle/>
          <a:p>
            <a:r>
              <a:rPr lang="en-US" dirty="0"/>
              <a:t>Summary (WHO response)</a:t>
            </a:r>
          </a:p>
        </p:txBody>
      </p:sp>
      <p:sp>
        <p:nvSpPr>
          <p:cNvPr id="3" name="Content Placeholder 2">
            <a:extLst>
              <a:ext uri="{FF2B5EF4-FFF2-40B4-BE49-F238E27FC236}">
                <a16:creationId xmlns:a16="http://schemas.microsoft.com/office/drawing/2014/main" id="{A8B9DC3C-677D-9F99-7DA1-F4F3D8BE48EC}"/>
              </a:ext>
            </a:extLst>
          </p:cNvPr>
          <p:cNvSpPr>
            <a:spLocks noGrp="1"/>
          </p:cNvSpPr>
          <p:nvPr>
            <p:ph idx="1"/>
          </p:nvPr>
        </p:nvSpPr>
        <p:spPr>
          <a:xfrm>
            <a:off x="418797" y="727582"/>
            <a:ext cx="11474888" cy="5811819"/>
          </a:xfrm>
        </p:spPr>
        <p:txBody>
          <a:bodyPr/>
          <a:lstStyle/>
          <a:p>
            <a:r>
              <a:t>Global discussions are focusing on establishing agreements for future pandemic protection that prioritize quality, equity, and trust alongside speed and cost. The WHO is driving these efforts through a complementary pathogen family approach, strengthening collaborative surveillance intelligence, and enhancing the Countermeasures network to ensure rapid scale-up, equitable allocation, and robust supply chains for essential medical interventions.</a:t>
            </a:r>
          </a:p>
        </p:txBody>
      </p:sp>
      <p:sp>
        <p:nvSpPr>
          <p:cNvPr id="4" name="Slide Number Placeholder 3">
            <a:extLst>
              <a:ext uri="{FF2B5EF4-FFF2-40B4-BE49-F238E27FC236}">
                <a16:creationId xmlns:a16="http://schemas.microsoft.com/office/drawing/2014/main" id="{3A3C4411-9626-59BF-2CD0-F178C42769AA}"/>
              </a:ext>
            </a:extLst>
          </p:cNvPr>
          <p:cNvSpPr>
            <a:spLocks noGrp="1"/>
          </p:cNvSpPr>
          <p:nvPr>
            <p:ph type="sldNum" sz="quarter" idx="12"/>
          </p:nvPr>
        </p:nvSpPr>
        <p:spPr/>
        <p:txBody>
          <a:bodyPr/>
          <a:lstStyle/>
          <a:p>
            <a:fld id="{5512AD5A-2C28-1D42-B971-4292A709C8F6}" type="slidenum">
              <a:rPr lang="en-US" smtClean="0"/>
              <a:pPr/>
              <a:t>9</a:t>
            </a:fld>
            <a:endParaRPr lang="en-US" dirty="0"/>
          </a:p>
        </p:txBody>
      </p:sp>
    </p:spTree>
    <p:extLst>
      <p:ext uri="{BB962C8B-B14F-4D97-AF65-F5344CB8AC3E}">
        <p14:creationId xmlns:p14="http://schemas.microsoft.com/office/powerpoint/2010/main" val="3306437889"/>
      </p:ext>
    </p:extLst>
  </p:cSld>
  <p:clrMapOvr>
    <a:masterClrMapping/>
  </p:clrMapOvr>
</p:sld>
</file>

<file path=ppt/theme/theme1.xml><?xml version="1.0" encoding="utf-8"?>
<a:theme xmlns:a="http://schemas.openxmlformats.org/drawingml/2006/main" name="CSA Theme">
  <a:themeElements>
    <a:clrScheme name="WHO R&amp;D Colours">
      <a:dk1>
        <a:srgbClr val="000000"/>
      </a:dk1>
      <a:lt1>
        <a:srgbClr val="FFFFFF"/>
      </a:lt1>
      <a:dk2>
        <a:srgbClr val="1B4379"/>
      </a:dk2>
      <a:lt2>
        <a:srgbClr val="FFFFFF"/>
      </a:lt2>
      <a:accent1>
        <a:srgbClr val="1B4379"/>
      </a:accent1>
      <a:accent2>
        <a:srgbClr val="1E7FB8"/>
      </a:accent2>
      <a:accent3>
        <a:srgbClr val="399161"/>
      </a:accent3>
      <a:accent4>
        <a:srgbClr val="7BA382"/>
      </a:accent4>
      <a:accent5>
        <a:srgbClr val="D3C8B6"/>
      </a:accent5>
      <a:accent6>
        <a:srgbClr val="E9832F"/>
      </a:accent6>
      <a:hlink>
        <a:srgbClr val="0563C1"/>
      </a:hlink>
      <a:folHlink>
        <a:srgbClr val="954F72"/>
      </a:folHlink>
    </a:clrScheme>
    <a:fontScheme name="WHO R&amp;D">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sz="1200" b="1"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SA Theme" id="{AEFC4D5E-0ACC-884A-98D0-620E39709764}" vid="{DB7615A3-E894-CF42-A0C8-B08CDBE0829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1628</Words>
  <Application>Microsoft Macintosh PowerPoint</Application>
  <PresentationFormat>Widescreen</PresentationFormat>
  <Paragraphs>26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Century Gothic</vt:lpstr>
      <vt:lpstr>Helvetica</vt:lpstr>
      <vt:lpstr>Symbol</vt:lpstr>
      <vt:lpstr>CSA Theme</vt:lpstr>
      <vt:lpstr>Meeting summary   Philip Krause, MD Advisor to WHO   A scientific framework for epidemic and pandemic research preparedness  Scientific opportunities to achieve fast and equitable access to high-quality  and trusted vaccines for future pandemics.  9 Jan 2024 </vt:lpstr>
      <vt:lpstr>Summary</vt:lpstr>
      <vt:lpstr>Summary (pathogen discovery &amp; threat detection)</vt:lpstr>
      <vt:lpstr>Summary (basic research, immunology)</vt:lpstr>
      <vt:lpstr>Summary (basic research, animal models)</vt:lpstr>
      <vt:lpstr>Summary (basic research, organ on chip)</vt:lpstr>
      <vt:lpstr>Summary (basic research, assays)</vt:lpstr>
      <vt:lpstr>Summary (basic research, next level)</vt:lpstr>
      <vt:lpstr>Summary (WHO response)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Strategies to promote collaboration and  universal values in development and evaluation of medical  countermeasures  Philip Krause, MD Advisor to WHO</dc:title>
  <dc:creator>Phil</dc:creator>
  <cp:lastModifiedBy>Michael Ofengenden</cp:lastModifiedBy>
  <cp:revision>5</cp:revision>
  <dcterms:created xsi:type="dcterms:W3CDTF">2024-01-08T21:40:49Z</dcterms:created>
  <dcterms:modified xsi:type="dcterms:W3CDTF">2025-07-27T04:06:24Z</dcterms:modified>
</cp:coreProperties>
</file>