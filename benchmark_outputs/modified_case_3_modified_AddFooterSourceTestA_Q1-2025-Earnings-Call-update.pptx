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verifyme.com/investors/"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Evaluating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1000" name="TextBoxSource">
            <a:extLst>
              <a:ext uri="{FF2B5EF4-FFF2-40B4-BE49-F238E27FC236}">
                <a16:creationId xmlns:a16="http://schemas.microsoft.com/office/drawing/2014/main" id="{12345678-ABCD-1234-ABCD-123456789ABC}"/>
              </a:ext>
            </a:extLst>
          </p:cNvPr>
          <p:cNvSpPr txBox="1"/>
          <p:nvPr/>
        </p:nvSpPr>
        <p:spPr>
          <a:xfrm>
            <a:off x="609600" y="5969000"/>
            <a:ext cx="3175000" cy="254000"/>
          </a:xfrm>
          <a:prstGeom prst="rect">
            <a:avLst/>
          </a:prstGeom>
          <a:noFill/>
        </p:spPr>
        <p:txBody>
          <a:bodyPr wrap="square" rtlCol="0">
            <a:spAutoFit/>
          </a:bodyPr>
          <a:lstStyle/>
          <a:p>
            <a:pPr algn="l"/>
            <a:r>
              <a:rPr lang="en-US" sz="1200">
                <a:solidFill>
                  <a:srgbClr val="2A2C2E"/>
                </a:solidFill>
                <a:latin typeface="DM Sans"/>
              </a:rPr>
              <a:t>Source: www.VerifyMe.com</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