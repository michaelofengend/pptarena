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70-1143-8E07-8B1DEBE104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11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70-1143-8E07-8B1DEBE104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9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70-1143-8E07-8B1DEBE10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15-EE49-BD1A-A7133843EE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15-EE49-BD1A-A7133843EE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0-794B-8F67-F241F20B26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A0-794B-8F67-F241F20B26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A0-794B-8F67-F241F20B26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F4-7245-9885-14522C1E3E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Dogs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F4-7245-9885-14522C1E3E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F4-7245-9885-14522C1E3E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 A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Pie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79-754A-8470-239A1BB20F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Clustered Column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Stacked Bar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Area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Pie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914400"/>
          <a:ext cx="4572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</Words>
  <Application>Microsoft Macintosh PowerPoint</Application>
  <PresentationFormat>On-screen Show (4:3)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2025-09-29T19:49:48Z</dcterms:modified>
  <cp:category/>
</cp:coreProperties>
</file>