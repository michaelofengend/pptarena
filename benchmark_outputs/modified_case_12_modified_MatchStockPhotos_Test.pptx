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E062-F239-9B84-A895-1152EC5D9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3E335-D865-6E71-9651-238450ED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EB200-9C9E-EE9D-E191-E76D6B1C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38758-100B-4098-7D21-1BB98B5B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E6958-470A-D263-A7A6-28A53E714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68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48CE5-9A50-2479-7431-8129C88E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7C55C-F6CC-3DE1-69BD-E3CE89317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E25B-1D73-5CF7-98FC-E83EAEC4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450AE-E5A8-D9F4-F014-EE131FA1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542C5-19CB-D9EC-8AD7-2F02801E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8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AFF6-14C0-1D4E-0653-8A0A64CF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5525A-4254-AF76-B200-2300D9274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F049D-A2EB-9FF3-55D7-43170674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5E7BA-6B63-25F7-64E4-35B5C8AB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ED3EC-504D-30F4-BEED-F9799AA7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3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61C2-1C56-6BF6-323F-A9F83CAA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E804C-333D-57E9-D108-04CBEBA73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9C87D-CECF-3E14-4E63-D366CA975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0A5AC-3F29-CFDB-8987-33C5D12B1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299D0-6CFE-3B2F-C5FB-FFB1A31C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63E26-6377-41FB-E96B-2E5E714F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3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6DFD-E724-134F-1C2E-867BE4AF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A227C-5577-FEF6-8B4B-0FDC604D2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F33AB-985D-55C8-3CB7-14DBA045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B5246-C29A-73D7-8B0A-1A3C8790A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51550F-F317-2107-F231-E789D5DF4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6E003C-CD4D-D3FF-2E4C-A959D7F6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C058E-5F72-0CCE-E657-19835174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667E-51DB-A291-6D9F-FD5609A3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5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B846-0111-3AA3-ABC8-D42C5F7C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2D69B-780B-594F-6CF1-7FA43B2C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1595-50A5-9FBB-F83C-EA732D2A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BBE4C-1486-FD89-6229-B09D4A9C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6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58EB6-9200-DA07-2D60-FF986613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45C22-F5AF-2E58-0042-AF92144D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07967-867A-9869-A8AE-CBA8A6590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8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95F2-02E2-BB8C-CB0F-C23FD1C8C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D5D9-C627-202A-EEE8-80DB6F2CC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9B364-0186-BA16-A751-BA327B2D5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D2AFE-F170-8E89-575F-195B6EB0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F8794-373E-59F9-4360-38A070F8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04534-7D59-DCD2-4648-C1BC3FCE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0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4593-DDAD-A080-7995-3BC03771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FB8593-0743-0B40-D3DD-85857B0FD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38EEC-463B-9D2A-C75D-3B14F9494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1B03C-B7BB-FCBE-4631-C606D340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0C101-7F28-3041-CEED-C686BA3E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C2E2A-6D37-1E55-76FB-A8F72AEA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9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9E31-A65D-7B35-9392-A2AFA75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78F83-68D2-8595-9AF7-56D13FA22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6BDEA-4F0C-92E5-BD1D-F411B1A5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0F5D1-44A6-0BE2-1227-108CA912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95099-84FF-7150-0AF0-C736D091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9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191580-EF5F-D631-FA63-88305668F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7C46F-421E-8187-B056-3C653E1D0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20BB2-E6A6-A78C-8161-0B7B900A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6FE7F-6220-09F4-F4E4-B13BFB6F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110D9-919F-A1C3-A7F5-BEAAC21E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0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F599A-59F7-C2D5-1048-696AC153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343B8-1FE9-26F1-2D22-95CD0F65A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39683-8DA5-1E7D-75D4-C60CD6271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8F412-785E-5347-A0B5-36CCA683B80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60BA5-35C4-EB5D-9224-1FFD332BD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00AE1-B279-2D76-096A-AA1B5A164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9F8F8-B26B-3E43-AB5A-305DE66A1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7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B989-83B7-2130-A244-AEEACA28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AD08FF-1E19-5862-7551-CEA8CAA4C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0"/>
            <a:ext cx="3440430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D2C951-29B5-3A4A-01D9-1A72DE692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286000"/>
            <a:ext cx="3426714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A9848D-4F7E-6600-D3E6-B3B063E0D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2286000"/>
            <a:ext cx="3429000" cy="2286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76250" y="4699000"/>
            <a:ext cx="3429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Picture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81500" y="4699000"/>
            <a:ext cx="3429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Picture 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86750" y="4699000"/>
            <a:ext cx="3429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Picture 8</a:t>
            </a:r>
          </a:p>
        </p:txBody>
      </p:sp>
    </p:spTree>
    <p:extLst>
      <p:ext uri="{BB962C8B-B14F-4D97-AF65-F5344CB8AC3E}">
        <p14:creationId xmlns:p14="http://schemas.microsoft.com/office/powerpoint/2010/main" val="64924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Ofengenden</dc:creator>
  <cp:lastModifiedBy>Michael Ofengenden</cp:lastModifiedBy>
  <cp:revision>1</cp:revision>
  <dcterms:created xsi:type="dcterms:W3CDTF">2025-11-10T06:59:09Z</dcterms:created>
  <dcterms:modified xsi:type="dcterms:W3CDTF">2025-11-10T07:02:34Z</dcterms:modified>
</cp:coreProperties>
</file>