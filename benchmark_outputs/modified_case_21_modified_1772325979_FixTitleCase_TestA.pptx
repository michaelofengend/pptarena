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Data Science and Informatics: Creating Student Led Data Science Curricula</a:t>
            </a: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Who Are We?</a:t>
            </a:r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Brief History of DSI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What Do We Do?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Our Workshops:</a:t>
            </a:r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Workshop Coordination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Competing Data Science Truths 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Workshop Design	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 dirty="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Workshop Instructors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Workshop Instructors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Results of Workshops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Growth of DSI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Growth Statistics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Results of Growth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Contact</a:t>
            </a: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3</cp:revision>
  <dcterms:modified xsi:type="dcterms:W3CDTF">2025-08-11T21:57:59Z</dcterms:modified>
</cp:coreProperties>
</file>