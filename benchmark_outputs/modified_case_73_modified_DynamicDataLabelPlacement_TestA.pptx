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4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Software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22</c:v>
                </c:pt>
                <c:pt idx="2">
                  <c:v>7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</c:v>
                </c:pt>
                <c:pt idx="1">
                  <c:v>8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[&gt;2]0;;;" sourceLinked="0"/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  <c:txPr>
            <a:bodyPr/>
            <a:lstStyle/>
            <a:p>
              <a:pPr>
                <a:defRPr sz="1100"/>
              </a:pPr>
              <a:endParaRPr lang="en-US"/>
            </a:p>
          </c:txPr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Dynamic Data Label Placement — Original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Stacked chart with labels centered, causing crowding.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5303520"/>
          </a:xfrm>
          <a:prstGeom prst="roundRect">
            <a:avLst/>
          </a:prstGeom>
          <a:solidFill>
            <a:srgbClr val="F5F7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23774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Template Filters</a:t>
            </a:r>
          </a:p>
          <a:p>
            <a:pPr lvl="1"/>
            <a:r>
              <a:t>• Region: All</a:t>
            </a:r>
          </a:p>
          <a:p>
            <a:pPr lvl="1"/>
            <a:r>
              <a:t>• Quarter: Q1 FY25</a:t>
            </a:r>
          </a:p>
          <a:p>
            <a:pPr lvl="1"/>
            <a:r>
              <a:t>• Currency: USD</a:t>
            </a:r>
          </a:p>
          <a:p>
            <a:pPr lvl="1"/>
            <a:r>
              <a:t>• Stacking: Percent</a:t>
            </a:r>
          </a:p>
          <a:p>
            <a:pPr lvl="1"/>
            <a:r>
              <a:t>• Legend: Right</a:t>
            </a:r>
          </a:p>
          <a:p>
            <a:pPr lvl="1"/>
            <a:r>
              <a:t>• Goal: Label legibility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91440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96926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Total Rev</a:t>
            </a:r>
          </a:p>
          <a:p>
            <a:pPr lvl="1"/>
            <a:r>
              <a:rPr sz="1400"/>
              <a:t>$182M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47360" y="91440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800" y="96926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YoY</a:t>
            </a:r>
          </a:p>
          <a:p>
            <a:pPr lvl="1"/>
            <a:r>
              <a:rPr sz="1400"/>
              <a:t>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2880" y="91440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4320" y="96926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NPS</a:t>
            </a:r>
          </a:p>
          <a:p>
            <a:pPr lvl="1"/>
            <a:r>
              <a:rPr sz="1400"/>
              <a:t>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91440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96926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Churn</a:t>
            </a:r>
          </a:p>
          <a:p>
            <a:pPr lvl="1"/>
            <a:r>
              <a:rPr sz="1400"/>
              <a:t>3.1%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291840" y="1828800"/>
          <a:ext cx="8412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