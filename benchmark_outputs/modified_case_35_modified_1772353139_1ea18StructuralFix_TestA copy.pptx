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removePersonalInfoOnSave="1">
  <p:sldMasterIdLst>
    <p:sldMasterId id="2147483688" r:id="rId1"/>
  </p:sldMasterIdLst>
  <p:notesMasterIdLst>
    <p:notesMasterId r:id="rId2"/>
  </p:notesMasterIdLst>
  <p:handoutMasterIdLst>
    <p:handoutMasterId r:id="rId3"/>
  </p:handoutMasterIdLst>
  <p:sldIdLst>
    <p:sldId id="299" r:id="rId4"/>
    <p:sldId id="300" r:id="rId5"/>
    <p:sldId id="301" r:id="rId6"/>
    <p:sldId id="302" r:id="rId7"/>
    <p:sldId id="303" r:id="rId8"/>
    <p:sldId id="304" r:id="rId9"/>
    <p:sldId id="305" r:id="rId10"/>
    <p:sldId id="306" r:id="rId11"/>
    <p:sldId id="307" r:id="rId12"/>
    <p:sldId id="308" r:id="rId13"/>
    <p:sldId id="309" r:id="rId14"/>
    <p:sldId id="310" r:id="rId15"/>
    <p:sldId id="311" r:id="rId16"/>
    <p:sldId id="312" r:id="rId17"/>
    <p:sldId id="313" r:id="rId18"/>
    <p:sldId id="314" r:id="rId19"/>
    <p:sldId id="315" r:id="rId20"/>
    <p:sldId id="316" r:id="rId21"/>
    <p:sldId id="317" r:id="rId22"/>
    <p:sldId id="318" r:id="rId23"/>
  </p:sldIdLst>
  <p:sldSz type="screen16x9" cy="5143500" cx="9144000"/>
  <p:notesSz cx="6858000" cy="9144000"/>
  <p:defaultTextStyle>
    <a:defPPr>
      <a:defRPr lang="en-US"/>
    </a:defPPr>
    <a:lvl1pPr algn="l" defTabSz="457200" eaLnBrk="1" hangingPunct="1" latinLnBrk="0" marL="0" rtl="0">
      <a:defRPr sz="1800" kern="1200">
        <a:solidFill>
          <a:schemeClr val="tx1"/>
        </a:solidFill>
        <a:latin typeface="+mn-lt"/>
        <a:ea typeface="+mn-ea"/>
        <a:cs typeface="+mn-cs"/>
      </a:defRPr>
    </a:lvl1pPr>
    <a:lvl2pPr algn="l" defTabSz="457200" eaLnBrk="1" hangingPunct="1" latinLnBrk="0" marL="457200" rtl="0">
      <a:defRPr sz="1800" kern="1200">
        <a:solidFill>
          <a:schemeClr val="tx1"/>
        </a:solidFill>
        <a:latin typeface="+mn-lt"/>
        <a:ea typeface="+mn-ea"/>
        <a:cs typeface="+mn-cs"/>
      </a:defRPr>
    </a:lvl2pPr>
    <a:lvl3pPr algn="l" defTabSz="457200" eaLnBrk="1" hangingPunct="1" latinLnBrk="0" marL="914400" rtl="0">
      <a:defRPr sz="1800" kern="1200">
        <a:solidFill>
          <a:schemeClr val="tx1"/>
        </a:solidFill>
        <a:latin typeface="+mn-lt"/>
        <a:ea typeface="+mn-ea"/>
        <a:cs typeface="+mn-cs"/>
      </a:defRPr>
    </a:lvl3pPr>
    <a:lvl4pPr algn="l" defTabSz="457200" eaLnBrk="1" hangingPunct="1" latinLnBrk="0" marL="1371600" rtl="0">
      <a:defRPr sz="1800" kern="1200">
        <a:solidFill>
          <a:schemeClr val="tx1"/>
        </a:solidFill>
        <a:latin typeface="+mn-lt"/>
        <a:ea typeface="+mn-ea"/>
        <a:cs typeface="+mn-cs"/>
      </a:defRPr>
    </a:lvl4pPr>
    <a:lvl5pPr algn="l" defTabSz="457200" eaLnBrk="1" hangingPunct="1" latinLnBrk="0" marL="1828800" rtl="0">
      <a:defRPr sz="1800" kern="1200">
        <a:solidFill>
          <a:schemeClr val="tx1"/>
        </a:solidFill>
        <a:latin typeface="+mn-lt"/>
        <a:ea typeface="+mn-ea"/>
        <a:cs typeface="+mn-cs"/>
      </a:defRPr>
    </a:lvl5pPr>
    <a:lvl6pPr algn="l" defTabSz="457200" eaLnBrk="1" hangingPunct="1" latinLnBrk="0" marL="2286000" rtl="0">
      <a:defRPr sz="1800" kern="1200">
        <a:solidFill>
          <a:schemeClr val="tx1"/>
        </a:solidFill>
        <a:latin typeface="+mn-lt"/>
        <a:ea typeface="+mn-ea"/>
        <a:cs typeface="+mn-cs"/>
      </a:defRPr>
    </a:lvl6pPr>
    <a:lvl7pPr algn="l" defTabSz="457200" eaLnBrk="1" hangingPunct="1" latinLnBrk="0" marL="2743200" rtl="0">
      <a:defRPr sz="1800" kern="1200">
        <a:solidFill>
          <a:schemeClr val="tx1"/>
        </a:solidFill>
        <a:latin typeface="+mn-lt"/>
        <a:ea typeface="+mn-ea"/>
        <a:cs typeface="+mn-cs"/>
      </a:defRPr>
    </a:lvl7pPr>
    <a:lvl8pPr algn="l" defTabSz="457200" eaLnBrk="1" hangingPunct="1" latinLnBrk="0" marL="3200400" rtl="0">
      <a:defRPr sz="1800" kern="1200">
        <a:solidFill>
          <a:schemeClr val="tx1"/>
        </a:solidFill>
        <a:latin typeface="+mn-lt"/>
        <a:ea typeface="+mn-ea"/>
        <a:cs typeface="+mn-cs"/>
      </a:defRPr>
    </a:lvl8pPr>
    <a:lvl9pPr algn="l" defTabSz="457200" eaLnBrk="1" hangingPunct="1" latinLnBrk="0" marL="3657600" rtl="0">
      <a:defRPr sz="1800" kern="1200">
        <a:solidFill>
          <a:schemeClr val="tx1"/>
        </a:solidFill>
        <a:latin typeface="+mn-lt"/>
        <a:ea typeface="+mn-ea"/>
        <a:cs typeface="+mn-cs"/>
      </a:defRPr>
    </a:lvl9pPr>
  </p:defaultTextStyle>
</p:presentation>
</file>

<file path=ppt/commentAuthors.xml><?xml version="1.0" encoding="utf-8"?>
<p:cmAuthorLst xmlns:p="http://schemas.openxmlformats.org/presentationml/2006/main" xmlns:r="http://schemas.openxmlformats.org/officeDocument/2006/relationships" xmlns:a="http://schemas.openxmlformats.org/drawingml/2006/main">
  <p:cmAuthor id="2" name="作者" initials="A" lastIdx="0" clrIdx="1"/>
</p:cmAuthorLst>
</file>

<file path=ppt/presProps.xml><?xml version="1.0" encoding="utf-8"?>
<p:presentationPr xmlns:p="http://schemas.openxmlformats.org/presentationml/2006/main" xmlns:r="http://schemas.openxmlformats.org/officeDocument/2006/relationships" xmlns:a="http://schemas.openxmlformats.org/drawingml/2006/main">
  <p:clrMru>
    <a:srgbClr val="2AA1B1"/>
    <a:srgbClr val="52E69F"/>
    <a:srgbClr val="343739"/>
    <a:srgbClr val="83DC7D"/>
    <a:srgbClr val="A5CE62"/>
    <a:srgbClr val="C0BF51"/>
    <a:srgbClr val="D6AF4C"/>
    <a:srgbClr val="E69F52"/>
    <a:srgbClr val="E2A856"/>
    <a:srgbClr val="D9AA5F"/>
  </p:clrMru>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horzBarState="maximized">
    <p:restoredLeft sz="10188" autoAdjust="0"/>
    <p:restoredTop sz="94660"/>
  </p:normalViewPr>
  <p:slideViewPr>
    <p:cSldViewPr showGuides="1" snapToGrid="0">
      <p:cViewPr varScale="1">
        <p:scale>
          <a:sx n="117" d="100"/>
          <a:sy n="117" d="100"/>
        </p:scale>
        <p:origin x="710" y="77"/>
      </p:cViewPr>
      <p:guideLst>
        <p:guide orient="horz" pos="1684"/>
        <p:guide pos="287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handoutMaster" Target="handoutMasters/handout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tableStyles" Target="tableStyles.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commentAuthors" Target="commentAuthors.xml"/><Relationship Id="rId28"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84" name=""/>
        <p:cNvGrpSpPr/>
        <p:nvPr/>
      </p:nvGrpSpPr>
      <p:grpSpPr>
        <a:xfrm>
          <a:off x="0" y="0"/>
          <a:ext cx="0" cy="0"/>
          <a:chOff x="0" y="0"/>
          <a:chExt cx="0" cy="0"/>
        </a:xfrm>
      </p:grpSpPr>
      <p:sp>
        <p:nvSpPr>
          <p:cNvPr id="1048734" name="Header Placeholder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endParaRPr lang="en-US"/>
          </a:p>
        </p:txBody>
      </p:sp>
      <p:sp>
        <p:nvSpPr>
          <p:cNvPr id="1048735" name="Date Placeholder 2"/>
          <p:cNvSpPr>
            <a:spLocks noGrp="1"/>
          </p:cNvSpPr>
          <p:nvPr>
            <p:ph type="dt" sz="quarter" idx="1"/>
          </p:nvPr>
        </p:nvSpPr>
        <p:spPr>
          <a:xfrm>
            <a:off x="3884613" y="0"/>
            <a:ext cx="2971800" cy="458788"/>
          </a:xfrm>
          <a:prstGeom prst="rect"/>
        </p:spPr>
        <p:txBody>
          <a:bodyPr bIns="45720" lIns="91440" rIns="91440" rtlCol="0" tIns="45720" vert="horz"/>
          <a:lstStyle>
            <a:lvl1pPr algn="r">
              <a:defRPr sz="1200"/>
            </a:lvl1pPr>
          </a:lstStyle>
          <a:p>
            <a:fld id="{696C064A-D61B-4B21-B757-51A9B82445B8}" type="datetimeFigureOut">
              <a:rPr lang="en-US" smtClean="0"/>
            </a:fld>
            <a:endParaRPr lang="en-US"/>
          </a:p>
        </p:txBody>
      </p:sp>
      <p:sp>
        <p:nvSpPr>
          <p:cNvPr id="1048736" name="Footer Placeholder 3"/>
          <p:cNvSpPr>
            <a:spLocks noGrp="1"/>
          </p:cNvSpPr>
          <p:nvPr>
            <p:ph type="ftr" sz="quarter" idx="2"/>
          </p:nvPr>
        </p:nvSpPr>
        <p:spPr>
          <a:xfrm>
            <a:off x="0" y="8685213"/>
            <a:ext cx="2971800" cy="458787"/>
          </a:xfrm>
          <a:prstGeom prst="rect"/>
        </p:spPr>
        <p:txBody>
          <a:bodyPr anchor="b" bIns="45720" lIns="91440" rIns="91440" rtlCol="0" tIns="45720" vert="horz"/>
          <a:lstStyle>
            <a:lvl1pPr algn="l">
              <a:defRPr sz="1200"/>
            </a:lvl1pPr>
          </a:lstStyle>
          <a:p>
            <a:endParaRPr lang="en-US"/>
          </a:p>
        </p:txBody>
      </p:sp>
      <p:sp>
        <p:nvSpPr>
          <p:cNvPr id="1048737" name="Slide Number Placeholder 4"/>
          <p:cNvSpPr>
            <a:spLocks noGrp="1"/>
          </p:cNvSpPr>
          <p:nvPr>
            <p:ph type="sldNum" sz="quarter" idx="3"/>
          </p:nvPr>
        </p:nvSpPr>
        <p:spPr>
          <a:xfrm>
            <a:off x="3884613" y="8685213"/>
            <a:ext cx="2971800" cy="458787"/>
          </a:xfrm>
          <a:prstGeom prst="rect"/>
        </p:spPr>
        <p:txBody>
          <a:bodyPr anchor="b" bIns="45720" lIns="91440" rIns="91440" rtlCol="0" tIns="45720" vert="horz"/>
          <a:lstStyle>
            <a:lvl1pPr algn="r">
              <a:defRPr sz="1200"/>
            </a:lvl1pPr>
          </a:lstStyle>
          <a:p>
            <a:fld id="{50305E07-67EA-4042-A3F6-853A8AD8D209}" type="slidenum">
              <a:rPr lang="en-US" smtClean="0"/>
            </a:fld>
            <a:endParaRPr lang="en-US"/>
          </a:p>
        </p:txBody>
      </p:sp>
    </p:spTree>
  </p:cSld>
  <p:clrMap accent1="accent1" accent2="accent2" accent3="accent3" accent4="accent4" accent5="accent5" accent6="accent6" bg1="lt1" bg2="lt2" tx1="dk1" tx2="dk2"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83" name=""/>
        <p:cNvGrpSpPr/>
        <p:nvPr/>
      </p:nvGrpSpPr>
      <p:grpSpPr>
        <a:xfrm>
          <a:off x="0" y="0"/>
          <a:ext cx="0" cy="0"/>
          <a:chOff x="0" y="0"/>
          <a:chExt cx="0" cy="0"/>
        </a:xfrm>
      </p:grpSpPr>
      <p:sp>
        <p:nvSpPr>
          <p:cNvPr id="1048728" name="页眉占位符 1"/>
          <p:cNvSpPr>
            <a:spLocks noGrp="1"/>
          </p:cNvSpPr>
          <p:nvPr>
            <p:ph type="hdr" sz="quarter"/>
          </p:nvPr>
        </p:nvSpPr>
        <p:spPr>
          <a:xfrm>
            <a:off x="0" y="0"/>
            <a:ext cx="2971800" cy="458788"/>
          </a:xfrm>
          <a:prstGeom prst="rect"/>
        </p:spPr>
        <p:txBody>
          <a:bodyPr bIns="45720" lIns="91440" rIns="91440" rtlCol="0" tIns="45720" vert="horz"/>
          <a:lstStyle>
            <a:lvl1pPr algn="l">
              <a:defRPr sz="1200">
                <a:latin typeface="Arial" panose="020B0604020202020204" pitchFamily="34" charset="0"/>
                <a:ea typeface="Arial" panose="020B0604020202020204" pitchFamily="34" charset="0"/>
              </a:defRPr>
            </a:lvl1pPr>
          </a:lstStyle>
          <a:p>
            <a:endParaRPr altLang="en-US" lang="zh-CN"/>
          </a:p>
        </p:txBody>
      </p:sp>
      <p:sp>
        <p:nvSpPr>
          <p:cNvPr id="1048729" name="日期占位符 2"/>
          <p:cNvSpPr>
            <a:spLocks noGrp="1"/>
          </p:cNvSpPr>
          <p:nvPr>
            <p:ph type="dt" idx="1"/>
          </p:nvPr>
        </p:nvSpPr>
        <p:spPr>
          <a:xfrm>
            <a:off x="3884613" y="0"/>
            <a:ext cx="2971800" cy="458788"/>
          </a:xfrm>
          <a:prstGeom prst="rect"/>
        </p:spPr>
        <p:txBody>
          <a:bodyPr bIns="45720" lIns="91440" rIns="91440" rtlCol="0" tIns="45720" vert="horz"/>
          <a:lstStyle>
            <a:lvl1pPr algn="r">
              <a:defRPr sz="1200">
                <a:latin typeface="Arial" panose="020B0604020202020204" pitchFamily="34" charset="0"/>
                <a:ea typeface="Arial" panose="020B0604020202020204" pitchFamily="34" charset="0"/>
              </a:defRPr>
            </a:lvl1pPr>
          </a:lstStyle>
          <a:p>
            <a:fld id="{BFF339DE-EEE7-4EFD-934B-E270273A9911}" type="datetimeFigureOut">
              <a:rPr altLang="en-US" lang="zh-CN" smtClean="0"/>
            </a:fld>
            <a:endParaRPr altLang="en-US" lang="zh-CN"/>
          </a:p>
        </p:txBody>
      </p:sp>
      <p:sp>
        <p:nvSpPr>
          <p:cNvPr id="1048730" name="幻灯片图像占位符 3"/>
          <p:cNvSpPr>
            <a:spLocks noChangeAspect="1" noRot="1" noGrp="1"/>
          </p:cNvSpPr>
          <p:nvPr>
            <p:ph type="sldImg" idx="2"/>
          </p:nvPr>
        </p:nvSpPr>
        <p:spPr>
          <a:xfrm>
            <a:off x="685800" y="1143000"/>
            <a:ext cx="5486400" cy="3086100"/>
          </a:xfrm>
          <a:prstGeom prst="rect"/>
          <a:noFill/>
          <a:ln w="12700">
            <a:solidFill>
              <a:prstClr val="black"/>
            </a:solidFill>
          </a:ln>
        </p:spPr>
        <p:txBody>
          <a:bodyPr anchor="ctr" bIns="45720" lIns="91440" rIns="91440" rtlCol="0" tIns="45720" vert="horz"/>
          <a:p>
            <a:endParaRPr altLang="en-US" lang="zh-CN"/>
          </a:p>
        </p:txBody>
      </p:sp>
      <p:sp>
        <p:nvSpPr>
          <p:cNvPr id="1048731" name="备注占位符 4"/>
          <p:cNvSpPr>
            <a:spLocks noGrp="1"/>
          </p:cNvSpPr>
          <p:nvPr>
            <p:ph type="body" sz="quarter" idx="3"/>
          </p:nvPr>
        </p:nvSpPr>
        <p:spPr>
          <a:xfrm>
            <a:off x="685800" y="4400550"/>
            <a:ext cx="5486400" cy="3600450"/>
          </a:xfrm>
          <a:prstGeom prst="rect"/>
        </p:spPr>
        <p:txBody>
          <a:bodyPr bIns="45720" lIns="91440" rIns="91440" rtlCol="0" tIns="45720" vert="horz"/>
          <a:p>
            <a:pPr lvl="0"/>
            <a:r>
              <a:rPr altLang="en-US" lang="zh-CN"/>
              <a:t>编辑母版文本样式</a:t>
            </a:r>
            <a:endParaRPr altLang="en-US" lang="zh-CN"/>
          </a:p>
          <a:p>
            <a:pPr lvl="1"/>
            <a:r>
              <a:rPr altLang="en-US" lang="zh-CN"/>
              <a:t>第二级</a:t>
            </a:r>
            <a:endParaRPr altLang="en-US" lang="zh-CN"/>
          </a:p>
          <a:p>
            <a:pPr lvl="2"/>
            <a:r>
              <a:rPr altLang="en-US" lang="zh-CN"/>
              <a:t>第三级</a:t>
            </a:r>
            <a:endParaRPr altLang="en-US" lang="zh-CN"/>
          </a:p>
          <a:p>
            <a:pPr lvl="3"/>
            <a:r>
              <a:rPr altLang="en-US" lang="zh-CN"/>
              <a:t>第四级</a:t>
            </a:r>
            <a:endParaRPr altLang="en-US" lang="zh-CN"/>
          </a:p>
          <a:p>
            <a:pPr lvl="4"/>
            <a:r>
              <a:rPr altLang="en-US" lang="zh-CN"/>
              <a:t>第五级</a:t>
            </a:r>
            <a:endParaRPr altLang="en-US" lang="zh-CN"/>
          </a:p>
        </p:txBody>
      </p:sp>
      <p:sp>
        <p:nvSpPr>
          <p:cNvPr id="1048732" name="页脚占位符 5"/>
          <p:cNvSpPr>
            <a:spLocks noGrp="1"/>
          </p:cNvSpPr>
          <p:nvPr>
            <p:ph type="ftr" sz="quarter" idx="4"/>
          </p:nvPr>
        </p:nvSpPr>
        <p:spPr>
          <a:xfrm>
            <a:off x="0" y="8685213"/>
            <a:ext cx="2971800" cy="458787"/>
          </a:xfrm>
          <a:prstGeom prst="rect"/>
        </p:spPr>
        <p:txBody>
          <a:bodyPr anchor="b" bIns="45720" lIns="91440" rIns="91440" rtlCol="0" tIns="45720" vert="horz"/>
          <a:lstStyle>
            <a:lvl1pPr algn="l">
              <a:defRPr sz="1200">
                <a:latin typeface="Arial" panose="020B0604020202020204" pitchFamily="34" charset="0"/>
                <a:ea typeface="Arial" panose="020B0604020202020204" pitchFamily="34" charset="0"/>
              </a:defRPr>
            </a:lvl1pPr>
          </a:lstStyle>
          <a:p>
            <a:endParaRPr altLang="en-US" lang="zh-CN"/>
          </a:p>
        </p:txBody>
      </p:sp>
      <p:sp>
        <p:nvSpPr>
          <p:cNvPr id="1048733" name="灯片编号占位符 6"/>
          <p:cNvSpPr>
            <a:spLocks noGrp="1"/>
          </p:cNvSpPr>
          <p:nvPr>
            <p:ph type="sldNum" sz="quarter" idx="5"/>
          </p:nvPr>
        </p:nvSpPr>
        <p:spPr>
          <a:xfrm>
            <a:off x="3884613" y="8685213"/>
            <a:ext cx="2971800" cy="458787"/>
          </a:xfrm>
          <a:prstGeom prst="rect"/>
        </p:spPr>
        <p:txBody>
          <a:bodyPr anchor="b" bIns="45720" lIns="91440" rIns="91440" rtlCol="0" tIns="45720" vert="horz"/>
          <a:lstStyle>
            <a:lvl1pPr algn="r">
              <a:defRPr sz="1200">
                <a:latin typeface="Arial" panose="020B0604020202020204" pitchFamily="34" charset="0"/>
                <a:ea typeface="Arial" panose="020B0604020202020204" pitchFamily="34" charset="0"/>
              </a:defRPr>
            </a:lvl1pPr>
          </a:lstStyle>
          <a:p>
            <a:fld id="{5F3E38BA-6584-4C93-AF50-D4036B68C5C3}" type="slidenum">
              <a:rPr altLang="en-US" lang="zh-CN" smtClean="0"/>
            </a:fld>
            <a:endParaRPr altLang="en-US" lang="zh-CN"/>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Arial" panose="020B0604020202020204" pitchFamily="34" charset="0"/>
        <a:ea typeface="Arial" panose="020B0604020202020204" pitchFamily="34" charset="0"/>
        <a:cs typeface="+mn-cs"/>
      </a:defRPr>
    </a:lvl1pPr>
    <a:lvl2pPr algn="l" defTabSz="914400" eaLnBrk="1" hangingPunct="1" latinLnBrk="0" marL="457200" rtl="0">
      <a:defRPr sz="1200" kern="1200">
        <a:solidFill>
          <a:schemeClr val="tx1"/>
        </a:solidFill>
        <a:latin typeface="Arial" panose="020B0604020202020204" pitchFamily="34" charset="0"/>
        <a:ea typeface="Arial" panose="020B0604020202020204" pitchFamily="34" charset="0"/>
        <a:cs typeface="+mn-cs"/>
      </a:defRPr>
    </a:lvl2pPr>
    <a:lvl3pPr algn="l" defTabSz="914400" eaLnBrk="1" hangingPunct="1" latinLnBrk="0" marL="914400" rtl="0">
      <a:defRPr sz="1200" kern="1200">
        <a:solidFill>
          <a:schemeClr val="tx1"/>
        </a:solidFill>
        <a:latin typeface="Arial" panose="020B0604020202020204" pitchFamily="34" charset="0"/>
        <a:ea typeface="Arial" panose="020B0604020202020204" pitchFamily="34" charset="0"/>
        <a:cs typeface="+mn-cs"/>
      </a:defRPr>
    </a:lvl3pPr>
    <a:lvl4pPr algn="l" defTabSz="914400" eaLnBrk="1" hangingPunct="1" latinLnBrk="0" marL="1371600" rtl="0">
      <a:defRPr sz="1200" kern="1200">
        <a:solidFill>
          <a:schemeClr val="tx1"/>
        </a:solidFill>
        <a:latin typeface="Arial" panose="020B0604020202020204" pitchFamily="34" charset="0"/>
        <a:ea typeface="Arial" panose="020B0604020202020204" pitchFamily="34" charset="0"/>
        <a:cs typeface="+mn-cs"/>
      </a:defRPr>
    </a:lvl4pPr>
    <a:lvl5pPr algn="l" defTabSz="914400" eaLnBrk="1" hangingPunct="1" latinLnBrk="0" marL="1828800" rtl="0">
      <a:defRPr sz="1200" kern="1200">
        <a:solidFill>
          <a:schemeClr val="tx1"/>
        </a:solidFill>
        <a:latin typeface="Arial" panose="020B0604020202020204" pitchFamily="34" charset="0"/>
        <a:ea typeface="Arial" panose="020B0604020202020204" pitchFamily="34" charset="0"/>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image" Target="../media/image1.png"/><Relationship Id="rId3" Type="http://schemas.openxmlformats.org/officeDocument/2006/relationships/tags" Target="../tags/tag2.xml"/><Relationship Id="rId4" Type="http://schemas.openxmlformats.org/officeDocument/2006/relationships/image" Target="../media/image2.png"/><Relationship Id="rId5" Type="http://schemas.openxmlformats.org/officeDocument/2006/relationships/tags" Target="../tags/tag3.xml"/><Relationship Id="rId6" Type="http://schemas.openxmlformats.org/officeDocument/2006/relationships/image" Target="../media/image3.png"/><Relationship Id="rId7" Type="http://schemas.openxmlformats.org/officeDocument/2006/relationships/tags" Target="../tags/tag4.xml"/><Relationship Id="rId8" Type="http://schemas.openxmlformats.org/officeDocument/2006/relationships/tags" Target="../tags/tag5.xml"/><Relationship Id="rId9" Type="http://schemas.openxmlformats.org/officeDocument/2006/relationships/tags" Target="../tags/tag6.xml"/><Relationship Id="rId10" Type="http://schemas.openxmlformats.org/officeDocument/2006/relationships/tags" Target="../tags/tag7.xml"/><Relationship Id="rId1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tags" Target="../tags/tag9.xml"/><Relationship Id="rId3" Type="http://schemas.openxmlformats.org/officeDocument/2006/relationships/image" Target="../media/image4.png"/><Relationship Id="rId4" Type="http://schemas.openxmlformats.org/officeDocument/2006/relationships/tags" Target="../tags/tag10.xml"/><Relationship Id="rId5" Type="http://schemas.openxmlformats.org/officeDocument/2006/relationships/image" Target="../media/image5.png"/><Relationship Id="rId6" Type="http://schemas.openxmlformats.org/officeDocument/2006/relationships/tags" Target="../tags/tag11.xml"/><Relationship Id="rId7" Type="http://schemas.openxmlformats.org/officeDocument/2006/relationships/tags" Target="../tags/tag12.xml"/><Relationship Id="rId8" Type="http://schemas.openxmlformats.org/officeDocument/2006/relationships/tags" Target="../tags/tag13.xml"/><Relationship Id="rId9" Type="http://schemas.openxmlformats.org/officeDocument/2006/relationships/tags" Target="../tags/tag14.xml"/><Relationship Id="rId10" Type="http://schemas.openxmlformats.org/officeDocument/2006/relationships/tags" Target="../tags/tag15.xml"/><Relationship Id="rId1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tags" Target="../tags/tag16.xml"/><Relationship Id="rId3" Type="http://schemas.openxmlformats.org/officeDocument/2006/relationships/image" Target="../media/image3.png"/><Relationship Id="rId4" Type="http://schemas.openxmlformats.org/officeDocument/2006/relationships/tags" Target="../tags/tag17.xml"/><Relationship Id="rId5" Type="http://schemas.openxmlformats.org/officeDocument/2006/relationships/tags" Target="../tags/tag18.xml"/><Relationship Id="rId6" Type="http://schemas.openxmlformats.org/officeDocument/2006/relationships/tags" Target="../tags/tag19.xml"/><Relationship Id="rId7" Type="http://schemas.openxmlformats.org/officeDocument/2006/relationships/tags" Target="../tags/tag20.xml"/><Relationship Id="rId8"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image" Target="../media/image4.png"/><Relationship Id="rId3" Type="http://schemas.openxmlformats.org/officeDocument/2006/relationships/tags" Target="../tags/tag22.xml"/><Relationship Id="rId4" Type="http://schemas.openxmlformats.org/officeDocument/2006/relationships/tags" Target="../tags/tag23.xml"/><Relationship Id="rId5" Type="http://schemas.openxmlformats.org/officeDocument/2006/relationships/tags" Target="../tags/tag24.xml"/><Relationship Id="rId6" Type="http://schemas.openxmlformats.org/officeDocument/2006/relationships/tags" Target="../tags/tag25.xml"/><Relationship Id="rId7" Type="http://schemas.openxmlformats.org/officeDocument/2006/relationships/tags" Target="../tags/tag26.xml"/><Relationship Id="rId8" Type="http://schemas.openxmlformats.org/officeDocument/2006/relationships/tags" Target="../tags/tag27.xml"/><Relationship Id="rId9"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image" Target="../media/image4.png"/><Relationship Id="rId3" Type="http://schemas.openxmlformats.org/officeDocument/2006/relationships/tags" Target="../tags/tag29.xml"/><Relationship Id="rId4" Type="http://schemas.openxmlformats.org/officeDocument/2006/relationships/tags" Target="../tags/tag30.xml"/><Relationship Id="rId5" Type="http://schemas.openxmlformats.org/officeDocument/2006/relationships/tags" Target="../tags/tag31.xml"/><Relationship Id="rId6" Type="http://schemas.openxmlformats.org/officeDocument/2006/relationships/tags" Target="../tags/tag32.xml"/><Relationship Id="rId7" Type="http://schemas.openxmlformats.org/officeDocument/2006/relationships/tags" Target="../tags/tag33.xml"/><Relationship Id="rId8" Type="http://schemas.openxmlformats.org/officeDocument/2006/relationships/tags" Target="../tags/tag34.xml"/><Relationship Id="rId9" Type="http://schemas.openxmlformats.org/officeDocument/2006/relationships/tags" Target="../tags/tag35.xml"/><Relationship Id="rId10" Type="http://schemas.openxmlformats.org/officeDocument/2006/relationships/tags" Target="../tags/tag36.xml"/><Relationship Id="rId1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tags" Target="../tags/tag37.xml"/><Relationship Id="rId3" Type="http://schemas.openxmlformats.org/officeDocument/2006/relationships/image" Target="../media/image7.png"/><Relationship Id="rId4" Type="http://schemas.openxmlformats.org/officeDocument/2006/relationships/tags" Target="../tags/tag38.xml"/><Relationship Id="rId5" Type="http://schemas.openxmlformats.org/officeDocument/2006/relationships/image" Target="../media/image8.png"/><Relationship Id="rId6" Type="http://schemas.openxmlformats.org/officeDocument/2006/relationships/tags" Target="../tags/tag39.xml"/><Relationship Id="rId7" Type="http://schemas.openxmlformats.org/officeDocument/2006/relationships/tags" Target="../tags/tag40.xml"/><Relationship Id="rId8" Type="http://schemas.openxmlformats.org/officeDocument/2006/relationships/tags" Target="../tags/tag41.xml"/><Relationship Id="rId9" Type="http://schemas.openxmlformats.org/officeDocument/2006/relationships/tags" Target="../tags/tag42.xml"/><Relationship Id="rId10"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43.xml"/><Relationship Id="rId2" Type="http://schemas.openxmlformats.org/officeDocument/2006/relationships/tags" Target="../tags/tag44.xml"/><Relationship Id="rId3" Type="http://schemas.openxmlformats.org/officeDocument/2006/relationships/tags" Target="../tags/tag45.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46.xml"/><Relationship Id="rId2" Type="http://schemas.openxmlformats.org/officeDocument/2006/relationships/image" Target="../media/image4.png"/><Relationship Id="rId3" Type="http://schemas.openxmlformats.org/officeDocument/2006/relationships/tags" Target="../tags/tag47.xml"/><Relationship Id="rId4" Type="http://schemas.openxmlformats.org/officeDocument/2006/relationships/tags" Target="../tags/tag48.xml"/><Relationship Id="rId5" Type="http://schemas.openxmlformats.org/officeDocument/2006/relationships/tags" Target="../tags/tag49.xml"/><Relationship Id="rId6" Type="http://schemas.openxmlformats.org/officeDocument/2006/relationships/tags" Target="../tags/tag50.xml"/><Relationship Id="rId7" Type="http://schemas.openxmlformats.org/officeDocument/2006/relationships/tags" Target="../tags/tag51.xml"/><Relationship Id="rId8" Type="http://schemas.openxmlformats.org/officeDocument/2006/relationships/tags" Target="../tags/tag52.xml"/><Relationship Id="rId9"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53.xml"/><Relationship Id="rId2" Type="http://schemas.openxmlformats.org/officeDocument/2006/relationships/image" Target="../media/image4.png"/><Relationship Id="rId3" Type="http://schemas.openxmlformats.org/officeDocument/2006/relationships/tags" Target="../tags/tag54.xml"/><Relationship Id="rId4" Type="http://schemas.openxmlformats.org/officeDocument/2006/relationships/tags" Target="../tags/tag55.xml"/><Relationship Id="rId5" Type="http://schemas.openxmlformats.org/officeDocument/2006/relationships/tags" Target="../tags/tag56.xml"/><Relationship Id="rId6" Type="http://schemas.openxmlformats.org/officeDocument/2006/relationships/tags" Target="../tags/tag57.xml"/><Relationship Id="rId7" Type="http://schemas.openxmlformats.org/officeDocument/2006/relationships/tags" Target="../tags/tag58.xml"/><Relationship Id="rId8"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59.xml"/><Relationship Id="rId2" Type="http://schemas.openxmlformats.org/officeDocument/2006/relationships/image" Target="../media/image4.png"/><Relationship Id="rId3" Type="http://schemas.openxmlformats.org/officeDocument/2006/relationships/tags" Target="../tags/tag60.xml"/><Relationship Id="rId4" Type="http://schemas.openxmlformats.org/officeDocument/2006/relationships/tags" Target="../tags/tag61.xml"/><Relationship Id="rId5" Type="http://schemas.openxmlformats.org/officeDocument/2006/relationships/tags" Target="../tags/tag62.xml"/><Relationship Id="rId6" Type="http://schemas.openxmlformats.org/officeDocument/2006/relationships/tags" Target="../tags/tag63.xml"/><Relationship Id="rId7"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tags" Target="../tags/tag64.xml"/><Relationship Id="rId3" Type="http://schemas.openxmlformats.org/officeDocument/2006/relationships/image" Target="../media/image3.png"/><Relationship Id="rId4" Type="http://schemas.openxmlformats.org/officeDocument/2006/relationships/tags" Target="../tags/tag65.xml"/><Relationship Id="rId5" Type="http://schemas.openxmlformats.org/officeDocument/2006/relationships/tags" Target="../tags/tag66.xml"/><Relationship Id="rId6" Type="http://schemas.openxmlformats.org/officeDocument/2006/relationships/tags" Target="../tags/tag67.xml"/><Relationship Id="rId7" Type="http://schemas.openxmlformats.org/officeDocument/2006/relationships/tags" Target="../tags/tag68.xml"/><Relationship Id="rId8"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69.xml"/><Relationship Id="rId2" Type="http://schemas.openxmlformats.org/officeDocument/2006/relationships/image" Target="../media/image4.png"/><Relationship Id="rId3" Type="http://schemas.openxmlformats.org/officeDocument/2006/relationships/tags" Target="../tags/tag70.xml"/><Relationship Id="rId4" Type="http://schemas.openxmlformats.org/officeDocument/2006/relationships/tags" Target="../tags/tag71.xml"/><Relationship Id="rId5" Type="http://schemas.openxmlformats.org/officeDocument/2006/relationships/tags" Target="../tags/tag72.xml"/><Relationship Id="rId6" Type="http://schemas.openxmlformats.org/officeDocument/2006/relationships/tags" Target="../tags/tag73.xml"/><Relationship Id="rId7"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74.xml"/><Relationship Id="rId2" Type="http://schemas.openxmlformats.org/officeDocument/2006/relationships/tags" Target="../tags/tag75.xml"/><Relationship Id="rId3" Type="http://schemas.openxmlformats.org/officeDocument/2006/relationships/image" Target="../media/image5.png"/><Relationship Id="rId4" Type="http://schemas.openxmlformats.org/officeDocument/2006/relationships/tags" Target="../tags/tag76.xml"/><Relationship Id="rId5" Type="http://schemas.openxmlformats.org/officeDocument/2006/relationships/image" Target="../media/image4.png"/><Relationship Id="rId6" Type="http://schemas.openxmlformats.org/officeDocument/2006/relationships/tags" Target="../tags/tag77.xml"/><Relationship Id="rId7" Type="http://schemas.openxmlformats.org/officeDocument/2006/relationships/tags" Target="../tags/tag78.xml"/><Relationship Id="rId8" Type="http://schemas.openxmlformats.org/officeDocument/2006/relationships/tags" Target="../tags/tag79.xml"/><Relationship Id="rId9" Type="http://schemas.openxmlformats.org/officeDocument/2006/relationships/tags" Target="../tags/tag80.xml"/><Relationship Id="rId10" Type="http://schemas.openxmlformats.org/officeDocument/2006/relationships/tags" Target="../tags/tag81.xml"/><Relationship Id="rId1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82.xml"/><Relationship Id="rId2" Type="http://schemas.openxmlformats.org/officeDocument/2006/relationships/tags" Target="../tags/tag83.xml"/><Relationship Id="rId3" Type="http://schemas.openxmlformats.org/officeDocument/2006/relationships/image" Target="../media/image4.png"/><Relationship Id="rId4" Type="http://schemas.openxmlformats.org/officeDocument/2006/relationships/tags" Target="../tags/tag84.xml"/><Relationship Id="rId5" Type="http://schemas.openxmlformats.org/officeDocument/2006/relationships/tags" Target="../tags/tag85.xml"/><Relationship Id="rId6" Type="http://schemas.openxmlformats.org/officeDocument/2006/relationships/tags" Target="../tags/tag86.xml"/><Relationship Id="rId7" Type="http://schemas.openxmlformats.org/officeDocument/2006/relationships/tags" Target="../tags/tag87.xml"/><Relationship Id="rId8" Type="http://schemas.openxmlformats.org/officeDocument/2006/relationships/tags" Target="../tags/tag88.xml"/><Relationship Id="rId9" Type="http://schemas.openxmlformats.org/officeDocument/2006/relationships/tags" Target="../tags/tag89.xml"/><Relationship Id="rId10"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90.xml"/><Relationship Id="rId2" Type="http://schemas.openxmlformats.org/officeDocument/2006/relationships/tags" Target="../tags/tag91.xml"/><Relationship Id="rId3" Type="http://schemas.openxmlformats.org/officeDocument/2006/relationships/image" Target="../media/image4.png"/><Relationship Id="rId4" Type="http://schemas.openxmlformats.org/officeDocument/2006/relationships/tags" Target="../tags/tag92.xml"/><Relationship Id="rId5" Type="http://schemas.openxmlformats.org/officeDocument/2006/relationships/tags" Target="../tags/tag93.xml"/><Relationship Id="rId6" Type="http://schemas.openxmlformats.org/officeDocument/2006/relationships/tags" Target="../tags/tag94.xml"/><Relationship Id="rId7" Type="http://schemas.openxmlformats.org/officeDocument/2006/relationships/tags" Target="../tags/tag95.xml"/><Relationship Id="rId8" Type="http://schemas.openxmlformats.org/officeDocument/2006/relationships/tags" Target="../tags/tag96.xml"/><Relationship Id="rId9" Type="http://schemas.openxmlformats.org/officeDocument/2006/relationships/tags" Target="../tags/tag97.xml"/><Relationship Id="rId10"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98.xml"/><Relationship Id="rId2" Type="http://schemas.openxmlformats.org/officeDocument/2006/relationships/tags" Target="../tags/tag99.xml"/><Relationship Id="rId3" Type="http://schemas.openxmlformats.org/officeDocument/2006/relationships/tags" Target="../tags/tag100.xml"/><Relationship Id="rId4" Type="http://schemas.openxmlformats.org/officeDocument/2006/relationships/image" Target="../media/image5.png"/><Relationship Id="rId5" Type="http://schemas.openxmlformats.org/officeDocument/2006/relationships/tags" Target="../tags/tag101.xml"/><Relationship Id="rId6" Type="http://schemas.openxmlformats.org/officeDocument/2006/relationships/image" Target="../media/image4.png"/><Relationship Id="rId7" Type="http://schemas.openxmlformats.org/officeDocument/2006/relationships/tags" Target="../tags/tag102.xml"/><Relationship Id="rId8" Type="http://schemas.openxmlformats.org/officeDocument/2006/relationships/tags" Target="../tags/tag103.xml"/><Relationship Id="rId9" Type="http://schemas.openxmlformats.org/officeDocument/2006/relationships/tags" Target="../tags/tag104.xml"/><Relationship Id="rId10" Type="http://schemas.openxmlformats.org/officeDocument/2006/relationships/tags" Target="../tags/tag105.xml"/><Relationship Id="rId11" Type="http://schemas.openxmlformats.org/officeDocument/2006/relationships/tags" Target="../tags/tag106.xml"/><Relationship Id="rId12" Type="http://schemas.openxmlformats.org/officeDocument/2006/relationships/tags" Target="../tags/tag107.xml"/><Relationship Id="rId13"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08.xml"/><Relationship Id="rId2" Type="http://schemas.openxmlformats.org/officeDocument/2006/relationships/tags" Target="../tags/tag109.xml"/><Relationship Id="rId3" Type="http://schemas.openxmlformats.org/officeDocument/2006/relationships/image" Target="../media/image4.png"/><Relationship Id="rId4" Type="http://schemas.openxmlformats.org/officeDocument/2006/relationships/tags" Target="../tags/tag110.xml"/><Relationship Id="rId5" Type="http://schemas.openxmlformats.org/officeDocument/2006/relationships/tags" Target="../tags/tag111.xml"/><Relationship Id="rId6" Type="http://schemas.openxmlformats.org/officeDocument/2006/relationships/tags" Target="../tags/tag112.xml"/><Relationship Id="rId7" Type="http://schemas.openxmlformats.org/officeDocument/2006/relationships/tags" Target="../tags/tag113.xml"/><Relationship Id="rId8" Type="http://schemas.openxmlformats.org/officeDocument/2006/relationships/tags" Target="../tags/tag114.xml"/><Relationship Id="rId9" Type="http://schemas.openxmlformats.org/officeDocument/2006/relationships/tags" Target="../tags/tag115.xml"/><Relationship Id="rId10" Type="http://schemas.openxmlformats.org/officeDocument/2006/relationships/tags" Target="../tags/tag116.xml"/><Relationship Id="rId11" Type="http://schemas.openxmlformats.org/officeDocument/2006/relationships/tags" Target="../tags/tag117.xml"/><Relationship Id="rId12"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118.xml"/><Relationship Id="rId2" Type="http://schemas.openxmlformats.org/officeDocument/2006/relationships/tags" Target="../tags/tag119.xml"/><Relationship Id="rId3" Type="http://schemas.openxmlformats.org/officeDocument/2006/relationships/tags" Target="../tags/tag120.xml"/><Relationship Id="rId4" Type="http://schemas.openxmlformats.org/officeDocument/2006/relationships/image" Target="../media/image5.png"/><Relationship Id="rId5" Type="http://schemas.openxmlformats.org/officeDocument/2006/relationships/tags" Target="../tags/tag121.xml"/><Relationship Id="rId6" Type="http://schemas.openxmlformats.org/officeDocument/2006/relationships/image" Target="../media/image4.png"/><Relationship Id="rId7" Type="http://schemas.openxmlformats.org/officeDocument/2006/relationships/tags" Target="../tags/tag122.xml"/><Relationship Id="rId8" Type="http://schemas.openxmlformats.org/officeDocument/2006/relationships/tags" Target="../tags/tag123.xml"/><Relationship Id="rId9" Type="http://schemas.openxmlformats.org/officeDocument/2006/relationships/tags" Target="../tags/tag124.xml"/><Relationship Id="rId10" Type="http://schemas.openxmlformats.org/officeDocument/2006/relationships/tags" Target="../tags/tag125.xml"/><Relationship Id="rId11" Type="http://schemas.openxmlformats.org/officeDocument/2006/relationships/tags" Target="../tags/tag126.xml"/><Relationship Id="rId1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标题幻灯片">
    <p:bg>
      <p:bgPr>
        <a:solidFill>
          <a:schemeClr val="bg2"/>
        </a:solidFill>
      </p:bgPr>
    </p:bg>
    <p:spTree>
      <p:nvGrpSpPr>
        <p:cNvPr id="32" name=""/>
        <p:cNvGrpSpPr/>
        <p:nvPr/>
      </p:nvGrpSpPr>
      <p:grpSpPr>
        <a:xfrm>
          <a:off x="0" y="0"/>
          <a:ext cx="0" cy="0"/>
          <a:chOff x="0" y="0"/>
          <a:chExt cx="0" cy="0"/>
        </a:xfrm>
      </p:grpSpPr>
      <p:pic>
        <p:nvPicPr>
          <p:cNvPr id="2097152" name="图片 4"/>
          <p:cNvPicPr>
            <a:picLocks noChangeAspect="1"/>
          </p:cNvPicPr>
          <p:nvPr userDrawn="1">
            <p:custDataLst>
              <p:tags r:id="rId1"/>
            </p:custDataLst>
          </p:nvPr>
        </p:nvPicPr>
        <p:blipFill>
          <a:blip xmlns:r="http://schemas.openxmlformats.org/officeDocument/2006/relationships" r:embed="rId2"/>
          <a:stretch>
            <a:fillRect/>
          </a:stretch>
        </p:blipFill>
        <p:spPr>
          <a:xfrm>
            <a:off x="0" y="2286"/>
            <a:ext cx="9144000" cy="5138927"/>
          </a:xfrm>
          <a:prstGeom prst="rect"/>
        </p:spPr>
      </p:pic>
      <p:pic>
        <p:nvPicPr>
          <p:cNvPr id="2097153" name="图片 6"/>
          <p:cNvPicPr>
            <a:picLocks noChangeAspect="1"/>
          </p:cNvPicPr>
          <p:nvPr userDrawn="1">
            <p:custDataLst>
              <p:tags r:id="rId3"/>
            </p:custDataLst>
          </p:nvPr>
        </p:nvPicPr>
        <p:blipFill>
          <a:blip xmlns:r="http://schemas.openxmlformats.org/officeDocument/2006/relationships" r:embed="rId4" cstate="print"/>
          <a:stretch>
            <a:fillRect/>
          </a:stretch>
        </p:blipFill>
        <p:spPr>
          <a:xfrm>
            <a:off x="0" y="571500"/>
            <a:ext cx="9144000" cy="4572000"/>
          </a:xfrm>
          <a:prstGeom prst="rect"/>
        </p:spPr>
      </p:pic>
      <p:sp>
        <p:nvSpPr>
          <p:cNvPr id="1048582" name="标题 1"/>
          <p:cNvSpPr>
            <a:spLocks noGrp="1"/>
          </p:cNvSpPr>
          <p:nvPr>
            <p:ph type="ctrTitle" hasCustomPrompt="1"/>
            <p:custDataLst>
              <p:tags r:id="rId5"/>
            </p:custDataLst>
          </p:nvPr>
        </p:nvSpPr>
        <p:spPr>
          <a:xfrm>
            <a:off x="1423035" y="1428750"/>
            <a:ext cx="6298565" cy="1186815"/>
          </a:xfrm>
        </p:spPr>
        <p:txBody>
          <a:bodyPr anchor="b" anchorCtr="0" bIns="0" lIns="90000" rIns="90000" tIns="46800">
            <a:normAutofit/>
          </a:bodyPr>
          <a:lstStyle>
            <a:lvl1pPr algn="ctr">
              <a:defRPr baseline="0" sz="5400" spc="450">
                <a:blipFill>
                  <a:blip xmlns:r="http://schemas.openxmlformats.org/officeDocument/2006/relationships" r:embed="rId6"/>
                  <a:stretch>
                    <a:fillRect/>
                  </a:stretch>
                </a:blipFill>
                <a:latin typeface="Arial" panose="020B0604020202020204" pitchFamily="34" charset="0"/>
                <a:ea typeface="Arial" panose="020B0604020202020204" pitchFamily="34" charset="0"/>
              </a:defRPr>
            </a:lvl1pPr>
          </a:lstStyle>
          <a:p>
            <a:r>
              <a:rPr altLang="en-US" dirty="0" lang="zh-CN"/>
              <a:t>单击此处编辑标题</a:t>
            </a:r>
            <a:endParaRPr altLang="en-US" dirty="0" lang="zh-CN"/>
          </a:p>
        </p:txBody>
      </p:sp>
      <p:sp>
        <p:nvSpPr>
          <p:cNvPr id="1048583" name="副标题 2"/>
          <p:cNvSpPr>
            <a:spLocks noGrp="1"/>
          </p:cNvSpPr>
          <p:nvPr>
            <p:ph type="subTitle" idx="1" hasCustomPrompt="1"/>
            <p:custDataLst>
              <p:tags r:id="rId7"/>
            </p:custDataLst>
          </p:nvPr>
        </p:nvSpPr>
        <p:spPr>
          <a:xfrm>
            <a:off x="1422780" y="2674620"/>
            <a:ext cx="6298440" cy="504009"/>
          </a:xfrm>
        </p:spPr>
        <p:txBody>
          <a:bodyPr bIns="46800" lIns="90000" rIns="90000" tIns="0">
            <a:normAutofit/>
          </a:bodyPr>
          <a:lstStyle>
            <a:lvl1pPr algn="ctr" eaLnBrk="1" fontAlgn="auto" hangingPunct="1" indent="0" latinLnBrk="0" marL="0">
              <a:lnSpc>
                <a:spcPct val="100000"/>
              </a:lnSpc>
              <a:buNone/>
              <a:defRPr baseline="0" cap="none" sz="2400" kern="1200" normalizeH="0" spc="150" strike="noStrike" u="none">
                <a:solidFill>
                  <a:schemeClr val="bg1"/>
                </a:solidFill>
                <a:latin typeface="Arial" panose="020B0604020202020204" pitchFamily="34" charset="0"/>
                <a:ea typeface="Arial" panose="020B0604020202020204" pitchFamily="34" charset="0"/>
              </a:defRPr>
            </a:lvl1pPr>
            <a:lvl2pPr algn="ctr" indent="0" marL="342900">
              <a:buNone/>
              <a:defRPr sz="1500"/>
            </a:lvl2pPr>
            <a:lvl3pPr algn="ctr" indent="0" marL="685800">
              <a:buNone/>
              <a:defRPr sz="1350"/>
            </a:lvl3pPr>
            <a:lvl4pPr algn="ctr" indent="0" marL="1028700">
              <a:buNone/>
              <a:defRPr sz="1200"/>
            </a:lvl4pPr>
            <a:lvl5pPr algn="ctr" indent="0" marL="1371600">
              <a:buNone/>
              <a:defRPr sz="1200"/>
            </a:lvl5pPr>
            <a:lvl6pPr algn="ctr" indent="0" marL="1714500">
              <a:buNone/>
              <a:defRPr sz="1200"/>
            </a:lvl6pPr>
            <a:lvl7pPr algn="ctr" indent="0" marL="2057400">
              <a:buNone/>
              <a:defRPr sz="1200"/>
            </a:lvl7pPr>
            <a:lvl8pPr algn="ctr" indent="0" marL="2400300">
              <a:buNone/>
              <a:defRPr sz="1200"/>
            </a:lvl8pPr>
            <a:lvl9pPr algn="ctr" indent="0" marL="2743200">
              <a:buNone/>
              <a:defRPr sz="1200"/>
            </a:lvl9pPr>
          </a:lstStyle>
          <a:p>
            <a:r>
              <a:rPr altLang="en-US" dirty="0" lang="zh-CN"/>
              <a:t>单击此处编辑副标题</a:t>
            </a:r>
            <a:endParaRPr altLang="en-US" dirty="0" lang="zh-CN"/>
          </a:p>
        </p:txBody>
      </p:sp>
      <p:sp>
        <p:nvSpPr>
          <p:cNvPr id="1048584" name="日期占位符 15"/>
          <p:cNvSpPr>
            <a:spLocks noGrp="1"/>
          </p:cNvSpPr>
          <p:nvPr>
            <p:ph type="dt" sz="half" idx="10"/>
            <p:custDataLst>
              <p:tags r:id="rId8"/>
            </p:custDataLst>
          </p:nvPr>
        </p:nvSpPr>
        <p:spPr/>
        <p:txBody>
          <a:bodyPr/>
          <a:p>
            <a:fld id="{760FBDFE-C587-4B4C-A407-44438C67B59E}" type="datetimeFigureOut">
              <a:rPr altLang="en-US" lang="zh-CN" smtClean="0"/>
            </a:fld>
            <a:endParaRPr altLang="en-US" lang="zh-CN"/>
          </a:p>
        </p:txBody>
      </p:sp>
      <p:sp>
        <p:nvSpPr>
          <p:cNvPr id="1048585" name="页脚占位符 16"/>
          <p:cNvSpPr>
            <a:spLocks noGrp="1"/>
          </p:cNvSpPr>
          <p:nvPr>
            <p:ph type="ftr" sz="quarter" idx="11"/>
            <p:custDataLst>
              <p:tags r:id="rId9"/>
            </p:custDataLst>
          </p:nvPr>
        </p:nvSpPr>
        <p:spPr/>
        <p:txBody>
          <a:bodyPr/>
          <a:p>
            <a:endParaRPr altLang="en-US" dirty="0" lang="zh-CN"/>
          </a:p>
        </p:txBody>
      </p:sp>
      <p:sp>
        <p:nvSpPr>
          <p:cNvPr id="1048586" name="灯片编号占位符 17"/>
          <p:cNvSpPr>
            <a:spLocks noGrp="1"/>
          </p:cNvSpPr>
          <p:nvPr>
            <p:ph type="sldNum" sz="quarter" idx="12"/>
            <p:custDataLst>
              <p:tags r:id="rId10"/>
            </p:custDataLst>
          </p:nvPr>
        </p:nvSpPr>
        <p:spPr/>
        <p:txBody>
          <a:bodyPr/>
          <a:p>
            <a:fld id="{49AE70B2-8BF9-45C0-BB95-33D1B9D3A854}" type="slidenum">
              <a:rPr altLang="en-US" lang="zh-CN" smtClean="0"/>
            </a:fld>
            <a:endParaRPr altLang="en-US" dirty="0"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标题和内容">
    <p:bg>
      <p:bgPr>
        <a:solidFill>
          <a:schemeClr val="bg2"/>
        </a:solidFill>
      </p:bgPr>
    </p:bg>
    <p:spTree>
      <p:nvGrpSpPr>
        <p:cNvPr id="79" name=""/>
        <p:cNvGrpSpPr/>
        <p:nvPr/>
      </p:nvGrpSpPr>
      <p:grpSpPr>
        <a:xfrm>
          <a:off x="0" y="0"/>
          <a:ext cx="0" cy="0"/>
          <a:chOff x="0" y="0"/>
          <a:chExt cx="0" cy="0"/>
        </a:xfrm>
      </p:grpSpPr>
      <p:grpSp>
        <p:nvGrpSpPr>
          <p:cNvPr id="80" name="组合 10"/>
          <p:cNvGrpSpPr/>
          <p:nvPr userDrawn="1">
            <p:custDataLst>
              <p:tags r:id="rId1"/>
            </p:custDataLst>
          </p:nvPr>
        </p:nvGrpSpPr>
        <p:grpSpPr>
          <a:xfrm>
            <a:off x="30522" y="20451"/>
            <a:ext cx="9074108" cy="5097649"/>
            <a:chOff x="30522" y="20451"/>
            <a:chExt cx="9074108" cy="5097649"/>
          </a:xfrm>
        </p:grpSpPr>
        <p:pic>
          <p:nvPicPr>
            <p:cNvPr id="2097175" name="图片 6" descr="图层 3"/>
            <p:cNvPicPr>
              <a:picLocks noChangeAspect="1"/>
            </p:cNvPicPr>
            <p:nvPr userDrawn="1">
              <p:custDataLst>
                <p:tags r:id="rId2"/>
              </p:custDataLst>
            </p:nvPr>
          </p:nvPicPr>
          <p:blipFill>
            <a:blip xmlns:r="http://schemas.openxmlformats.org/officeDocument/2006/relationships" r:embed="rId3"/>
            <a:stretch>
              <a:fillRect/>
            </a:stretch>
          </p:blipFill>
          <p:spPr>
            <a:xfrm>
              <a:off x="8419465" y="4690745"/>
              <a:ext cx="685165" cy="427355"/>
            </a:xfrm>
            <a:prstGeom prst="rect"/>
          </p:spPr>
        </p:pic>
        <p:pic>
          <p:nvPicPr>
            <p:cNvPr id="2097176" name="图片 9" descr="图层 2"/>
            <p:cNvPicPr>
              <a:picLocks noChangeAspect="1"/>
            </p:cNvPicPr>
            <p:nvPr userDrawn="1">
              <p:custDataLst>
                <p:tags r:id="rId4"/>
              </p:custDataLst>
            </p:nvPr>
          </p:nvPicPr>
          <p:blipFill>
            <a:blip xmlns:r="http://schemas.openxmlformats.org/officeDocument/2006/relationships" r:embed="rId5"/>
            <a:stretch>
              <a:fillRect/>
            </a:stretch>
          </p:blipFill>
          <p:spPr>
            <a:xfrm>
              <a:off x="30522" y="20451"/>
              <a:ext cx="471888" cy="331893"/>
            </a:xfrm>
            <a:prstGeom prst="rect"/>
          </p:spPr>
        </p:pic>
      </p:grpSp>
      <p:sp>
        <p:nvSpPr>
          <p:cNvPr id="1048714" name="标题 1"/>
          <p:cNvSpPr>
            <a:spLocks noGrp="1"/>
          </p:cNvSpPr>
          <p:nvPr userDrawn="1">
            <p:ph type="title"/>
            <p:custDataLst>
              <p:tags r:id="rId6"/>
            </p:custDataLst>
          </p:nvPr>
        </p:nvSpPr>
        <p:spPr>
          <a:xfrm>
            <a:off x="502412" y="332426"/>
            <a:ext cx="8139178" cy="331473"/>
          </a:xfrm>
        </p:spPr>
        <p:txBody>
          <a:bodyPr anchor="t" anchorCtr="0" bIns="46990" lIns="90170" rIns="90170" rtlCol="0" tIns="46990" vert="horz">
            <a:normAutofit fontScale="90000"/>
          </a:bodyPr>
          <a:lstStyle>
            <a:lvl1pPr algn="l" defTabSz="685800" eaLnBrk="1" fontAlgn="auto" hangingPunct="1" latinLnBrk="0" marL="0" marR="0" rtl="0">
              <a:lnSpc>
                <a:spcPct val="100000"/>
              </a:lnSpc>
              <a:buNone/>
              <a:defRPr altLang="en-US" baseline="0" b="1" cap="none" dirty="0" sz="1800" i="0" kern="1200" kumimoji="0" lang="zh-CN" noProof="1" normalizeH="0" spc="150" strike="noStrike" u="none">
                <a:solidFill>
                  <a:schemeClr val="tx1">
                    <a:lumMod val="85000"/>
                    <a:lumOff val="15000"/>
                  </a:schemeClr>
                </a:solidFill>
                <a:latin typeface="Arial" panose="020B0604020202020204" pitchFamily="34" charset="0"/>
                <a:ea typeface="Arial" panose="020B0604020202020204" pitchFamily="34" charset="0"/>
                <a:cs typeface="+mj-cs"/>
                <a:sym typeface="+mn-ea"/>
              </a:defRPr>
            </a:lvl1pPr>
          </a:lstStyle>
          <a:p>
            <a:pPr lvl="0"/>
            <a:r>
              <a:rPr dirty="0">
                <a:sym typeface="+mn-ea"/>
              </a:rPr>
              <a:t>单击此处编辑母版标题样式</a:t>
            </a:r>
            <a:endParaRPr dirty="0">
              <a:sym typeface="+mn-ea"/>
            </a:endParaRPr>
          </a:p>
        </p:txBody>
      </p:sp>
      <p:sp>
        <p:nvSpPr>
          <p:cNvPr id="1048715" name="内容占位符 2"/>
          <p:cNvSpPr>
            <a:spLocks noGrp="1"/>
          </p:cNvSpPr>
          <p:nvPr userDrawn="1">
            <p:ph idx="1"/>
            <p:custDataLst>
              <p:tags r:id="rId7"/>
            </p:custDataLst>
          </p:nvPr>
        </p:nvSpPr>
        <p:spPr>
          <a:xfrm>
            <a:off x="502412" y="714382"/>
            <a:ext cx="8139178" cy="4041680"/>
          </a:xfrm>
        </p:spPr>
        <p:txBody>
          <a:bodyPr bIns="46990" lIns="90170" rIns="90170" rtlCol="0" tIns="46990" vert="horz">
            <a:normAutofit/>
          </a:bodyPr>
          <a:lstStyle>
            <a:lvl1pPr algn="l" defTabSz="685800" eaLnBrk="1" fontAlgn="auto" hangingPunct="1" indent="-171450" latinLnBrk="0" lvl="0" marL="1714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1pPr>
            <a:lvl2pPr algn="l" defTabSz="685800" eaLnBrk="1" fontAlgn="auto" hangingPunct="1" indent="-171450" latinLnBrk="0" lvl="1" marL="514350" marR="0" rtl="0">
              <a:lnSpc>
                <a:spcPct val="130000"/>
              </a:lnSpc>
              <a:spcBef>
                <a:spcPts val="0"/>
              </a:spcBef>
              <a:spcAft>
                <a:spcPts val="750"/>
              </a:spcAft>
              <a:buFont typeface="Arial" panose="020B0604020202020204" pitchFamily="34" charset="0"/>
              <a:buChar char="•"/>
              <a:tabLst>
                <a:tab algn="l" pos="1207135"/>
              </a:tabLst>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2pPr>
            <a:lvl3pPr algn="l" defTabSz="685800" eaLnBrk="1" fontAlgn="auto" hangingPunct="1" indent="-171450" latinLnBrk="0" lvl="2" marL="8572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3pPr>
            <a:lvl4pPr algn="l" defTabSz="685800" eaLnBrk="1" fontAlgn="auto" hangingPunct="1" indent="-171450" latinLnBrk="0" lvl="3" marL="12001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4pPr>
            <a:lvl5pPr algn="l" defTabSz="685800" eaLnBrk="1" fontAlgn="auto" hangingPunct="1" indent="-171450" latinLnBrk="0" lvl="4" marL="15430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1048716" name="日期占位符 3"/>
          <p:cNvSpPr>
            <a:spLocks noGrp="1"/>
          </p:cNvSpPr>
          <p:nvPr userDrawn="1">
            <p:ph type="dt" sz="half" idx="10"/>
            <p:custDataLst>
              <p:tags r:id="rId8"/>
            </p:custDataLst>
          </p:nvPr>
        </p:nvSpPr>
        <p:spPr/>
        <p:txBody>
          <a:bodyPr/>
          <a:p>
            <a:fld id="{760FBDFE-C587-4B4C-A407-44438C67B59E}" type="datetimeFigureOut">
              <a:rPr altLang="en-US" lang="zh-CN" smtClean="0"/>
            </a:fld>
            <a:endParaRPr altLang="en-US" lang="zh-CN"/>
          </a:p>
        </p:txBody>
      </p:sp>
      <p:sp>
        <p:nvSpPr>
          <p:cNvPr id="1048717" name="页脚占位符 4"/>
          <p:cNvSpPr>
            <a:spLocks noGrp="1"/>
          </p:cNvSpPr>
          <p:nvPr userDrawn="1">
            <p:ph type="ftr" sz="quarter" idx="11"/>
            <p:custDataLst>
              <p:tags r:id="rId9"/>
            </p:custDataLst>
          </p:nvPr>
        </p:nvSpPr>
        <p:spPr/>
        <p:txBody>
          <a:bodyPr/>
          <a:p>
            <a:endParaRPr altLang="en-US" lang="zh-CN"/>
          </a:p>
        </p:txBody>
      </p:sp>
      <p:sp>
        <p:nvSpPr>
          <p:cNvPr id="1048718" name="灯片编号占位符 5"/>
          <p:cNvSpPr>
            <a:spLocks noGrp="1"/>
          </p:cNvSpPr>
          <p:nvPr userDrawn="1">
            <p:ph type="sldNum" sz="quarter" idx="12"/>
            <p:custDataLst>
              <p:tags r:id="rId10"/>
            </p:custDataLst>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节标题">
    <p:bg>
      <p:bgPr>
        <a:blipFill rotWithShape="1" dpi="0">
          <a:blip xmlns:r="http://schemas.openxmlformats.org/officeDocument/2006/relationships" r:embed="rId1">
            <a:lum/>
          </a:blip>
          <a:srcRect/>
          <a:stretch>
            <a:fillRect/>
          </a:stretch>
        </a:blipFill>
      </p:bgPr>
    </p:bg>
    <p:spTree>
      <p:nvGrpSpPr>
        <p:cNvPr id="77" name=""/>
        <p:cNvGrpSpPr/>
        <p:nvPr/>
      </p:nvGrpSpPr>
      <p:grpSpPr>
        <a:xfrm>
          <a:off x="0" y="0"/>
          <a:ext cx="0" cy="0"/>
          <a:chOff x="0" y="0"/>
          <a:chExt cx="0" cy="0"/>
        </a:xfrm>
      </p:grpSpPr>
      <p:sp>
        <p:nvSpPr>
          <p:cNvPr id="1048703" name="标题 1"/>
          <p:cNvSpPr>
            <a:spLocks noGrp="1"/>
          </p:cNvSpPr>
          <p:nvPr>
            <p:ph type="title" hasCustomPrompt="1"/>
            <p:custDataLst>
              <p:tags r:id="rId2"/>
            </p:custDataLst>
          </p:nvPr>
        </p:nvSpPr>
        <p:spPr>
          <a:xfrm>
            <a:off x="2278279" y="1971675"/>
            <a:ext cx="4698718" cy="695711"/>
          </a:xfrm>
        </p:spPr>
        <p:txBody>
          <a:bodyPr anchor="b" anchorCtr="0" bIns="0" lIns="90000" rIns="90000" tIns="46800">
            <a:normAutofit/>
          </a:bodyPr>
          <a:lstStyle>
            <a:lvl1pPr algn="ctr">
              <a:defRPr baseline="0" cap="none" sz="3600" kern="1200" normalizeH="0" spc="225" strike="noStrike" u="none">
                <a:blipFill>
                  <a:blip xmlns:r="http://schemas.openxmlformats.org/officeDocument/2006/relationships" r:embed="rId3"/>
                  <a:stretch>
                    <a:fillRect/>
                  </a:stretch>
                </a:blipFill>
                <a:latin typeface="Arial" panose="020B0604020202020204" pitchFamily="34" charset="0"/>
                <a:ea typeface="Arial" panose="020B0604020202020204" pitchFamily="34" charset="0"/>
              </a:defRPr>
            </a:lvl1pPr>
          </a:lstStyle>
          <a:p>
            <a:r>
              <a:rPr altLang="en-US" dirty="0" lang="zh-CN"/>
              <a:t>单击此处编辑标题</a:t>
            </a:r>
            <a:endParaRPr altLang="en-US" dirty="0" lang="zh-CN"/>
          </a:p>
        </p:txBody>
      </p:sp>
      <p:sp>
        <p:nvSpPr>
          <p:cNvPr id="1048704" name="文本占位符 2"/>
          <p:cNvSpPr>
            <a:spLocks noGrp="1"/>
          </p:cNvSpPr>
          <p:nvPr>
            <p:ph type="body" idx="1"/>
            <p:custDataLst>
              <p:tags r:id="rId4"/>
            </p:custDataLst>
          </p:nvPr>
        </p:nvSpPr>
        <p:spPr>
          <a:xfrm>
            <a:off x="2278275" y="2725961"/>
            <a:ext cx="4698718" cy="808489"/>
          </a:xfrm>
        </p:spPr>
        <p:txBody>
          <a:bodyPr bIns="46800" lIns="90000" rIns="90000" tIns="0">
            <a:normAutofit/>
          </a:bodyPr>
          <a:lstStyle>
            <a:lvl1pPr algn="ctr" eaLnBrk="1" fontAlgn="auto" hangingPunct="1" indent="0" latinLnBrk="0" marL="0">
              <a:buNone/>
              <a:defRPr altLang="en-US" baseline="0" b="0" cap="none" sz="1800" i="0" kern="1200" kumimoji="0" lang="zh-CN" noProof="1" normalizeH="0" spc="113" strike="noStrike" u="none">
                <a:solidFill>
                  <a:schemeClr val="bg1"/>
                </a:solidFill>
                <a:latin typeface="Arial" panose="020B0604020202020204" pitchFamily="34" charset="0"/>
                <a:ea typeface="Arial" panose="020B0604020202020204" pitchFamily="34" charset="0"/>
                <a:cs typeface="+mn-cs"/>
                <a:sym typeface="+mn-ea"/>
              </a:defRPr>
            </a:lvl1pPr>
            <a:lvl2pPr indent="0" marL="342900">
              <a:buNone/>
              <a:defRPr sz="1500">
                <a:solidFill>
                  <a:schemeClr val="tx1">
                    <a:tint val="75000"/>
                  </a:schemeClr>
                </a:solidFill>
              </a:defRPr>
            </a:lvl2pPr>
            <a:lvl3pPr indent="0" marL="685800">
              <a:buNone/>
              <a:defRPr sz="1350">
                <a:solidFill>
                  <a:schemeClr val="tx1">
                    <a:tint val="75000"/>
                  </a:schemeClr>
                </a:solidFill>
              </a:defRPr>
            </a:lvl3pPr>
            <a:lvl4pPr indent="0" marL="1028700">
              <a:buNone/>
              <a:defRPr sz="1200">
                <a:solidFill>
                  <a:schemeClr val="tx1">
                    <a:tint val="75000"/>
                  </a:schemeClr>
                </a:solidFill>
              </a:defRPr>
            </a:lvl4pPr>
            <a:lvl5pPr indent="0" marL="1371600">
              <a:buNone/>
              <a:defRPr sz="1200">
                <a:solidFill>
                  <a:schemeClr val="tx1">
                    <a:tint val="75000"/>
                  </a:schemeClr>
                </a:solidFill>
              </a:defRPr>
            </a:lvl5pPr>
            <a:lvl6pPr indent="0" marL="1714500">
              <a:buNone/>
              <a:defRPr sz="1200">
                <a:solidFill>
                  <a:schemeClr val="tx1">
                    <a:tint val="75000"/>
                  </a:schemeClr>
                </a:solidFill>
              </a:defRPr>
            </a:lvl6pPr>
            <a:lvl7pPr indent="0" marL="2057400">
              <a:buNone/>
              <a:defRPr sz="1200">
                <a:solidFill>
                  <a:schemeClr val="tx1">
                    <a:tint val="75000"/>
                  </a:schemeClr>
                </a:solidFill>
              </a:defRPr>
            </a:lvl7pPr>
            <a:lvl8pPr indent="0" marL="2400300">
              <a:buNone/>
              <a:defRPr sz="1200">
                <a:solidFill>
                  <a:schemeClr val="tx1">
                    <a:tint val="75000"/>
                  </a:schemeClr>
                </a:solidFill>
              </a:defRPr>
            </a:lvl8pPr>
            <a:lvl9pPr indent="0" marL="2743200">
              <a:buNone/>
              <a:defRPr sz="1200">
                <a:solidFill>
                  <a:schemeClr val="tx1">
                    <a:tint val="75000"/>
                  </a:schemeClr>
                </a:solidFill>
              </a:defRPr>
            </a:lvl9pPr>
          </a:lstStyle>
          <a:p>
            <a:pPr lvl="0"/>
            <a:r>
              <a:rPr altLang="en-US" dirty="0" lang="zh-CN"/>
              <a:t>单击此处编辑母版文本样式</a:t>
            </a:r>
            <a:endParaRPr altLang="en-US" dirty="0" lang="zh-CN"/>
          </a:p>
        </p:txBody>
      </p:sp>
      <p:sp>
        <p:nvSpPr>
          <p:cNvPr id="1048705" name="日期占位符 3"/>
          <p:cNvSpPr>
            <a:spLocks noGrp="1"/>
          </p:cNvSpPr>
          <p:nvPr>
            <p:ph type="dt" sz="half" idx="10"/>
            <p:custDataLst>
              <p:tags r:id="rId5"/>
            </p:custDataLst>
          </p:nvPr>
        </p:nvSpPr>
        <p:spPr/>
        <p:txBody>
          <a:bodyPr/>
          <a:p>
            <a:fld id="{760FBDFE-C587-4B4C-A407-44438C67B59E}" type="datetimeFigureOut">
              <a:rPr altLang="en-US" lang="zh-CN" smtClean="0"/>
            </a:fld>
            <a:endParaRPr altLang="en-US" lang="zh-CN"/>
          </a:p>
        </p:txBody>
      </p:sp>
      <p:sp>
        <p:nvSpPr>
          <p:cNvPr id="1048706" name="页脚占位符 4"/>
          <p:cNvSpPr>
            <a:spLocks noGrp="1"/>
          </p:cNvSpPr>
          <p:nvPr>
            <p:ph type="ftr" sz="quarter" idx="11"/>
            <p:custDataLst>
              <p:tags r:id="rId6"/>
            </p:custDataLst>
          </p:nvPr>
        </p:nvSpPr>
        <p:spPr/>
        <p:txBody>
          <a:bodyPr/>
          <a:p>
            <a:endParaRPr altLang="en-US" lang="zh-CN"/>
          </a:p>
        </p:txBody>
      </p:sp>
      <p:sp>
        <p:nvSpPr>
          <p:cNvPr id="1048707" name="灯片编号占位符 5"/>
          <p:cNvSpPr>
            <a:spLocks noGrp="1"/>
          </p:cNvSpPr>
          <p:nvPr>
            <p:ph type="sldNum" sz="quarter" idx="12"/>
            <p:custDataLst>
              <p:tags r:id="rId7"/>
            </p:custDataLst>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两栏内容">
    <p:bg>
      <p:bgPr>
        <a:solidFill>
          <a:schemeClr val="bg2"/>
        </a:solidFill>
      </p:bgPr>
    </p:bg>
    <p:spTree>
      <p:nvGrpSpPr>
        <p:cNvPr id="68" name=""/>
        <p:cNvGrpSpPr/>
        <p:nvPr/>
      </p:nvGrpSpPr>
      <p:grpSpPr>
        <a:xfrm>
          <a:off x="0" y="0"/>
          <a:ext cx="0" cy="0"/>
          <a:chOff x="0" y="0"/>
          <a:chExt cx="0" cy="0"/>
        </a:xfrm>
      </p:grpSpPr>
      <p:pic>
        <p:nvPicPr>
          <p:cNvPr id="2097169" name="图片 7" descr="图层 3"/>
          <p:cNvPicPr>
            <a:picLocks noChangeAspect="1"/>
          </p:cNvPicPr>
          <p:nvPr userDrawn="1">
            <p:custDataLst>
              <p:tags r:id="rId1"/>
            </p:custDataLst>
          </p:nvPr>
        </p:nvPicPr>
        <p:blipFill>
          <a:blip xmlns:r="http://schemas.openxmlformats.org/officeDocument/2006/relationships" r:embed="rId2"/>
          <a:stretch>
            <a:fillRect/>
          </a:stretch>
        </p:blipFill>
        <p:spPr>
          <a:xfrm>
            <a:off x="0" y="26023"/>
            <a:ext cx="685165" cy="427355"/>
          </a:xfrm>
          <a:prstGeom prst="rect"/>
        </p:spPr>
      </p:pic>
      <p:sp>
        <p:nvSpPr>
          <p:cNvPr id="1048666" name="标题 1"/>
          <p:cNvSpPr>
            <a:spLocks noGrp="1"/>
          </p:cNvSpPr>
          <p:nvPr>
            <p:ph type="title"/>
            <p:custDataLst>
              <p:tags r:id="rId3"/>
            </p:custDataLst>
          </p:nvPr>
        </p:nvSpPr>
        <p:spPr>
          <a:xfrm>
            <a:off x="502412" y="332426"/>
            <a:ext cx="8139178" cy="331473"/>
          </a:xfrm>
        </p:spPr>
        <p:txBody>
          <a:bodyPr anchor="t" anchorCtr="0" bIns="46990" lIns="90170" rIns="90170" rtlCol="0" tIns="46990" vert="horz">
            <a:normAutofit fontScale="90000"/>
          </a:bodyPr>
          <a:lstStyle>
            <a:lvl1pPr algn="l" defTabSz="685800" eaLnBrk="1" fontAlgn="auto" hangingPunct="1" latinLnBrk="0" lvl="0" marL="0" marR="0" rtl="0">
              <a:lnSpc>
                <a:spcPct val="100000"/>
              </a:lnSpc>
              <a:buNone/>
              <a:defRPr altLang="en-US" baseline="0" b="1" cap="none" dirty="0" sz="1800" i="0" kern="1200" kumimoji="0" lang="zh-CN" noProof="1" normalizeH="0" spc="150" strike="noStrike" u="none">
                <a:solidFill>
                  <a:schemeClr val="tx1"/>
                </a:solidFill>
                <a:latin typeface="Arial" panose="020B0604020202020204" pitchFamily="34" charset="0"/>
                <a:ea typeface="Arial" panose="020B0604020202020204" pitchFamily="34" charset="0"/>
                <a:cs typeface="+mj-cs"/>
                <a:sym typeface="+mn-ea"/>
              </a:defRPr>
            </a:lvl1pPr>
          </a:lstStyle>
          <a:p>
            <a:pPr lvl="0"/>
            <a:r>
              <a:rPr>
                <a:sym typeface="+mn-ea"/>
              </a:rPr>
              <a:t>单击此处编辑母版标题样式</a:t>
            </a:r>
            <a:endParaRPr>
              <a:sym typeface="+mn-ea"/>
            </a:endParaRPr>
          </a:p>
        </p:txBody>
      </p:sp>
      <p:sp>
        <p:nvSpPr>
          <p:cNvPr id="1048667" name="内容占位符 2"/>
          <p:cNvSpPr>
            <a:spLocks noGrp="1"/>
          </p:cNvSpPr>
          <p:nvPr>
            <p:ph sz="half" idx="1"/>
            <p:custDataLst>
              <p:tags r:id="rId4"/>
            </p:custDataLst>
          </p:nvPr>
        </p:nvSpPr>
        <p:spPr>
          <a:xfrm>
            <a:off x="502447" y="714382"/>
            <a:ext cx="3962432" cy="4041680"/>
          </a:xfrm>
        </p:spPr>
        <p:txBody>
          <a:bodyPr bIns="46990" lIns="90170" rIns="90170" rtlCol="0" tIns="46990" vert="horz">
            <a:normAutofit/>
          </a:bodyPr>
          <a:lstStyle>
            <a:lvl1pPr algn="l" defTabSz="685800" eaLnBrk="1" fontAlgn="auto" hangingPunct="1" indent="-171450" latinLnBrk="0" lvl="0" marL="1714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solidFill>
                <a:latin typeface="Arial" panose="020B0604020202020204" pitchFamily="34" charset="0"/>
                <a:ea typeface="Arial" panose="020B0604020202020204" pitchFamily="34" charset="0"/>
                <a:cs typeface="+mn-cs"/>
                <a:sym typeface="+mn-ea"/>
              </a:defRPr>
            </a:lvl1pPr>
            <a:lvl2pPr algn="l" defTabSz="685800" eaLnBrk="1" fontAlgn="auto" hangingPunct="1" indent="-171450" latinLnBrk="0" lvl="1" marL="514350" marR="0" rtl="0">
              <a:lnSpc>
                <a:spcPct val="130000"/>
              </a:lnSpc>
              <a:spcBef>
                <a:spcPts val="0"/>
              </a:spcBef>
              <a:spcAft>
                <a:spcPts val="750"/>
              </a:spcAft>
              <a:buFont typeface="Arial" panose="020B0604020202020204" pitchFamily="34" charset="0"/>
              <a:buChar char="•"/>
              <a:tabLst>
                <a:tab algn="l" pos="1207135"/>
              </a:tabLst>
              <a:defRPr altLang="en-US" baseline="0" b="0" cap="none" dirty="0" sz="1200" i="0" kern="1200" kumimoji="0" lang="zh-CN" noProof="1" normalizeH="0" spc="113" strike="noStrike" u="none">
                <a:solidFill>
                  <a:schemeClr val="tx1"/>
                </a:solidFill>
                <a:latin typeface="Arial" panose="020B0604020202020204" pitchFamily="34" charset="0"/>
                <a:ea typeface="Arial" panose="020B0604020202020204" pitchFamily="34" charset="0"/>
                <a:cs typeface="+mn-cs"/>
                <a:sym typeface="+mn-ea"/>
              </a:defRPr>
            </a:lvl2pPr>
            <a:lvl3pPr algn="l" defTabSz="685800" eaLnBrk="1" fontAlgn="auto" hangingPunct="1" indent="-171450" latinLnBrk="0" lvl="2" marL="8572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solidFill>
                <a:latin typeface="Arial" panose="020B0604020202020204" pitchFamily="34" charset="0"/>
                <a:ea typeface="Arial" panose="020B0604020202020204" pitchFamily="34" charset="0"/>
                <a:cs typeface="+mn-cs"/>
                <a:sym typeface="+mn-ea"/>
              </a:defRPr>
            </a:lvl3pPr>
            <a:lvl4pPr algn="l" defTabSz="685800" eaLnBrk="1" fontAlgn="auto" hangingPunct="1" indent="-171450" latinLnBrk="0" lvl="3" marL="12001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solidFill>
                <a:latin typeface="Arial" panose="020B0604020202020204" pitchFamily="34" charset="0"/>
                <a:ea typeface="Arial" panose="020B0604020202020204" pitchFamily="34" charset="0"/>
                <a:cs typeface="+mn-cs"/>
                <a:sym typeface="+mn-ea"/>
              </a:defRPr>
            </a:lvl4pPr>
            <a:lvl5pPr algn="l" defTabSz="685800" eaLnBrk="1" fontAlgn="auto" hangingPunct="1" indent="-171450" latinLnBrk="0" lvl="4" marL="15430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solidFill>
                <a:latin typeface="Arial" panose="020B0604020202020204" pitchFamily="34" charset="0"/>
                <a:ea typeface="Arial" panose="020B0604020202020204" pitchFamily="34" charset="0"/>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1048668" name="内容占位符 3"/>
          <p:cNvSpPr>
            <a:spLocks noGrp="1"/>
          </p:cNvSpPr>
          <p:nvPr>
            <p:ph sz="half" idx="2"/>
            <p:custDataLst>
              <p:tags r:id="rId5"/>
            </p:custDataLst>
          </p:nvPr>
        </p:nvSpPr>
        <p:spPr>
          <a:xfrm>
            <a:off x="4679158" y="714382"/>
            <a:ext cx="3962432" cy="4041680"/>
          </a:xfrm>
        </p:spPr>
        <p:txBody>
          <a:bodyPr bIns="46990" lIns="90170" rIns="90170" tIns="46990">
            <a:normAutofit/>
          </a:bodyPr>
          <a:lstStyle>
            <a:lvl1pPr>
              <a:defRPr baseline="0" sz="1200">
                <a:latin typeface="Arial" panose="020B0604020202020204" pitchFamily="34" charset="0"/>
                <a:ea typeface="Arial" panose="020B0604020202020204" pitchFamily="34" charset="0"/>
              </a:defRPr>
            </a:lvl1pPr>
            <a:lvl2pPr>
              <a:defRPr baseline="0" sz="1200">
                <a:latin typeface="Arial" panose="020B0604020202020204" pitchFamily="34" charset="0"/>
                <a:ea typeface="Arial" panose="020B0604020202020204" pitchFamily="34" charset="0"/>
              </a:defRPr>
            </a:lvl2pPr>
            <a:lvl3pPr>
              <a:defRPr baseline="0" sz="1200">
                <a:latin typeface="Arial" panose="020B0604020202020204" pitchFamily="34" charset="0"/>
                <a:ea typeface="Arial" panose="020B0604020202020204" pitchFamily="34" charset="0"/>
              </a:defRPr>
            </a:lvl3pPr>
            <a:lvl4pPr>
              <a:defRPr baseline="0" sz="1200">
                <a:latin typeface="Arial" panose="020B0604020202020204" pitchFamily="34" charset="0"/>
                <a:ea typeface="Arial" panose="020B0604020202020204" pitchFamily="34" charset="0"/>
              </a:defRPr>
            </a:lvl4pPr>
            <a:lvl5pPr>
              <a:defRPr baseline="0" sz="1200">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669" name="日期占位符 4"/>
          <p:cNvSpPr>
            <a:spLocks noGrp="1"/>
          </p:cNvSpPr>
          <p:nvPr>
            <p:ph type="dt" sz="half" idx="10"/>
            <p:custDataLst>
              <p:tags r:id="rId6"/>
            </p:custDataLst>
          </p:nvPr>
        </p:nvSpPr>
        <p:spPr/>
        <p:txBody>
          <a:bodyPr/>
          <a:p>
            <a:fld id="{760FBDFE-C587-4B4C-A407-44438C67B59E}" type="datetimeFigureOut">
              <a:rPr altLang="en-US" lang="zh-CN" smtClean="0"/>
            </a:fld>
            <a:endParaRPr altLang="en-US" lang="zh-CN"/>
          </a:p>
        </p:txBody>
      </p:sp>
      <p:sp>
        <p:nvSpPr>
          <p:cNvPr id="1048670" name="页脚占位符 5"/>
          <p:cNvSpPr>
            <a:spLocks noGrp="1"/>
          </p:cNvSpPr>
          <p:nvPr>
            <p:ph type="ftr" sz="quarter" idx="11"/>
            <p:custDataLst>
              <p:tags r:id="rId7"/>
            </p:custDataLst>
          </p:nvPr>
        </p:nvSpPr>
        <p:spPr/>
        <p:txBody>
          <a:bodyPr/>
          <a:p>
            <a:endParaRPr altLang="en-US" lang="zh-CN"/>
          </a:p>
        </p:txBody>
      </p:sp>
      <p:sp>
        <p:nvSpPr>
          <p:cNvPr id="1048671" name="灯片编号占位符 6"/>
          <p:cNvSpPr>
            <a:spLocks noGrp="1"/>
          </p:cNvSpPr>
          <p:nvPr>
            <p:ph type="sldNum" sz="quarter" idx="12"/>
            <p:custDataLst>
              <p:tags r:id="rId8"/>
            </p:custDataLst>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比较">
    <p:bg>
      <p:bgPr>
        <a:solidFill>
          <a:schemeClr val="bg2"/>
        </a:solidFill>
      </p:bgPr>
    </p:bg>
    <p:spTree>
      <p:nvGrpSpPr>
        <p:cNvPr id="71" name=""/>
        <p:cNvGrpSpPr/>
        <p:nvPr/>
      </p:nvGrpSpPr>
      <p:grpSpPr>
        <a:xfrm>
          <a:off x="0" y="0"/>
          <a:ext cx="0" cy="0"/>
          <a:chOff x="0" y="0"/>
          <a:chExt cx="0" cy="0"/>
        </a:xfrm>
      </p:grpSpPr>
      <p:pic>
        <p:nvPicPr>
          <p:cNvPr id="2097170" name="图片 9" descr="图层 3"/>
          <p:cNvPicPr>
            <a:picLocks noChangeAspect="1"/>
          </p:cNvPicPr>
          <p:nvPr userDrawn="1">
            <p:custDataLst>
              <p:tags r:id="rId1"/>
            </p:custDataLst>
          </p:nvPr>
        </p:nvPicPr>
        <p:blipFill>
          <a:blip xmlns:r="http://schemas.openxmlformats.org/officeDocument/2006/relationships" r:embed="rId2"/>
          <a:stretch>
            <a:fillRect/>
          </a:stretch>
        </p:blipFill>
        <p:spPr>
          <a:xfrm>
            <a:off x="8378175" y="91369"/>
            <a:ext cx="685165" cy="427355"/>
          </a:xfrm>
          <a:prstGeom prst="rect"/>
        </p:spPr>
      </p:pic>
      <p:sp>
        <p:nvSpPr>
          <p:cNvPr id="1048676" name="标题 1"/>
          <p:cNvSpPr>
            <a:spLocks noGrp="1"/>
          </p:cNvSpPr>
          <p:nvPr>
            <p:ph type="title"/>
            <p:custDataLst>
              <p:tags r:id="rId3"/>
            </p:custDataLst>
          </p:nvPr>
        </p:nvSpPr>
        <p:spPr>
          <a:xfrm>
            <a:off x="502412" y="332426"/>
            <a:ext cx="8139178" cy="331473"/>
          </a:xfrm>
        </p:spPr>
        <p:txBody>
          <a:bodyPr anchor="t" anchorCtr="0" bIns="46990" lIns="90170" rIns="90170" rtlCol="0" tIns="46990" vert="horz">
            <a:normAutofit fontScale="90000"/>
          </a:bodyPr>
          <a:lstStyle>
            <a:lvl1pPr algn="l" defTabSz="685800" eaLnBrk="1" fontAlgn="auto" hangingPunct="1" latinLnBrk="0" lvl="0" marL="0" marR="0" rtl="0">
              <a:lnSpc>
                <a:spcPct val="100000"/>
              </a:lnSpc>
              <a:buNone/>
              <a:defRPr altLang="en-US" baseline="0" b="1" cap="none" dirty="0" sz="1800" i="0" kern="1200" kumimoji="0" lang="zh-CN" noProof="1" normalizeH="0" spc="150" strike="noStrike" u="none">
                <a:solidFill>
                  <a:schemeClr val="tx1">
                    <a:lumMod val="85000"/>
                    <a:lumOff val="15000"/>
                  </a:schemeClr>
                </a:solidFill>
                <a:latin typeface="Arial" panose="020B0604020202020204" pitchFamily="34" charset="0"/>
                <a:ea typeface="Arial" panose="020B0604020202020204" pitchFamily="34" charset="0"/>
                <a:cs typeface="+mj-cs"/>
                <a:sym typeface="+mn-ea"/>
              </a:defRPr>
            </a:lvl1pPr>
          </a:lstStyle>
          <a:p>
            <a:pPr lvl="0"/>
            <a:r>
              <a:rPr dirty="0">
                <a:sym typeface="+mn-ea"/>
              </a:rPr>
              <a:t>单击此处编辑母版标题样式</a:t>
            </a:r>
            <a:endParaRPr dirty="0">
              <a:sym typeface="+mn-ea"/>
            </a:endParaRPr>
          </a:p>
        </p:txBody>
      </p:sp>
      <p:sp>
        <p:nvSpPr>
          <p:cNvPr id="1048677" name="文本占位符 2"/>
          <p:cNvSpPr>
            <a:spLocks noGrp="1"/>
          </p:cNvSpPr>
          <p:nvPr>
            <p:ph type="body" idx="1" hasCustomPrompt="1"/>
            <p:custDataLst>
              <p:tags r:id="rId4"/>
            </p:custDataLst>
          </p:nvPr>
        </p:nvSpPr>
        <p:spPr>
          <a:xfrm>
            <a:off x="502447" y="714382"/>
            <a:ext cx="3962432" cy="285752"/>
          </a:xfrm>
        </p:spPr>
        <p:txBody>
          <a:bodyPr anchor="t" anchorCtr="0" bIns="46990" lIns="90170" rIns="90170" tIns="46990">
            <a:normAutofit fontScale="93333" lnSpcReduction="20000"/>
          </a:bodyPr>
          <a:lstStyle>
            <a:lvl1pPr eaLnBrk="1" fontAlgn="auto" hangingPunct="1" indent="0" latinLnBrk="0" marL="0">
              <a:lnSpc>
                <a:spcPct val="100000"/>
              </a:lnSpc>
              <a:spcAft>
                <a:spcPts val="0"/>
              </a:spcAft>
              <a:buNone/>
              <a:defRPr baseline="0" b="0" cap="none" sz="1500" kern="1200" normalizeH="0" spc="150" strike="noStrike" u="none">
                <a:solidFill>
                  <a:schemeClr val="tx1">
                    <a:lumMod val="85000"/>
                    <a:lumOff val="15000"/>
                  </a:schemeClr>
                </a:solidFill>
                <a:latin typeface="Arial" panose="020B0604020202020204" pitchFamily="34" charset="0"/>
                <a:ea typeface="Arial" panose="020B0604020202020204" pitchFamily="34" charset="0"/>
              </a:defRPr>
            </a:lvl1pPr>
            <a:lvl2pPr indent="0" marL="342900">
              <a:buNone/>
              <a:defRPr b="1" sz="1500"/>
            </a:lvl2pPr>
            <a:lvl3pPr indent="0" marL="685800">
              <a:buNone/>
              <a:defRPr b="1" sz="1350"/>
            </a:lvl3pPr>
            <a:lvl4pPr indent="0" marL="1028700">
              <a:buNone/>
              <a:defRPr b="1" sz="1200"/>
            </a:lvl4pPr>
            <a:lvl5pPr indent="0" marL="1371600">
              <a:buNone/>
              <a:defRPr b="1" sz="1200"/>
            </a:lvl5pPr>
            <a:lvl6pPr indent="0" marL="1714500">
              <a:buNone/>
              <a:defRPr b="1" sz="1200"/>
            </a:lvl6pPr>
            <a:lvl7pPr indent="0" marL="2057400">
              <a:buNone/>
              <a:defRPr b="1" sz="1200"/>
            </a:lvl7pPr>
            <a:lvl8pPr indent="0" marL="2400300">
              <a:buNone/>
              <a:defRPr b="1" sz="1200"/>
            </a:lvl8pPr>
            <a:lvl9pPr indent="0" marL="2743200">
              <a:buNone/>
              <a:defRPr b="1" sz="1200"/>
            </a:lvl9pPr>
          </a:lstStyle>
          <a:p>
            <a:pPr lvl="0"/>
            <a:r>
              <a:rPr altLang="en-US" dirty="0" lang="zh-CN"/>
              <a:t>单击此处编辑文本</a:t>
            </a:r>
            <a:endParaRPr altLang="en-US" dirty="0" lang="zh-CN"/>
          </a:p>
        </p:txBody>
      </p:sp>
      <p:sp>
        <p:nvSpPr>
          <p:cNvPr id="1048678" name="内容占位符 3"/>
          <p:cNvSpPr>
            <a:spLocks noGrp="1"/>
          </p:cNvSpPr>
          <p:nvPr>
            <p:ph sz="half" idx="2"/>
            <p:custDataLst>
              <p:tags r:id="rId5"/>
            </p:custDataLst>
          </p:nvPr>
        </p:nvSpPr>
        <p:spPr>
          <a:xfrm>
            <a:off x="502444" y="1054894"/>
            <a:ext cx="3962400" cy="3701064"/>
          </a:xfrm>
        </p:spPr>
        <p:txBody>
          <a:bodyPr bIns="46990" lIns="90170" rIns="90170" rtlCol="0" tIns="46990" vert="horz">
            <a:normAutofit/>
          </a:bodyPr>
          <a:lstStyle>
            <a:lvl1pPr algn="l" defTabSz="685800" eaLnBrk="1" fontAlgn="auto" hangingPunct="1" indent="-171450" latinLnBrk="0" lvl="0" marL="1714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1pPr>
            <a:lvl2pPr algn="l" defTabSz="685800" eaLnBrk="1" fontAlgn="auto" hangingPunct="1" indent="-171450" latinLnBrk="0" lvl="1" marL="514350" marR="0" rtl="0">
              <a:lnSpc>
                <a:spcPct val="130000"/>
              </a:lnSpc>
              <a:spcBef>
                <a:spcPts val="0"/>
              </a:spcBef>
              <a:spcAft>
                <a:spcPts val="750"/>
              </a:spcAft>
              <a:buFont typeface="Arial" panose="020B0604020202020204" pitchFamily="34" charset="0"/>
              <a:buChar char="•"/>
              <a:tabLst>
                <a:tab algn="l" pos="1207135"/>
              </a:tabLst>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2pPr>
            <a:lvl3pPr algn="l" defTabSz="685800" eaLnBrk="1" fontAlgn="auto" hangingPunct="1" indent="-171450" latinLnBrk="0" lvl="2" marL="8572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3pPr>
            <a:lvl4pPr algn="l" defTabSz="685800" eaLnBrk="1" fontAlgn="auto" hangingPunct="1" indent="-171450" latinLnBrk="0" lvl="3" marL="12001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4pPr>
            <a:lvl5pPr algn="l" defTabSz="685800" eaLnBrk="1" fontAlgn="auto" hangingPunct="1" indent="-171450" latinLnBrk="0" lvl="4" marL="15430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1048679" name="文本占位符 4"/>
          <p:cNvSpPr>
            <a:spLocks noGrp="1"/>
          </p:cNvSpPr>
          <p:nvPr>
            <p:ph type="body" sz="quarter" idx="3" hasCustomPrompt="1"/>
            <p:custDataLst>
              <p:tags r:id="rId6"/>
            </p:custDataLst>
          </p:nvPr>
        </p:nvSpPr>
        <p:spPr>
          <a:xfrm>
            <a:off x="4676812" y="714382"/>
            <a:ext cx="3962432" cy="285752"/>
          </a:xfrm>
        </p:spPr>
        <p:txBody>
          <a:bodyPr anchor="t" anchorCtr="0" bIns="46990" lIns="90170" rIns="90170" rtlCol="0" tIns="46990" vert="horz">
            <a:normAutofit fontScale="93333" lnSpcReduction="20000"/>
          </a:bodyPr>
          <a:lstStyle>
            <a:lvl1pPr algn="l" defTabSz="685800" eaLnBrk="1" fontAlgn="auto" hangingPunct="1" indent="0" latinLnBrk="0" lvl="0" marL="0" marR="0" rtl="0">
              <a:lnSpc>
                <a:spcPct val="100000"/>
              </a:lnSpc>
              <a:spcBef>
                <a:spcPts val="0"/>
              </a:spcBef>
              <a:spcAft>
                <a:spcPts val="0"/>
              </a:spcAft>
              <a:buFont typeface="Arial" panose="020B0604020202020204" pitchFamily="34" charset="0"/>
              <a:buNone/>
              <a:defRPr altLang="en-US" baseline="0" b="0" cap="none" dirty="0" sz="1500" i="0" kern="1200" kumimoji="0" lang="zh-CN" noProof="1" normalizeH="0" spc="150"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1pPr>
            <a:lvl2pPr indent="0" marL="342900">
              <a:buNone/>
              <a:defRPr b="1" sz="1500"/>
            </a:lvl2pPr>
            <a:lvl3pPr indent="0" marL="685800">
              <a:buNone/>
              <a:defRPr b="1" sz="1350"/>
            </a:lvl3pPr>
            <a:lvl4pPr indent="0" marL="1028700">
              <a:buNone/>
              <a:defRPr b="1" sz="1200"/>
            </a:lvl4pPr>
            <a:lvl5pPr indent="0" marL="1371600">
              <a:buNone/>
              <a:defRPr b="1" sz="1200"/>
            </a:lvl5pPr>
            <a:lvl6pPr indent="0" marL="1714500">
              <a:buNone/>
              <a:defRPr b="1" sz="1200"/>
            </a:lvl6pPr>
            <a:lvl7pPr indent="0" marL="2057400">
              <a:buNone/>
              <a:defRPr b="1" sz="1200"/>
            </a:lvl7pPr>
            <a:lvl8pPr indent="0" marL="2400300">
              <a:buNone/>
              <a:defRPr b="1" sz="1200"/>
            </a:lvl8pPr>
            <a:lvl9pPr indent="0" marL="2743200">
              <a:buNone/>
              <a:defRPr b="1" sz="1200"/>
            </a:lvl9pPr>
          </a:lstStyle>
          <a:p>
            <a:pPr lvl="0"/>
            <a:r>
              <a:rPr>
                <a:sym typeface="+mn-ea"/>
              </a:rPr>
              <a:t>单击此处编辑文本</a:t>
            </a:r>
            <a:endParaRPr>
              <a:sym typeface="+mn-ea"/>
            </a:endParaRPr>
          </a:p>
        </p:txBody>
      </p:sp>
      <p:sp>
        <p:nvSpPr>
          <p:cNvPr id="1048680" name="内容占位符 5"/>
          <p:cNvSpPr>
            <a:spLocks noGrp="1"/>
          </p:cNvSpPr>
          <p:nvPr>
            <p:ph sz="quarter" idx="4"/>
            <p:custDataLst>
              <p:tags r:id="rId7"/>
            </p:custDataLst>
          </p:nvPr>
        </p:nvSpPr>
        <p:spPr>
          <a:xfrm>
            <a:off x="4676812" y="1054894"/>
            <a:ext cx="3962432" cy="3701064"/>
          </a:xfrm>
        </p:spPr>
        <p:txBody>
          <a:bodyPr bIns="46990" lIns="90170" rIns="90170" rtlCol="0" tIns="46990" vert="horz">
            <a:normAutofit/>
          </a:bodyPr>
          <a:lstStyle>
            <a:lvl1pPr algn="l" defTabSz="685800" eaLnBrk="1" fontAlgn="auto" hangingPunct="1" indent="-171450" latinLnBrk="0" lvl="0" marL="1714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1pPr>
            <a:lvl2pPr algn="l" defTabSz="685800" eaLnBrk="1" fontAlgn="auto" hangingPunct="1" indent="-171450" latinLnBrk="0" lvl="1" marL="514350" marR="0" rtl="0">
              <a:lnSpc>
                <a:spcPct val="130000"/>
              </a:lnSpc>
              <a:spcBef>
                <a:spcPts val="0"/>
              </a:spcBef>
              <a:spcAft>
                <a:spcPts val="750"/>
              </a:spcAft>
              <a:buFont typeface="Arial" panose="020B0604020202020204" pitchFamily="34" charset="0"/>
              <a:buChar char="•"/>
              <a:tabLst>
                <a:tab algn="l" pos="1207135"/>
              </a:tabLst>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2pPr>
            <a:lvl3pPr algn="l" defTabSz="685800" eaLnBrk="1" fontAlgn="auto" hangingPunct="1" indent="-171450" latinLnBrk="0" lvl="2" marL="8572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3pPr>
            <a:lvl4pPr algn="l" defTabSz="685800" eaLnBrk="1" fontAlgn="auto" hangingPunct="1" indent="-171450" latinLnBrk="0" lvl="3" marL="12001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4pPr>
            <a:lvl5pPr algn="l" defTabSz="685800" eaLnBrk="1" fontAlgn="auto" hangingPunct="1" indent="-171450" latinLnBrk="0" lvl="4" marL="15430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1048681" name="日期占位符 6"/>
          <p:cNvSpPr>
            <a:spLocks noGrp="1"/>
          </p:cNvSpPr>
          <p:nvPr>
            <p:ph type="dt" sz="half" idx="10"/>
            <p:custDataLst>
              <p:tags r:id="rId8"/>
            </p:custDataLst>
          </p:nvPr>
        </p:nvSpPr>
        <p:spPr/>
        <p:txBody>
          <a:bodyPr/>
          <a:p>
            <a:fld id="{760FBDFE-C587-4B4C-A407-44438C67B59E}" type="datetimeFigureOut">
              <a:rPr altLang="en-US" lang="zh-CN" smtClean="0"/>
            </a:fld>
            <a:endParaRPr altLang="en-US" lang="zh-CN"/>
          </a:p>
        </p:txBody>
      </p:sp>
      <p:sp>
        <p:nvSpPr>
          <p:cNvPr id="1048682" name="页脚占位符 7"/>
          <p:cNvSpPr>
            <a:spLocks noGrp="1"/>
          </p:cNvSpPr>
          <p:nvPr>
            <p:ph type="ftr" sz="quarter" idx="11"/>
            <p:custDataLst>
              <p:tags r:id="rId9"/>
            </p:custDataLst>
          </p:nvPr>
        </p:nvSpPr>
        <p:spPr/>
        <p:txBody>
          <a:bodyPr/>
          <a:p>
            <a:endParaRPr altLang="en-US" lang="zh-CN"/>
          </a:p>
        </p:txBody>
      </p:sp>
      <p:sp>
        <p:nvSpPr>
          <p:cNvPr id="1048683" name="灯片编号占位符 8"/>
          <p:cNvSpPr>
            <a:spLocks noGrp="1"/>
          </p:cNvSpPr>
          <p:nvPr>
            <p:ph type="sldNum" sz="quarter" idx="12"/>
            <p:custDataLst>
              <p:tags r:id="rId10"/>
            </p:custDataLst>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仅标题">
    <p:bg>
      <p:bgPr>
        <a:blipFill rotWithShape="1" dpi="0">
          <a:blip xmlns:r="http://schemas.openxmlformats.org/officeDocument/2006/relationships" r:embed="rId1">
            <a:lum/>
          </a:blip>
          <a:srcRect/>
          <a:stretch>
            <a:fillRect/>
          </a:stretch>
        </a:blipFill>
      </p:bgPr>
    </p:bg>
    <p:spTree>
      <p:nvGrpSpPr>
        <p:cNvPr id="44" name=""/>
        <p:cNvGrpSpPr/>
        <p:nvPr/>
      </p:nvGrpSpPr>
      <p:grpSpPr>
        <a:xfrm>
          <a:off x="0" y="0"/>
          <a:ext cx="0" cy="0"/>
          <a:chOff x="0" y="0"/>
          <a:chExt cx="0" cy="0"/>
        </a:xfrm>
      </p:grpSpPr>
      <p:pic>
        <p:nvPicPr>
          <p:cNvPr id="2097154" name="图片 16"/>
          <p:cNvPicPr>
            <a:picLocks noChangeAspect="1"/>
          </p:cNvPicPr>
          <p:nvPr userDrawn="1">
            <p:custDataLst>
              <p:tags r:id="rId2"/>
            </p:custDataLst>
          </p:nvPr>
        </p:nvPicPr>
        <p:blipFill>
          <a:blip xmlns:r="http://schemas.openxmlformats.org/officeDocument/2006/relationships" r:embed="rId3"/>
          <a:stretch>
            <a:fillRect/>
          </a:stretch>
        </p:blipFill>
        <p:spPr>
          <a:xfrm>
            <a:off x="7308999" y="3910563"/>
            <a:ext cx="1745791" cy="1232937"/>
          </a:xfrm>
          <a:prstGeom prst="rect"/>
        </p:spPr>
      </p:pic>
      <p:pic>
        <p:nvPicPr>
          <p:cNvPr id="2097155" name="图片 24"/>
          <p:cNvPicPr>
            <a:picLocks noChangeAspect="1"/>
          </p:cNvPicPr>
          <p:nvPr userDrawn="1">
            <p:custDataLst>
              <p:tags r:id="rId4"/>
            </p:custDataLst>
          </p:nvPr>
        </p:nvPicPr>
        <p:blipFill>
          <a:blip xmlns:r="http://schemas.openxmlformats.org/officeDocument/2006/relationships" r:embed="rId5"/>
          <a:stretch>
            <a:fillRect/>
          </a:stretch>
        </p:blipFill>
        <p:spPr>
          <a:xfrm>
            <a:off x="455280" y="4070504"/>
            <a:ext cx="1717593" cy="1072995"/>
          </a:xfrm>
          <a:prstGeom prst="rect"/>
        </p:spPr>
      </p:pic>
      <p:sp>
        <p:nvSpPr>
          <p:cNvPr id="1048589" name="标题 1"/>
          <p:cNvSpPr>
            <a:spLocks noGrp="1"/>
          </p:cNvSpPr>
          <p:nvPr>
            <p:ph type="title"/>
            <p:custDataLst>
              <p:tags r:id="rId6"/>
            </p:custDataLst>
          </p:nvPr>
        </p:nvSpPr>
        <p:spPr>
          <a:xfrm>
            <a:off x="502412" y="332423"/>
            <a:ext cx="8139178" cy="331473"/>
          </a:xfrm>
        </p:spPr>
        <p:txBody>
          <a:bodyPr anchor="t" anchorCtr="0" bIns="46990" lIns="90170" rIns="90170" rtlCol="0" tIns="46990" vert="horz">
            <a:normAutofit fontScale="90000"/>
          </a:bodyPr>
          <a:lstStyle>
            <a:lvl1pPr algn="l" defTabSz="685800" eaLnBrk="1" fontAlgn="auto" hangingPunct="1" latinLnBrk="0" lvl="0" marL="0" marR="0" rtl="0">
              <a:lnSpc>
                <a:spcPct val="100000"/>
              </a:lnSpc>
              <a:buNone/>
              <a:defRPr altLang="en-US" baseline="0" b="1" cap="none" dirty="0" sz="1800" i="0" kern="1200" kumimoji="0" lang="zh-CN" noProof="1" normalizeH="0" spc="150" strike="noStrike" u="none">
                <a:solidFill>
                  <a:schemeClr val="bg1"/>
                </a:solidFill>
                <a:latin typeface="Arial" panose="020B0604020202020204" pitchFamily="34" charset="0"/>
                <a:ea typeface="Arial" panose="020B0604020202020204" pitchFamily="34" charset="0"/>
                <a:cs typeface="+mj-cs"/>
                <a:sym typeface="+mn-ea"/>
              </a:defRPr>
            </a:lvl1pPr>
          </a:lstStyle>
          <a:p>
            <a:pPr lvl="0"/>
            <a:r>
              <a:rPr>
                <a:sym typeface="+mn-ea"/>
              </a:rPr>
              <a:t>单击此处编辑母版标题样式</a:t>
            </a:r>
            <a:endParaRPr>
              <a:sym typeface="+mn-ea"/>
            </a:endParaRPr>
          </a:p>
        </p:txBody>
      </p:sp>
      <p:sp>
        <p:nvSpPr>
          <p:cNvPr id="1048590" name="日期占位符 2"/>
          <p:cNvSpPr>
            <a:spLocks noGrp="1"/>
          </p:cNvSpPr>
          <p:nvPr>
            <p:ph type="dt" sz="half" idx="10"/>
            <p:custDataLst>
              <p:tags r:id="rId7"/>
            </p:custDataLst>
          </p:nvPr>
        </p:nvSpPr>
        <p:spPr/>
        <p:txBody>
          <a:bodyPr/>
          <a:p>
            <a:fld id="{760FBDFE-C587-4B4C-A407-44438C67B59E}" type="datetimeFigureOut">
              <a:rPr altLang="en-US" lang="zh-CN" smtClean="0"/>
            </a:fld>
            <a:endParaRPr altLang="en-US" lang="zh-CN"/>
          </a:p>
        </p:txBody>
      </p:sp>
      <p:sp>
        <p:nvSpPr>
          <p:cNvPr id="1048591" name="页脚占位符 3"/>
          <p:cNvSpPr>
            <a:spLocks noGrp="1"/>
          </p:cNvSpPr>
          <p:nvPr>
            <p:ph type="ftr" sz="quarter" idx="11"/>
            <p:custDataLst>
              <p:tags r:id="rId8"/>
            </p:custDataLst>
          </p:nvPr>
        </p:nvSpPr>
        <p:spPr/>
        <p:txBody>
          <a:bodyPr/>
          <a:p>
            <a:endParaRPr altLang="en-US" lang="zh-CN"/>
          </a:p>
        </p:txBody>
      </p:sp>
      <p:sp>
        <p:nvSpPr>
          <p:cNvPr id="1048592" name="灯片编号占位符 4"/>
          <p:cNvSpPr>
            <a:spLocks noGrp="1"/>
          </p:cNvSpPr>
          <p:nvPr>
            <p:ph type="sldNum" sz="quarter" idx="12"/>
            <p:custDataLst>
              <p:tags r:id="rId9"/>
            </p:custDataLst>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空白">
    <p:bg>
      <p:bgPr>
        <a:solidFill>
          <a:schemeClr val="bg2"/>
        </a:solidFill>
      </p:bgPr>
    </p:bg>
    <p:spTree>
      <p:nvGrpSpPr>
        <p:cNvPr id="76" name=""/>
        <p:cNvGrpSpPr/>
        <p:nvPr/>
      </p:nvGrpSpPr>
      <p:grpSpPr>
        <a:xfrm>
          <a:off x="0" y="0"/>
          <a:ext cx="0" cy="0"/>
          <a:chOff x="0" y="0"/>
          <a:chExt cx="0" cy="0"/>
        </a:xfrm>
      </p:grpSpPr>
      <p:sp>
        <p:nvSpPr>
          <p:cNvPr id="1048700" name="日期占位符 1"/>
          <p:cNvSpPr>
            <a:spLocks noGrp="1"/>
          </p:cNvSpPr>
          <p:nvPr>
            <p:ph type="dt" sz="half" idx="10"/>
            <p:custDataLst>
              <p:tags r:id="rId1"/>
            </p:custDataLst>
          </p:nvPr>
        </p:nvSpPr>
        <p:spPr/>
        <p:txBody>
          <a:bodyPr/>
          <a:p>
            <a:fld id="{760FBDFE-C587-4B4C-A407-44438C67B59E}" type="datetimeFigureOut">
              <a:rPr altLang="en-US" lang="zh-CN" smtClean="0"/>
            </a:fld>
            <a:endParaRPr altLang="en-US" lang="zh-CN"/>
          </a:p>
        </p:txBody>
      </p:sp>
      <p:sp>
        <p:nvSpPr>
          <p:cNvPr id="1048701" name="页脚占位符 2"/>
          <p:cNvSpPr>
            <a:spLocks noGrp="1"/>
          </p:cNvSpPr>
          <p:nvPr>
            <p:ph type="ftr" sz="quarter" idx="11"/>
            <p:custDataLst>
              <p:tags r:id="rId2"/>
            </p:custDataLst>
          </p:nvPr>
        </p:nvSpPr>
        <p:spPr/>
        <p:txBody>
          <a:bodyPr/>
          <a:p>
            <a:endParaRPr altLang="en-US" lang="zh-CN"/>
          </a:p>
        </p:txBody>
      </p:sp>
      <p:sp>
        <p:nvSpPr>
          <p:cNvPr id="1048702" name="灯片编号占位符 3"/>
          <p:cNvSpPr>
            <a:spLocks noGrp="1"/>
          </p:cNvSpPr>
          <p:nvPr>
            <p:ph type="sldNum" sz="quarter" idx="12"/>
            <p:custDataLst>
              <p:tags r:id="rId3"/>
            </p:custDataLst>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p:bgPr>
    </p:bg>
    <p:spTree>
      <p:nvGrpSpPr>
        <p:cNvPr id="78" name=""/>
        <p:cNvGrpSpPr/>
        <p:nvPr/>
      </p:nvGrpSpPr>
      <p:grpSpPr>
        <a:xfrm>
          <a:off x="0" y="0"/>
          <a:ext cx="0" cy="0"/>
          <a:chOff x="0" y="0"/>
          <a:chExt cx="0" cy="0"/>
        </a:xfrm>
      </p:grpSpPr>
      <p:pic>
        <p:nvPicPr>
          <p:cNvPr id="2097174" name="图片 7" descr="图层 3"/>
          <p:cNvPicPr>
            <a:picLocks noChangeAspect="1"/>
          </p:cNvPicPr>
          <p:nvPr userDrawn="1">
            <p:custDataLst>
              <p:tags r:id="rId1"/>
            </p:custDataLst>
          </p:nvPr>
        </p:nvPicPr>
        <p:blipFill>
          <a:blip xmlns:r="http://schemas.openxmlformats.org/officeDocument/2006/relationships" r:embed="rId2"/>
          <a:stretch>
            <a:fillRect/>
          </a:stretch>
        </p:blipFill>
        <p:spPr>
          <a:xfrm>
            <a:off x="8419465" y="4690745"/>
            <a:ext cx="685165" cy="427355"/>
          </a:xfrm>
          <a:prstGeom prst="rect"/>
        </p:spPr>
      </p:pic>
      <p:sp>
        <p:nvSpPr>
          <p:cNvPr id="1048708" name="标题 1"/>
          <p:cNvSpPr>
            <a:spLocks noGrp="1"/>
          </p:cNvSpPr>
          <p:nvPr>
            <p:ph type="title"/>
            <p:custDataLst>
              <p:tags r:id="rId3"/>
            </p:custDataLst>
          </p:nvPr>
        </p:nvSpPr>
        <p:spPr>
          <a:xfrm>
            <a:off x="502448" y="332426"/>
            <a:ext cx="8139178" cy="331473"/>
          </a:xfrm>
        </p:spPr>
        <p:txBody>
          <a:bodyPr anchor="t" anchorCtr="0" bIns="46990" lIns="90170" rIns="90170" rtlCol="0" tIns="46990" vert="horz">
            <a:normAutofit fontScale="90000"/>
          </a:bodyPr>
          <a:lstStyle>
            <a:lvl1pPr algn="l" defTabSz="685800" eaLnBrk="1" fontAlgn="auto" hangingPunct="1" latinLnBrk="0" lvl="0" marL="0" marR="0" rtl="0">
              <a:lnSpc>
                <a:spcPct val="100000"/>
              </a:lnSpc>
              <a:buNone/>
              <a:defRPr altLang="en-US" baseline="0" b="1" cap="none" dirty="0" sz="1800" i="0" kern="1200" kumimoji="0" lang="zh-CN" noProof="1" normalizeH="0" spc="150" strike="noStrike" u="none">
                <a:solidFill>
                  <a:schemeClr val="tx1">
                    <a:lumMod val="85000"/>
                    <a:lumOff val="15000"/>
                  </a:schemeClr>
                </a:solidFill>
                <a:latin typeface="Arial" panose="020B0604020202020204" pitchFamily="34" charset="0"/>
                <a:ea typeface="Arial" panose="020B0604020202020204" pitchFamily="34" charset="0"/>
                <a:cs typeface="+mj-cs"/>
                <a:sym typeface="+mn-ea"/>
              </a:defRPr>
            </a:lvl1pPr>
          </a:lstStyle>
          <a:p>
            <a:pPr lvl="0"/>
            <a:r>
              <a:rPr dirty="0">
                <a:sym typeface="+mn-ea"/>
              </a:rPr>
              <a:t>单击此处编辑母版标题样式</a:t>
            </a:r>
            <a:endParaRPr dirty="0">
              <a:sym typeface="+mn-ea"/>
            </a:endParaRPr>
          </a:p>
        </p:txBody>
      </p:sp>
      <p:sp>
        <p:nvSpPr>
          <p:cNvPr id="1048709" name="图片占位符 2"/>
          <p:cNvSpPr>
            <a:spLocks noGrp="1"/>
          </p:cNvSpPr>
          <p:nvPr>
            <p:ph type="pic" idx="1"/>
            <p:custDataLst>
              <p:tags r:id="rId4"/>
            </p:custDataLst>
          </p:nvPr>
        </p:nvSpPr>
        <p:spPr>
          <a:xfrm>
            <a:off x="502447" y="714382"/>
            <a:ext cx="3962432" cy="4041680"/>
          </a:xfrm>
        </p:spPr>
        <p:txBody>
          <a:bodyPr bIns="46990" lIns="90170" rIns="90170" rtlCol="0" tIns="46990" vert="horz">
            <a:normAutofit/>
          </a:bodyPr>
          <a:lstStyle>
            <a:lvl1pPr algn="l" defTabSz="685800" eaLnBrk="1" fontAlgn="auto" hangingPunct="1" indent="0" latinLnBrk="0" lvl="0" marL="0" marR="0" rtl="0">
              <a:lnSpc>
                <a:spcPct val="130000"/>
              </a:lnSpc>
              <a:spcBef>
                <a:spcPts val="0"/>
              </a:spcBef>
              <a:spcAft>
                <a:spcPts val="750"/>
              </a:spcAft>
              <a:buFont typeface="Arial" panose="020B0604020202020204" pitchFamily="34" charset="0"/>
              <a:buNone/>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幼圆" panose="02010509060101010101" pitchFamily="49" charset="-122"/>
                <a:cs typeface="+mn-cs"/>
                <a:sym typeface="+mn-ea"/>
              </a:defRPr>
            </a:lvl1pPr>
            <a:lvl2pPr algn="l" defTabSz="685800" eaLnBrk="1" fontAlgn="auto" hangingPunct="1" indent="-171450" latinLnBrk="0" lvl="1" marL="514350" marR="0" rtl="0">
              <a:lnSpc>
                <a:spcPct val="130000"/>
              </a:lnSpc>
              <a:spcBef>
                <a:spcPts val="0"/>
              </a:spcBef>
              <a:spcAft>
                <a:spcPts val="750"/>
              </a:spcAft>
              <a:buFont typeface="Arial" panose="020B0604020202020204" pitchFamily="34" charset="0"/>
              <a:buChar char="•"/>
              <a:tabLst>
                <a:tab algn="l" pos="1207135"/>
              </a:tabLst>
              <a:defRPr altLang="en-US" baseline="0" b="0" cap="none" dirty="0" sz="1200" i="0" kern="1200" kumimoji="0" lang="zh-CN" noProof="1" normalizeH="0" spc="113" strike="noStrike" u="none">
                <a:solidFill>
                  <a:schemeClr val="tx1"/>
                </a:solidFill>
                <a:latin typeface="+mn-lt"/>
                <a:ea typeface="+mn-ea"/>
                <a:cs typeface="+mn-cs"/>
                <a:sym typeface="+mn-ea"/>
              </a:defRPr>
            </a:lvl2pPr>
            <a:lvl3pPr algn="l" defTabSz="685800" eaLnBrk="1" fontAlgn="auto" hangingPunct="1" indent="-171450" latinLnBrk="0" lvl="2" marL="8572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solidFill>
                <a:latin typeface="+mn-lt"/>
                <a:ea typeface="+mn-ea"/>
                <a:cs typeface="+mn-cs"/>
                <a:sym typeface="+mn-ea"/>
              </a:defRPr>
            </a:lvl3pPr>
            <a:lvl4pPr algn="l" defTabSz="685800" eaLnBrk="1" fontAlgn="auto" hangingPunct="1" indent="-171450" latinLnBrk="0" lvl="3" marL="12001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solidFill>
                <a:latin typeface="+mn-lt"/>
                <a:ea typeface="+mn-ea"/>
                <a:cs typeface="+mn-cs"/>
                <a:sym typeface="+mn-ea"/>
              </a:defRPr>
            </a:lvl4pPr>
            <a:lvl5pPr algn="l" defTabSz="685800" eaLnBrk="1" fontAlgn="auto" hangingPunct="1" indent="-171450" latinLnBrk="0" lvl="4" marL="15430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solidFill>
                <a:latin typeface="+mn-lt"/>
                <a:ea typeface="+mn-ea"/>
                <a:cs typeface="+mn-cs"/>
                <a:sym typeface="+mn-ea"/>
              </a:defRPr>
            </a:lvl5pPr>
          </a:lstStyle>
          <a:p>
            <a:pPr lvl="0"/>
            <a:endParaRPr dirty="0">
              <a:sym typeface="+mn-ea"/>
            </a:endParaRPr>
          </a:p>
        </p:txBody>
      </p:sp>
      <p:sp>
        <p:nvSpPr>
          <p:cNvPr id="1048710" name="文本占位符 3"/>
          <p:cNvSpPr>
            <a:spLocks noGrp="1"/>
          </p:cNvSpPr>
          <p:nvPr>
            <p:ph type="body" sz="half" idx="2"/>
            <p:custDataLst>
              <p:tags r:id="rId5"/>
            </p:custDataLst>
          </p:nvPr>
        </p:nvSpPr>
        <p:spPr>
          <a:xfrm>
            <a:off x="4679194" y="714382"/>
            <a:ext cx="3962432" cy="4041680"/>
          </a:xfrm>
        </p:spPr>
        <p:txBody>
          <a:bodyPr bIns="46990" lIns="90170" rIns="90170" rtlCol="0" tIns="46990" vert="horz">
            <a:normAutofit/>
          </a:bodyPr>
          <a:lstStyle>
            <a:lvl1pPr algn="l" defTabSz="685800" eaLnBrk="1" fontAlgn="auto" hangingPunct="1" indent="-171450" latinLnBrk="0" lvl="0" marL="1714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1pPr>
          </a:lstStyle>
          <a:p>
            <a:pPr lvl="0"/>
            <a:r>
              <a:rPr>
                <a:sym typeface="+mn-ea"/>
              </a:rPr>
              <a:t>单击此处编辑母版文本样式</a:t>
            </a:r>
            <a:endParaRPr>
              <a:sym typeface="+mn-ea"/>
            </a:endParaRPr>
          </a:p>
        </p:txBody>
      </p:sp>
      <p:sp>
        <p:nvSpPr>
          <p:cNvPr id="1048711" name="日期占位符 4"/>
          <p:cNvSpPr>
            <a:spLocks noGrp="1"/>
          </p:cNvSpPr>
          <p:nvPr>
            <p:ph type="dt" sz="half" idx="10"/>
            <p:custDataLst>
              <p:tags r:id="rId6"/>
            </p:custDataLst>
          </p:nvPr>
        </p:nvSpPr>
        <p:spPr/>
        <p:txBody>
          <a:bodyPr/>
          <a:p>
            <a:fld id="{9EFD9D74-47D9-4702-A33C-335B63B48DBF}" type="datetimeFigureOut">
              <a:rPr altLang="en-US" lang="zh-CN" smtClean="0"/>
            </a:fld>
            <a:endParaRPr altLang="en-US" dirty="0" lang="zh-CN"/>
          </a:p>
        </p:txBody>
      </p:sp>
      <p:sp>
        <p:nvSpPr>
          <p:cNvPr id="1048712" name="页脚占位符 5"/>
          <p:cNvSpPr>
            <a:spLocks noGrp="1"/>
          </p:cNvSpPr>
          <p:nvPr>
            <p:ph type="ftr" sz="quarter" idx="11"/>
            <p:custDataLst>
              <p:tags r:id="rId7"/>
            </p:custDataLst>
          </p:nvPr>
        </p:nvSpPr>
        <p:spPr/>
        <p:txBody>
          <a:bodyPr/>
          <a:p>
            <a:endParaRPr altLang="en-US" dirty="0" lang="zh-CN"/>
          </a:p>
        </p:txBody>
      </p:sp>
      <p:sp>
        <p:nvSpPr>
          <p:cNvPr id="1048713" name="灯片编号占位符 6"/>
          <p:cNvSpPr>
            <a:spLocks noGrp="1"/>
          </p:cNvSpPr>
          <p:nvPr>
            <p:ph type="sldNum" sz="quarter" idx="12"/>
            <p:custDataLst>
              <p:tags r:id="rId8"/>
            </p:custDataLst>
          </p:nvPr>
        </p:nvSpPr>
        <p:spPr/>
        <p:txBody>
          <a:bodyPr/>
          <a:p>
            <a:fld id="{FABC47A4-756D-490B-A52F-7D9E2C9FC05F}" type="slidenum">
              <a:rPr altLang="en-US" lang="zh-CN" smtClean="0"/>
            </a:fld>
            <a:endParaRPr altLang="en-US"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vertTitleAndTx">
  <p:cSld name="竖排标题与文本">
    <p:bg>
      <p:bgPr>
        <a:solidFill>
          <a:schemeClr val="bg2"/>
        </a:solidFill>
      </p:bgPr>
    </p:bg>
    <p:spTree>
      <p:nvGrpSpPr>
        <p:cNvPr id="81" name=""/>
        <p:cNvGrpSpPr/>
        <p:nvPr/>
      </p:nvGrpSpPr>
      <p:grpSpPr>
        <a:xfrm>
          <a:off x="0" y="0"/>
          <a:ext cx="0" cy="0"/>
          <a:chOff x="0" y="0"/>
          <a:chExt cx="0" cy="0"/>
        </a:xfrm>
      </p:grpSpPr>
      <p:pic>
        <p:nvPicPr>
          <p:cNvPr id="2097177" name="图片 6" descr="图层 3"/>
          <p:cNvPicPr>
            <a:picLocks noChangeAspect="1"/>
          </p:cNvPicPr>
          <p:nvPr userDrawn="1">
            <p:custDataLst>
              <p:tags r:id="rId1"/>
            </p:custDataLst>
          </p:nvPr>
        </p:nvPicPr>
        <p:blipFill>
          <a:blip xmlns:r="http://schemas.openxmlformats.org/officeDocument/2006/relationships" r:embed="rId2"/>
          <a:stretch>
            <a:fillRect/>
          </a:stretch>
        </p:blipFill>
        <p:spPr>
          <a:xfrm>
            <a:off x="8419465" y="4690745"/>
            <a:ext cx="685165" cy="427355"/>
          </a:xfrm>
          <a:prstGeom prst="rect"/>
        </p:spPr>
      </p:pic>
      <p:sp>
        <p:nvSpPr>
          <p:cNvPr id="1048719" name="竖排标题 1"/>
          <p:cNvSpPr>
            <a:spLocks noGrp="1"/>
          </p:cNvSpPr>
          <p:nvPr>
            <p:ph type="title" orient="vert"/>
            <p:custDataLst>
              <p:tags r:id="rId3"/>
            </p:custDataLst>
          </p:nvPr>
        </p:nvSpPr>
        <p:spPr>
          <a:xfrm>
            <a:off x="7928351" y="714382"/>
            <a:ext cx="713238" cy="4041680"/>
          </a:xfrm>
        </p:spPr>
        <p:txBody>
          <a:bodyPr anchor="ctr" anchorCtr="0" bIns="46990" lIns="90170" rIns="90170" rtlCol="0" tIns="46990" vert="eaVert">
            <a:normAutofit/>
          </a:bodyPr>
          <a:lstStyle>
            <a:lvl1pPr algn="l" defTabSz="685800" eaLnBrk="1" fontAlgn="auto" hangingPunct="1" latinLnBrk="0" lvl="0" marL="0" marR="0" rtl="0">
              <a:lnSpc>
                <a:spcPct val="100000"/>
              </a:lnSpc>
              <a:spcAft>
                <a:spcPts val="0"/>
              </a:spcAft>
              <a:buNone/>
              <a:defRPr altLang="en-US" baseline="0" b="1" cap="none" dirty="0" sz="1800" i="0" kern="1200" kumimoji="0" lang="zh-CN" noProof="1" normalizeH="0" spc="150" strike="noStrike" u="none">
                <a:solidFill>
                  <a:schemeClr val="tx1">
                    <a:lumMod val="85000"/>
                    <a:lumOff val="15000"/>
                  </a:schemeClr>
                </a:solidFill>
                <a:latin typeface="Arial" panose="020B0604020202020204" pitchFamily="34" charset="0"/>
                <a:ea typeface="Arial" panose="020B0604020202020204" pitchFamily="34" charset="0"/>
                <a:cs typeface="+mj-cs"/>
                <a:sym typeface="+mn-ea"/>
              </a:defRPr>
            </a:lvl1pPr>
          </a:lstStyle>
          <a:p>
            <a:pPr lvl="0"/>
            <a:r>
              <a:rPr>
                <a:sym typeface="+mn-ea"/>
              </a:rPr>
              <a:t>单击此处编辑母版标题样式</a:t>
            </a:r>
            <a:endParaRPr>
              <a:sym typeface="+mn-ea"/>
            </a:endParaRPr>
          </a:p>
        </p:txBody>
      </p:sp>
      <p:sp>
        <p:nvSpPr>
          <p:cNvPr id="1048720" name="竖排文字占位符 2"/>
          <p:cNvSpPr>
            <a:spLocks noGrp="1"/>
          </p:cNvSpPr>
          <p:nvPr>
            <p:ph type="body" orient="vert" idx="1"/>
            <p:custDataLst>
              <p:tags r:id="rId4"/>
            </p:custDataLst>
          </p:nvPr>
        </p:nvSpPr>
        <p:spPr>
          <a:xfrm>
            <a:off x="502444" y="714376"/>
            <a:ext cx="7371076" cy="4041680"/>
          </a:xfrm>
        </p:spPr>
        <p:txBody>
          <a:bodyPr bIns="46990" lIns="90170" rIns="90170" tIns="46990" vert="eaVert">
            <a:normAutofit/>
          </a:bodyPr>
          <a:lstStyle>
            <a:lvl1pPr eaLnBrk="1" fontAlgn="auto" hangingPunct="1" indent="0" latinLnBrk="0">
              <a:defRPr baseline="0">
                <a:solidFill>
                  <a:schemeClr val="tx1">
                    <a:lumMod val="85000"/>
                    <a:lumOff val="15000"/>
                  </a:schemeClr>
                </a:solidFill>
                <a:latin typeface="Arial" panose="020B0604020202020204" pitchFamily="34" charset="0"/>
                <a:ea typeface="Arial" panose="020B0604020202020204" pitchFamily="34" charset="0"/>
              </a:defRPr>
            </a:lvl1pPr>
            <a:lvl2pPr eaLnBrk="1" fontAlgn="auto" hangingPunct="1" indent="0" latinLnBrk="0">
              <a:defRPr baseline="0">
                <a:solidFill>
                  <a:schemeClr val="tx1">
                    <a:lumMod val="85000"/>
                    <a:lumOff val="15000"/>
                  </a:schemeClr>
                </a:solidFill>
                <a:latin typeface="Arial" panose="020B0604020202020204" pitchFamily="34" charset="0"/>
                <a:ea typeface="Arial" panose="020B0604020202020204" pitchFamily="34" charset="0"/>
              </a:defRPr>
            </a:lvl2pPr>
            <a:lvl3pPr eaLnBrk="1" fontAlgn="auto" hangingPunct="1" indent="0" latinLnBrk="0">
              <a:defRPr baseline="0">
                <a:solidFill>
                  <a:schemeClr val="tx1">
                    <a:lumMod val="85000"/>
                    <a:lumOff val="15000"/>
                  </a:schemeClr>
                </a:solidFill>
                <a:latin typeface="Arial" panose="020B0604020202020204" pitchFamily="34" charset="0"/>
                <a:ea typeface="Arial" panose="020B0604020202020204" pitchFamily="34" charset="0"/>
              </a:defRPr>
            </a:lvl3pPr>
            <a:lvl4pPr eaLnBrk="1" fontAlgn="auto" hangingPunct="1" indent="0" latinLnBrk="0">
              <a:defRPr baseline="0">
                <a:solidFill>
                  <a:schemeClr val="tx1">
                    <a:lumMod val="85000"/>
                    <a:lumOff val="15000"/>
                  </a:schemeClr>
                </a:solidFill>
                <a:latin typeface="Arial" panose="020B0604020202020204" pitchFamily="34" charset="0"/>
                <a:ea typeface="Arial" panose="020B0604020202020204" pitchFamily="34" charset="0"/>
              </a:defRPr>
            </a:lvl4pPr>
            <a:lvl5pPr eaLnBrk="1" fontAlgn="auto" hangingPunct="1" indent="0" latinLnBrk="0">
              <a:defRPr baseline="0">
                <a:solidFill>
                  <a:schemeClr val="tx1">
                    <a:lumMod val="85000"/>
                    <a:lumOff val="15000"/>
                  </a:schemeClr>
                </a:solidFill>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721" name="日期占位符 3"/>
          <p:cNvSpPr>
            <a:spLocks noGrp="1"/>
          </p:cNvSpPr>
          <p:nvPr>
            <p:ph type="dt" sz="half" idx="10"/>
            <p:custDataLst>
              <p:tags r:id="rId5"/>
            </p:custDataLst>
          </p:nvPr>
        </p:nvSpPr>
        <p:spPr/>
        <p:txBody>
          <a:bodyPr/>
          <a:p>
            <a:fld id="{760FBDFE-C587-4B4C-A407-44438C67B59E}" type="datetimeFigureOut">
              <a:rPr altLang="en-US" lang="zh-CN" smtClean="0"/>
            </a:fld>
            <a:endParaRPr altLang="en-US" lang="zh-CN"/>
          </a:p>
        </p:txBody>
      </p:sp>
      <p:sp>
        <p:nvSpPr>
          <p:cNvPr id="1048722" name="页脚占位符 4"/>
          <p:cNvSpPr>
            <a:spLocks noGrp="1"/>
          </p:cNvSpPr>
          <p:nvPr>
            <p:ph type="ftr" sz="quarter" idx="11"/>
            <p:custDataLst>
              <p:tags r:id="rId6"/>
            </p:custDataLst>
          </p:nvPr>
        </p:nvSpPr>
        <p:spPr/>
        <p:txBody>
          <a:bodyPr/>
          <a:p>
            <a:endParaRPr altLang="en-US" lang="zh-CN"/>
          </a:p>
        </p:txBody>
      </p:sp>
      <p:sp>
        <p:nvSpPr>
          <p:cNvPr id="1048723" name="灯片编号占位符 5"/>
          <p:cNvSpPr>
            <a:spLocks noGrp="1"/>
          </p:cNvSpPr>
          <p:nvPr>
            <p:ph type="sldNum" sz="quarter" idx="12"/>
            <p:custDataLst>
              <p:tags r:id="rId7"/>
            </p:custDataLst>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p:bgPr>
    </p:bg>
    <p:spTree>
      <p:nvGrpSpPr>
        <p:cNvPr id="82" name=""/>
        <p:cNvGrpSpPr/>
        <p:nvPr/>
      </p:nvGrpSpPr>
      <p:grpSpPr>
        <a:xfrm>
          <a:off x="0" y="0"/>
          <a:ext cx="0" cy="0"/>
          <a:chOff x="0" y="0"/>
          <a:chExt cx="0" cy="0"/>
        </a:xfrm>
      </p:grpSpPr>
      <p:pic>
        <p:nvPicPr>
          <p:cNvPr id="2097178" name="图片 5" descr="图层 3"/>
          <p:cNvPicPr>
            <a:picLocks noChangeAspect="1"/>
          </p:cNvPicPr>
          <p:nvPr userDrawn="1">
            <p:custDataLst>
              <p:tags r:id="rId1"/>
            </p:custDataLst>
          </p:nvPr>
        </p:nvPicPr>
        <p:blipFill>
          <a:blip xmlns:r="http://schemas.openxmlformats.org/officeDocument/2006/relationships" r:embed="rId2"/>
          <a:stretch>
            <a:fillRect/>
          </a:stretch>
        </p:blipFill>
        <p:spPr>
          <a:xfrm>
            <a:off x="8419465" y="4690745"/>
            <a:ext cx="685165" cy="427355"/>
          </a:xfrm>
          <a:prstGeom prst="rect"/>
        </p:spPr>
      </p:pic>
      <p:sp>
        <p:nvSpPr>
          <p:cNvPr id="1048724" name="日期占位符 2"/>
          <p:cNvSpPr>
            <a:spLocks noGrp="1"/>
          </p:cNvSpPr>
          <p:nvPr>
            <p:ph type="dt" sz="half" idx="10"/>
            <p:custDataLst>
              <p:tags r:id="rId3"/>
            </p:custDataLst>
          </p:nvPr>
        </p:nvSpPr>
        <p:spPr/>
        <p:txBody>
          <a:bodyPr/>
          <a:p>
            <a:fld id="{760FBDFE-C587-4B4C-A407-44438C67B59E}" type="datetimeFigureOut">
              <a:rPr altLang="en-US" lang="zh-CN" smtClean="0"/>
            </a:fld>
            <a:endParaRPr altLang="en-US" lang="zh-CN"/>
          </a:p>
        </p:txBody>
      </p:sp>
      <p:sp>
        <p:nvSpPr>
          <p:cNvPr id="1048725" name="页脚占位符 3"/>
          <p:cNvSpPr>
            <a:spLocks noGrp="1"/>
          </p:cNvSpPr>
          <p:nvPr>
            <p:ph type="ftr" sz="quarter" idx="11"/>
            <p:custDataLst>
              <p:tags r:id="rId4"/>
            </p:custDataLst>
          </p:nvPr>
        </p:nvSpPr>
        <p:spPr/>
        <p:txBody>
          <a:bodyPr/>
          <a:p>
            <a:endParaRPr altLang="en-US" lang="zh-CN"/>
          </a:p>
        </p:txBody>
      </p:sp>
      <p:sp>
        <p:nvSpPr>
          <p:cNvPr id="1048726" name="灯片编号占位符 4"/>
          <p:cNvSpPr>
            <a:spLocks noGrp="1"/>
          </p:cNvSpPr>
          <p:nvPr>
            <p:ph type="sldNum" sz="quarter" idx="12"/>
            <p:custDataLst>
              <p:tags r:id="rId5"/>
            </p:custDataLst>
          </p:nvPr>
        </p:nvSpPr>
        <p:spPr/>
        <p:txBody>
          <a:bodyPr/>
          <a:p>
            <a:fld id="{49AE70B2-8BF9-45C0-BB95-33D1B9D3A854}" type="slidenum">
              <a:rPr altLang="en-US" lang="zh-CN" smtClean="0"/>
            </a:fld>
            <a:endParaRPr altLang="en-US" lang="zh-CN"/>
          </a:p>
        </p:txBody>
      </p:sp>
      <p:sp>
        <p:nvSpPr>
          <p:cNvPr id="1048727" name="内容占位符 6"/>
          <p:cNvSpPr>
            <a:spLocks noGrp="1"/>
          </p:cNvSpPr>
          <p:nvPr>
            <p:ph sz="quarter" idx="13"/>
            <p:custDataLst>
              <p:tags r:id="rId6"/>
            </p:custDataLst>
          </p:nvPr>
        </p:nvSpPr>
        <p:spPr>
          <a:xfrm>
            <a:off x="502448" y="714382"/>
            <a:ext cx="8139178" cy="4041680"/>
          </a:xfrm>
        </p:spPr>
        <p:txBody>
          <a:bodyPr/>
          <a:lstStyle>
            <a:lvl1pPr>
              <a:defRPr baseline="0">
                <a:solidFill>
                  <a:schemeClr val="tx1">
                    <a:lumMod val="85000"/>
                    <a:lumOff val="15000"/>
                  </a:schemeClr>
                </a:solidFill>
                <a:latin typeface="Arial" panose="020B0604020202020204" pitchFamily="34" charset="0"/>
                <a:ea typeface="Arial" panose="020B0604020202020204" pitchFamily="34" charset="0"/>
              </a:defRPr>
            </a:lvl1pPr>
            <a:lvl2pPr>
              <a:defRPr baseline="0">
                <a:solidFill>
                  <a:schemeClr val="tx1">
                    <a:lumMod val="85000"/>
                    <a:lumOff val="15000"/>
                  </a:schemeClr>
                </a:solidFill>
                <a:latin typeface="Arial" panose="020B0604020202020204" pitchFamily="34" charset="0"/>
                <a:ea typeface="Arial" panose="020B0604020202020204" pitchFamily="34" charset="0"/>
              </a:defRPr>
            </a:lvl2pPr>
            <a:lvl3pPr>
              <a:defRPr baseline="0">
                <a:solidFill>
                  <a:schemeClr val="tx1">
                    <a:lumMod val="85000"/>
                    <a:lumOff val="15000"/>
                  </a:schemeClr>
                </a:solidFill>
                <a:latin typeface="Arial" panose="020B0604020202020204" pitchFamily="34" charset="0"/>
                <a:ea typeface="Arial" panose="020B0604020202020204" pitchFamily="34" charset="0"/>
              </a:defRPr>
            </a:lvl3pPr>
            <a:lvl4pPr>
              <a:defRPr baseline="0">
                <a:solidFill>
                  <a:schemeClr val="tx1">
                    <a:lumMod val="85000"/>
                    <a:lumOff val="15000"/>
                  </a:schemeClr>
                </a:solidFill>
                <a:latin typeface="Arial" panose="020B0604020202020204" pitchFamily="34" charset="0"/>
                <a:ea typeface="Arial" panose="020B0604020202020204" pitchFamily="34" charset="0"/>
              </a:defRPr>
            </a:lvl4pPr>
            <a:lvl5pPr>
              <a:defRPr baseline="0">
                <a:solidFill>
                  <a:schemeClr val="tx1">
                    <a:lumMod val="85000"/>
                    <a:lumOff val="15000"/>
                  </a:schemeClr>
                </a:solidFill>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blipFill rotWithShape="1" dpi="0">
          <a:blip xmlns:r="http://schemas.openxmlformats.org/officeDocument/2006/relationships" r:embed="rId1">
            <a:lum/>
          </a:blip>
          <a:srcRect/>
          <a:stretch>
            <a:fillRect/>
          </a:stretch>
        </a:blipFill>
      </p:bgPr>
    </p:bg>
    <p:spTree>
      <p:nvGrpSpPr>
        <p:cNvPr id="75" name=""/>
        <p:cNvGrpSpPr/>
        <p:nvPr/>
      </p:nvGrpSpPr>
      <p:grpSpPr>
        <a:xfrm>
          <a:off x="0" y="0"/>
          <a:ext cx="0" cy="0"/>
          <a:chOff x="0" y="0"/>
          <a:chExt cx="0" cy="0"/>
        </a:xfrm>
      </p:grpSpPr>
      <p:sp>
        <p:nvSpPr>
          <p:cNvPr id="1048695" name="标题 1"/>
          <p:cNvSpPr>
            <a:spLocks noGrp="1"/>
          </p:cNvSpPr>
          <p:nvPr>
            <p:ph type="title" hasCustomPrompt="1"/>
            <p:custDataLst>
              <p:tags r:id="rId2"/>
            </p:custDataLst>
          </p:nvPr>
        </p:nvSpPr>
        <p:spPr>
          <a:xfrm>
            <a:off x="2061845" y="1524635"/>
            <a:ext cx="5020945" cy="1237615"/>
          </a:xfrm>
        </p:spPr>
        <p:txBody>
          <a:bodyPr anchor="b" anchorCtr="0" bIns="0" lIns="90000" rIns="90000" rtlCol="0" tIns="46800" vert="horz">
            <a:normAutofit/>
          </a:bodyPr>
          <a:lstStyle>
            <a:lvl1pPr algn="ctr" defTabSz="685800" eaLnBrk="1" fontAlgn="auto" hangingPunct="1" latinLnBrk="0" marL="0" marR="0" rtl="0">
              <a:lnSpc>
                <a:spcPct val="100000"/>
              </a:lnSpc>
              <a:buNone/>
              <a:defRPr altLang="en-US" baseline="0" b="1" cap="none" dirty="0" sz="8000" i="0" kern="1200" kumimoji="0" lang="zh-CN" noProof="1" normalizeH="0" spc="450" strike="noStrike" u="none">
                <a:blipFill>
                  <a:blip xmlns:r="http://schemas.openxmlformats.org/officeDocument/2006/relationships" r:embed="rId3"/>
                  <a:stretch>
                    <a:fillRect/>
                  </a:stretch>
                </a:blipFill>
                <a:latin typeface="Arial" panose="020B0604020202020204" pitchFamily="34" charset="0"/>
                <a:ea typeface="Arial" panose="020B0604020202020204" pitchFamily="34" charset="0"/>
                <a:cs typeface="+mj-cs"/>
                <a:sym typeface="+mn-ea"/>
              </a:defRPr>
            </a:lvl1pPr>
          </a:lstStyle>
          <a:p>
            <a:pPr lvl="0"/>
            <a:r>
              <a:rPr dirty="0">
                <a:sym typeface="+mn-ea"/>
              </a:rPr>
              <a:t>编辑标题</a:t>
            </a:r>
            <a:endParaRPr dirty="0">
              <a:sym typeface="+mn-ea"/>
            </a:endParaRPr>
          </a:p>
        </p:txBody>
      </p:sp>
      <p:sp>
        <p:nvSpPr>
          <p:cNvPr id="1048696" name="日期占位符 2"/>
          <p:cNvSpPr>
            <a:spLocks noGrp="1"/>
          </p:cNvSpPr>
          <p:nvPr>
            <p:ph type="dt" sz="half" idx="10"/>
            <p:custDataLst>
              <p:tags r:id="rId4"/>
            </p:custDataLst>
          </p:nvPr>
        </p:nvSpPr>
        <p:spPr/>
        <p:txBody>
          <a:bodyPr/>
          <a:p>
            <a:fld id="{760FBDFE-C587-4B4C-A407-44438C67B59E}" type="datetimeFigureOut">
              <a:rPr altLang="en-US" lang="zh-CN" smtClean="0"/>
            </a:fld>
            <a:endParaRPr altLang="en-US" lang="zh-CN"/>
          </a:p>
        </p:txBody>
      </p:sp>
      <p:sp>
        <p:nvSpPr>
          <p:cNvPr id="1048697" name="页脚占位符 3"/>
          <p:cNvSpPr>
            <a:spLocks noGrp="1"/>
          </p:cNvSpPr>
          <p:nvPr>
            <p:ph type="ftr" sz="quarter" idx="11"/>
            <p:custDataLst>
              <p:tags r:id="rId5"/>
            </p:custDataLst>
          </p:nvPr>
        </p:nvSpPr>
        <p:spPr/>
        <p:txBody>
          <a:bodyPr/>
          <a:p>
            <a:endParaRPr altLang="en-US" lang="zh-CN"/>
          </a:p>
        </p:txBody>
      </p:sp>
      <p:sp>
        <p:nvSpPr>
          <p:cNvPr id="1048698" name="灯片编号占位符 4"/>
          <p:cNvSpPr>
            <a:spLocks noGrp="1"/>
          </p:cNvSpPr>
          <p:nvPr>
            <p:ph type="sldNum" sz="quarter" idx="12"/>
            <p:custDataLst>
              <p:tags r:id="rId6"/>
            </p:custDataLst>
          </p:nvPr>
        </p:nvSpPr>
        <p:spPr/>
        <p:txBody>
          <a:bodyPr/>
          <a:p>
            <a:fld id="{49AE70B2-8BF9-45C0-BB95-33D1B9D3A854}" type="slidenum">
              <a:rPr altLang="en-US" lang="zh-CN" smtClean="0"/>
            </a:fld>
            <a:endParaRPr altLang="en-US" lang="zh-CN"/>
          </a:p>
        </p:txBody>
      </p:sp>
      <p:sp>
        <p:nvSpPr>
          <p:cNvPr id="1048699" name="文本占位符 8"/>
          <p:cNvSpPr>
            <a:spLocks noGrp="1"/>
          </p:cNvSpPr>
          <p:nvPr>
            <p:ph type="body" sz="quarter" idx="13" hasCustomPrompt="1"/>
            <p:custDataLst>
              <p:tags r:id="rId7"/>
            </p:custDataLst>
          </p:nvPr>
        </p:nvSpPr>
        <p:spPr>
          <a:xfrm>
            <a:off x="2061210" y="2809875"/>
            <a:ext cx="5021580" cy="638175"/>
          </a:xfrm>
        </p:spPr>
        <p:txBody>
          <a:bodyPr bIns="46800" lIns="90000" rIns="90000">
            <a:normAutofit/>
          </a:bodyPr>
          <a:lstStyle>
            <a:lvl1pPr algn="ctr" eaLnBrk="1" fontAlgn="auto" hangingPunct="1" indent="0" latinLnBrk="0" marL="0">
              <a:lnSpc>
                <a:spcPct val="100000"/>
              </a:lnSpc>
              <a:spcAft>
                <a:spcPts val="700"/>
              </a:spcAft>
              <a:buNone/>
              <a:defRPr baseline="0" sz="2400">
                <a:solidFill>
                  <a:schemeClr val="bg1"/>
                </a:solidFill>
                <a:latin typeface="Arial" panose="020B0604020202020204" pitchFamily="34" charset="0"/>
                <a:ea typeface="Arial" panose="020B0604020202020204" pitchFamily="34" charset="0"/>
              </a:defRPr>
            </a:lvl1pPr>
          </a:lstStyle>
          <a:p>
            <a:pPr lvl="0"/>
            <a:r>
              <a:rPr altLang="en-US" dirty="0" lang="zh-CN"/>
              <a:t>单击此处编辑文本</a:t>
            </a:r>
            <a:endParaRPr altLang="en-US" dirty="0"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p:bgPr>
    </p:bg>
    <p:spTree>
      <p:nvGrpSpPr>
        <p:cNvPr id="74" name=""/>
        <p:cNvGrpSpPr/>
        <p:nvPr/>
      </p:nvGrpSpPr>
      <p:grpSpPr>
        <a:xfrm>
          <a:off x="0" y="0"/>
          <a:ext cx="0" cy="0"/>
          <a:chOff x="0" y="0"/>
          <a:chExt cx="0" cy="0"/>
        </a:xfrm>
      </p:grpSpPr>
      <p:pic>
        <p:nvPicPr>
          <p:cNvPr id="2097173" name="图片 7" descr="图层 3"/>
          <p:cNvPicPr>
            <a:picLocks noChangeAspect="1"/>
          </p:cNvPicPr>
          <p:nvPr userDrawn="1">
            <p:custDataLst>
              <p:tags r:id="rId1"/>
            </p:custDataLst>
          </p:nvPr>
        </p:nvPicPr>
        <p:blipFill>
          <a:blip xmlns:r="http://schemas.openxmlformats.org/officeDocument/2006/relationships" r:embed="rId2"/>
          <a:stretch>
            <a:fillRect/>
          </a:stretch>
        </p:blipFill>
        <p:spPr>
          <a:xfrm>
            <a:off x="8419465" y="4690745"/>
            <a:ext cx="685165" cy="427355"/>
          </a:xfrm>
          <a:prstGeom prst="rect"/>
        </p:spPr>
      </p:pic>
      <p:sp>
        <p:nvSpPr>
          <p:cNvPr id="1048691" name="标题 1"/>
          <p:cNvSpPr>
            <a:spLocks noGrp="1"/>
          </p:cNvSpPr>
          <p:nvPr>
            <p:ph type="title"/>
            <p:custDataLst>
              <p:tags r:id="rId3"/>
            </p:custDataLst>
          </p:nvPr>
        </p:nvSpPr>
        <p:spPr/>
        <p:txBody>
          <a:bodyPr>
            <a:normAutofit/>
          </a:bodyPr>
          <a:lstStyle>
            <a:lvl1pPr>
              <a:defRPr baseline="0">
                <a:solidFill>
                  <a:schemeClr val="tx1">
                    <a:lumMod val="85000"/>
                    <a:lumOff val="15000"/>
                  </a:schemeClr>
                </a:solidFill>
                <a:latin typeface="Arial" panose="020B0604020202020204" pitchFamily="34" charset="0"/>
                <a:ea typeface="Arial" panose="020B0604020202020204" pitchFamily="34" charset="0"/>
              </a:defRPr>
            </a:lvl1pPr>
          </a:lstStyle>
          <a:p>
            <a:r>
              <a:rPr altLang="en-US" dirty="0" lang="zh-CN"/>
              <a:t>单击此处编辑母版标题样式</a:t>
            </a:r>
            <a:endParaRPr altLang="en-US" dirty="0" lang="zh-CN"/>
          </a:p>
        </p:txBody>
      </p:sp>
      <p:sp>
        <p:nvSpPr>
          <p:cNvPr id="1048692" name="日期占位符 2"/>
          <p:cNvSpPr>
            <a:spLocks noGrp="1"/>
          </p:cNvSpPr>
          <p:nvPr>
            <p:ph type="dt" sz="half" idx="10"/>
            <p:custDataLst>
              <p:tags r:id="rId4"/>
            </p:custDataLst>
          </p:nvPr>
        </p:nvSpPr>
        <p:spPr/>
        <p:txBody>
          <a:bodyPr/>
          <a:p>
            <a:fld id="{760FBDFE-C587-4B4C-A407-44438C67B59E}" type="datetimeFigureOut">
              <a:rPr altLang="en-US" lang="zh-CN" smtClean="0"/>
            </a:fld>
            <a:endParaRPr altLang="en-US" lang="zh-CN"/>
          </a:p>
        </p:txBody>
      </p:sp>
      <p:sp>
        <p:nvSpPr>
          <p:cNvPr id="1048693" name="页脚占位符 3"/>
          <p:cNvSpPr>
            <a:spLocks noGrp="1"/>
          </p:cNvSpPr>
          <p:nvPr>
            <p:ph type="ftr" sz="quarter" idx="11"/>
            <p:custDataLst>
              <p:tags r:id="rId5"/>
            </p:custDataLst>
          </p:nvPr>
        </p:nvSpPr>
        <p:spPr/>
        <p:txBody>
          <a:bodyPr/>
          <a:p>
            <a:endParaRPr altLang="en-US" dirty="0" lang="zh-CN"/>
          </a:p>
        </p:txBody>
      </p:sp>
      <p:sp>
        <p:nvSpPr>
          <p:cNvPr id="1048694" name="灯片编号占位符 4"/>
          <p:cNvSpPr>
            <a:spLocks noGrp="1"/>
          </p:cNvSpPr>
          <p:nvPr>
            <p:ph type="sldNum" sz="quarter" idx="12"/>
            <p:custDataLst>
              <p:tags r:id="rId6"/>
            </p:custDataLst>
          </p:nvPr>
        </p:nvSpPr>
        <p:spPr/>
        <p:txBody>
          <a:bodyPr/>
          <a:p>
            <a:fld id="{49AE70B2-8BF9-45C0-BB95-33D1B9D3A854}" type="slidenum">
              <a:rPr altLang="en-US" lang="zh-CN" smtClean="0"/>
            </a:fld>
            <a:endParaRPr altLang="en-US" dirty="0" 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p:bgPr>
    </p:bg>
    <p:spTree>
      <p:nvGrpSpPr>
        <p:cNvPr id="48" name=""/>
        <p:cNvGrpSpPr/>
        <p:nvPr/>
      </p:nvGrpSpPr>
      <p:grpSpPr>
        <a:xfrm>
          <a:off x="0" y="0"/>
          <a:ext cx="0" cy="0"/>
          <a:chOff x="0" y="0"/>
          <a:chExt cx="0" cy="0"/>
        </a:xfrm>
      </p:grpSpPr>
      <p:sp>
        <p:nvSpPr>
          <p:cNvPr id="1048606" name="矩形 5"/>
          <p:cNvSpPr/>
          <p:nvPr userDrawn="1">
            <p:custDataLst>
              <p:tags r:id="rId1"/>
            </p:custDataLst>
          </p:nvPr>
        </p:nvSpPr>
        <p:spPr>
          <a:xfrm>
            <a:off x="238601" y="204788"/>
            <a:ext cx="8769191" cy="4733925"/>
          </a:xfrm>
          <a:prstGeom prst="rect"/>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p>
            <a:pPr algn="ctr" lvl="0"/>
            <a:endParaRPr altLang="zh-CN" dirty="0" sz="1350" lang="en-US">
              <a:ea typeface="Arial" panose="020B0604020202020204" pitchFamily="34" charset="0"/>
              <a:sym typeface="+mn-ea"/>
            </a:endParaRPr>
          </a:p>
        </p:txBody>
      </p:sp>
      <p:pic>
        <p:nvPicPr>
          <p:cNvPr id="2097157" name="图片 7" descr="图层 2"/>
          <p:cNvPicPr>
            <a:picLocks noChangeAspect="1"/>
          </p:cNvPicPr>
          <p:nvPr userDrawn="1">
            <p:custDataLst>
              <p:tags r:id="rId2"/>
            </p:custDataLst>
          </p:nvPr>
        </p:nvPicPr>
        <p:blipFill>
          <a:blip xmlns:r="http://schemas.openxmlformats.org/officeDocument/2006/relationships" r:embed="rId3"/>
          <a:stretch>
            <a:fillRect/>
          </a:stretch>
        </p:blipFill>
        <p:spPr>
          <a:xfrm>
            <a:off x="8378825" y="4496435"/>
            <a:ext cx="629285" cy="442595"/>
          </a:xfrm>
          <a:prstGeom prst="rect"/>
        </p:spPr>
      </p:pic>
      <p:pic>
        <p:nvPicPr>
          <p:cNvPr id="2097158" name="图片 8" descr="图层 3"/>
          <p:cNvPicPr>
            <a:picLocks noChangeAspect="1"/>
          </p:cNvPicPr>
          <p:nvPr userDrawn="1">
            <p:custDataLst>
              <p:tags r:id="rId4"/>
            </p:custDataLst>
          </p:nvPr>
        </p:nvPicPr>
        <p:blipFill>
          <a:blip xmlns:r="http://schemas.openxmlformats.org/officeDocument/2006/relationships" r:embed="rId5"/>
          <a:stretch>
            <a:fillRect/>
          </a:stretch>
        </p:blipFill>
        <p:spPr>
          <a:xfrm>
            <a:off x="238760" y="4583430"/>
            <a:ext cx="657225" cy="409575"/>
          </a:xfrm>
          <a:prstGeom prst="rect"/>
        </p:spPr>
      </p:pic>
      <p:sp>
        <p:nvSpPr>
          <p:cNvPr id="1048607" name="标题 1"/>
          <p:cNvSpPr>
            <a:spLocks noGrp="1"/>
          </p:cNvSpPr>
          <p:nvPr>
            <p:ph type="title" hasCustomPrompt="1"/>
            <p:custDataLst>
              <p:tags r:id="rId6"/>
            </p:custDataLst>
          </p:nvPr>
        </p:nvSpPr>
        <p:spPr>
          <a:xfrm>
            <a:off x="961200" y="936900"/>
            <a:ext cx="7219800" cy="542700"/>
          </a:xfrm>
        </p:spPr>
        <p:txBody>
          <a:bodyPr anchor="ctr">
            <a:normAutofit/>
          </a:bodyPr>
          <a:lstStyle>
            <a:lvl1pPr>
              <a:defRPr baseline="0" sz="2400">
                <a:solidFill>
                  <a:schemeClr val="tx1">
                    <a:lumMod val="85000"/>
                    <a:lumOff val="15000"/>
                  </a:schemeClr>
                </a:solidFill>
                <a:latin typeface="Arial" panose="020B0604020202020204" pitchFamily="34" charset="0"/>
                <a:ea typeface="Arial" panose="020B0604020202020204" pitchFamily="34" charset="0"/>
              </a:defRPr>
            </a:lvl1pPr>
          </a:lstStyle>
          <a:p>
            <a:r>
              <a:rPr altLang="en-US" dirty="0" lang="zh-CN"/>
              <a:t>单击此处编辑标题</a:t>
            </a:r>
            <a:endParaRPr altLang="en-US" dirty="0" lang="zh-CN"/>
          </a:p>
        </p:txBody>
      </p:sp>
      <p:sp>
        <p:nvSpPr>
          <p:cNvPr id="1048608" name="内容占位符 6"/>
          <p:cNvSpPr>
            <a:spLocks noGrp="1"/>
          </p:cNvSpPr>
          <p:nvPr>
            <p:ph sz="quarter" idx="13"/>
            <p:custDataLst>
              <p:tags r:id="rId7"/>
            </p:custDataLst>
          </p:nvPr>
        </p:nvSpPr>
        <p:spPr>
          <a:xfrm>
            <a:off x="960835" y="1622700"/>
            <a:ext cx="7219950" cy="2583900"/>
          </a:xfrm>
        </p:spPr>
        <p:txBody>
          <a:bodyPr>
            <a:normAutofit/>
          </a:bodyPr>
          <a:lstStyle>
            <a:lvl1pPr>
              <a:defRPr baseline="0" sz="1050">
                <a:solidFill>
                  <a:schemeClr val="tx1">
                    <a:lumMod val="85000"/>
                    <a:lumOff val="15000"/>
                  </a:schemeClr>
                </a:solidFill>
                <a:latin typeface="Arial" panose="020B0604020202020204" pitchFamily="34" charset="0"/>
                <a:ea typeface="Arial" panose="020B0604020202020204" pitchFamily="34" charset="0"/>
              </a:defRPr>
            </a:lvl1pPr>
            <a:lvl2pPr>
              <a:defRPr baseline="0" sz="1050">
                <a:solidFill>
                  <a:schemeClr val="tx1">
                    <a:lumMod val="85000"/>
                    <a:lumOff val="15000"/>
                  </a:schemeClr>
                </a:solidFill>
                <a:latin typeface="Arial" panose="020B0604020202020204" pitchFamily="34" charset="0"/>
                <a:ea typeface="Arial" panose="020B0604020202020204" pitchFamily="34" charset="0"/>
              </a:defRPr>
            </a:lvl2pPr>
            <a:lvl3pPr>
              <a:defRPr baseline="0" sz="1050">
                <a:solidFill>
                  <a:schemeClr val="tx1">
                    <a:lumMod val="85000"/>
                    <a:lumOff val="15000"/>
                  </a:schemeClr>
                </a:solidFill>
                <a:latin typeface="Arial" panose="020B0604020202020204" pitchFamily="34" charset="0"/>
                <a:ea typeface="Arial" panose="020B0604020202020204" pitchFamily="34" charset="0"/>
              </a:defRPr>
            </a:lvl3pPr>
            <a:lvl4pPr>
              <a:defRPr baseline="0" sz="1050">
                <a:solidFill>
                  <a:schemeClr val="tx1">
                    <a:lumMod val="85000"/>
                    <a:lumOff val="15000"/>
                  </a:schemeClr>
                </a:solidFill>
                <a:latin typeface="Arial" panose="020B0604020202020204" pitchFamily="34" charset="0"/>
                <a:ea typeface="Arial" panose="020B0604020202020204" pitchFamily="34" charset="0"/>
              </a:defRPr>
            </a:lvl4pPr>
            <a:lvl5pPr>
              <a:defRPr baseline="0" sz="1050">
                <a:solidFill>
                  <a:schemeClr val="tx1">
                    <a:lumMod val="85000"/>
                    <a:lumOff val="15000"/>
                  </a:schemeClr>
                </a:solidFill>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609" name="页脚占位符 3"/>
          <p:cNvSpPr>
            <a:spLocks noGrp="1"/>
          </p:cNvSpPr>
          <p:nvPr>
            <p:ph type="ftr" sz="quarter" idx="11"/>
            <p:custDataLst>
              <p:tags r:id="rId8"/>
            </p:custDataLst>
          </p:nvPr>
        </p:nvSpPr>
        <p:spPr/>
        <p:txBody>
          <a:bodyPr/>
          <a:p>
            <a:endParaRPr altLang="en-US" dirty="0" lang="zh-CN"/>
          </a:p>
        </p:txBody>
      </p:sp>
      <p:sp>
        <p:nvSpPr>
          <p:cNvPr id="1048610" name="日期占位符 2"/>
          <p:cNvSpPr>
            <a:spLocks noGrp="1"/>
          </p:cNvSpPr>
          <p:nvPr>
            <p:ph type="dt" sz="half" idx="10"/>
            <p:custDataLst>
              <p:tags r:id="rId9"/>
            </p:custDataLst>
          </p:nvPr>
        </p:nvSpPr>
        <p:spPr/>
        <p:txBody>
          <a:bodyPr/>
          <a:p>
            <a:fld id="{760FBDFE-C587-4B4C-A407-44438C67B59E}" type="datetimeFigureOut">
              <a:rPr altLang="en-US" lang="zh-CN" smtClean="0"/>
            </a:fld>
            <a:endParaRPr altLang="en-US" lang="zh-CN"/>
          </a:p>
        </p:txBody>
      </p:sp>
      <p:sp>
        <p:nvSpPr>
          <p:cNvPr id="1048611" name="灯片编号占位符 4"/>
          <p:cNvSpPr>
            <a:spLocks noGrp="1"/>
          </p:cNvSpPr>
          <p:nvPr>
            <p:ph type="sldNum" sz="quarter" idx="12"/>
            <p:custDataLst>
              <p:tags r:id="rId10"/>
            </p:custDataLst>
          </p:nvPr>
        </p:nvSpPr>
        <p:spPr/>
        <p:txBody>
          <a:bodyPr/>
          <a:p>
            <a:fld id="{49AE70B2-8BF9-45C0-BB95-33D1B9D3A854}" type="slidenum">
              <a:rPr altLang="en-US" lang="zh-CN" smtClean="0"/>
            </a:fld>
            <a:endParaRPr altLang="en-US" dirty="0" 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p:bgPr>
    </p:bg>
    <p:spTree>
      <p:nvGrpSpPr>
        <p:cNvPr id="57" name=""/>
        <p:cNvGrpSpPr/>
        <p:nvPr/>
      </p:nvGrpSpPr>
      <p:grpSpPr>
        <a:xfrm>
          <a:off x="0" y="0"/>
          <a:ext cx="0" cy="0"/>
          <a:chOff x="0" y="0"/>
          <a:chExt cx="0" cy="0"/>
        </a:xfrm>
      </p:grpSpPr>
      <p:sp>
        <p:nvSpPr>
          <p:cNvPr id="1048633" name="矩形 5"/>
          <p:cNvSpPr/>
          <p:nvPr userDrawn="1">
            <p:custDataLst>
              <p:tags r:id="rId1"/>
            </p:custDataLst>
          </p:nvPr>
        </p:nvSpPr>
        <p:spPr>
          <a:xfrm>
            <a:off x="-5715" y="-2857"/>
            <a:ext cx="3617595" cy="5149215"/>
          </a:xfrm>
          <a:prstGeom prst="rect"/>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p>
            <a:pPr algn="ctr" lvl="0"/>
            <a:endParaRPr altLang="zh-CN" dirty="0" sz="1350" lang="en-US">
              <a:ea typeface="Arial" panose="020B0604020202020204" pitchFamily="34" charset="0"/>
              <a:sym typeface="+mn-ea"/>
            </a:endParaRPr>
          </a:p>
        </p:txBody>
      </p:sp>
      <p:pic>
        <p:nvPicPr>
          <p:cNvPr id="2097163" name="图片 7" descr="图层 3"/>
          <p:cNvPicPr>
            <a:picLocks noChangeAspect="1"/>
          </p:cNvPicPr>
          <p:nvPr userDrawn="1">
            <p:custDataLst>
              <p:tags r:id="rId2"/>
            </p:custDataLst>
          </p:nvPr>
        </p:nvPicPr>
        <p:blipFill>
          <a:blip xmlns:r="http://schemas.openxmlformats.org/officeDocument/2006/relationships" r:embed="rId3"/>
          <a:stretch>
            <a:fillRect/>
          </a:stretch>
        </p:blipFill>
        <p:spPr>
          <a:xfrm>
            <a:off x="95885" y="4613910"/>
            <a:ext cx="685165" cy="427355"/>
          </a:xfrm>
          <a:prstGeom prst="rect"/>
        </p:spPr>
      </p:pic>
      <p:sp>
        <p:nvSpPr>
          <p:cNvPr id="1048634" name="标题 1"/>
          <p:cNvSpPr>
            <a:spLocks noGrp="1"/>
          </p:cNvSpPr>
          <p:nvPr>
            <p:ph type="title" hasCustomPrompt="1"/>
            <p:custDataLst>
              <p:tags r:id="rId4"/>
            </p:custDataLst>
          </p:nvPr>
        </p:nvSpPr>
        <p:spPr>
          <a:xfrm>
            <a:off x="325755" y="577850"/>
            <a:ext cx="3081655" cy="661670"/>
          </a:xfrm>
        </p:spPr>
        <p:txBody>
          <a:bodyPr anchor="ctr">
            <a:normAutofit/>
          </a:bodyPr>
          <a:lstStyle>
            <a:lvl1pPr>
              <a:defRPr baseline="0" sz="2700">
                <a:solidFill>
                  <a:schemeClr val="bg1"/>
                </a:solidFill>
                <a:latin typeface="Arial" panose="020B0604020202020204" pitchFamily="34" charset="0"/>
                <a:ea typeface="Arial" panose="020B0604020202020204" pitchFamily="34" charset="0"/>
              </a:defRPr>
            </a:lvl1pPr>
          </a:lstStyle>
          <a:p>
            <a:r>
              <a:rPr altLang="en-US" dirty="0" lang="zh-CN"/>
              <a:t>单击编辑标题</a:t>
            </a:r>
            <a:endParaRPr altLang="en-US" dirty="0" lang="zh-CN"/>
          </a:p>
        </p:txBody>
      </p:sp>
      <p:sp>
        <p:nvSpPr>
          <p:cNvPr id="1048635" name="页脚占位符 3"/>
          <p:cNvSpPr>
            <a:spLocks noGrp="1"/>
          </p:cNvSpPr>
          <p:nvPr>
            <p:ph type="ftr" sz="quarter" idx="11"/>
            <p:custDataLst>
              <p:tags r:id="rId5"/>
            </p:custDataLst>
          </p:nvPr>
        </p:nvSpPr>
        <p:spPr/>
        <p:txBody>
          <a:bodyPr/>
          <a:p>
            <a:endParaRPr altLang="en-US" dirty="0" lang="zh-CN"/>
          </a:p>
        </p:txBody>
      </p:sp>
      <p:sp>
        <p:nvSpPr>
          <p:cNvPr id="1048636" name="灯片编号占位符 4"/>
          <p:cNvSpPr>
            <a:spLocks noGrp="1"/>
          </p:cNvSpPr>
          <p:nvPr>
            <p:ph type="sldNum" sz="quarter" idx="12"/>
            <p:custDataLst>
              <p:tags r:id="rId6"/>
            </p:custDataLst>
          </p:nvPr>
        </p:nvSpPr>
        <p:spPr/>
        <p:txBody>
          <a:bodyPr/>
          <a:p>
            <a:fld id="{49AE70B2-8BF9-45C0-BB95-33D1B9D3A854}" type="slidenum">
              <a:rPr altLang="en-US" lang="zh-CN" smtClean="0"/>
            </a:fld>
            <a:endParaRPr altLang="en-US" dirty="0" lang="zh-CN"/>
          </a:p>
        </p:txBody>
      </p:sp>
      <p:sp>
        <p:nvSpPr>
          <p:cNvPr id="1048637" name="文本占位符 6"/>
          <p:cNvSpPr>
            <a:spLocks noGrp="1"/>
          </p:cNvSpPr>
          <p:nvPr>
            <p:ph type="body" sz="quarter" idx="13"/>
            <p:custDataLst>
              <p:tags r:id="rId7"/>
            </p:custDataLst>
          </p:nvPr>
        </p:nvSpPr>
        <p:spPr>
          <a:xfrm>
            <a:off x="328930" y="1322705"/>
            <a:ext cx="3078480" cy="3069590"/>
          </a:xfrm>
        </p:spPr>
        <p:txBody>
          <a:bodyPr>
            <a:normAutofit/>
          </a:bodyPr>
          <a:lstStyle>
            <a:lvl1pPr>
              <a:defRPr baseline="0" sz="1050">
                <a:solidFill>
                  <a:schemeClr val="bg1"/>
                </a:solidFill>
                <a:latin typeface="Arial" panose="020B0604020202020204" pitchFamily="34" charset="0"/>
                <a:ea typeface="Arial" panose="020B0604020202020204" pitchFamily="34" charset="0"/>
              </a:defRPr>
            </a:lvl1pPr>
            <a:lvl2pPr>
              <a:defRPr baseline="0" sz="1050">
                <a:solidFill>
                  <a:schemeClr val="bg1"/>
                </a:solidFill>
                <a:latin typeface="Arial" panose="020B0604020202020204" pitchFamily="34" charset="0"/>
                <a:ea typeface="Arial" panose="020B0604020202020204" pitchFamily="34" charset="0"/>
              </a:defRPr>
            </a:lvl2pPr>
            <a:lvl3pPr>
              <a:defRPr baseline="0" sz="1050">
                <a:solidFill>
                  <a:schemeClr val="bg1"/>
                </a:solidFill>
                <a:latin typeface="Arial" panose="020B0604020202020204" pitchFamily="34" charset="0"/>
                <a:ea typeface="Arial" panose="020B0604020202020204" pitchFamily="34" charset="0"/>
              </a:defRPr>
            </a:lvl3pPr>
            <a:lvl4pPr>
              <a:defRPr baseline="0" sz="1050">
                <a:solidFill>
                  <a:schemeClr val="bg1"/>
                </a:solidFill>
                <a:latin typeface="Arial" panose="020B0604020202020204" pitchFamily="34" charset="0"/>
                <a:ea typeface="Arial" panose="020B0604020202020204" pitchFamily="34" charset="0"/>
              </a:defRPr>
            </a:lvl4pPr>
            <a:lvl5pPr>
              <a:defRPr baseline="0" sz="1050">
                <a:solidFill>
                  <a:schemeClr val="bg1"/>
                </a:solidFill>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638" name="内容占位符 8"/>
          <p:cNvSpPr>
            <a:spLocks noGrp="1"/>
          </p:cNvSpPr>
          <p:nvPr>
            <p:ph sz="quarter" idx="14"/>
            <p:custDataLst>
              <p:tags r:id="rId8"/>
            </p:custDataLst>
          </p:nvPr>
        </p:nvSpPr>
        <p:spPr>
          <a:xfrm>
            <a:off x="3825900" y="577454"/>
            <a:ext cx="4860000" cy="3815953"/>
          </a:xfrm>
        </p:spPr>
        <p:txBody>
          <a:bodyPr>
            <a:normAutofit/>
          </a:bodyPr>
          <a:lstStyle>
            <a:lvl1pPr>
              <a:defRPr baseline="0" sz="1050">
                <a:solidFill>
                  <a:schemeClr val="tx1">
                    <a:lumMod val="85000"/>
                    <a:lumOff val="15000"/>
                  </a:schemeClr>
                </a:solidFill>
                <a:latin typeface="Arial" panose="020B0604020202020204" pitchFamily="34" charset="0"/>
                <a:ea typeface="Arial" panose="020B0604020202020204" pitchFamily="34" charset="0"/>
              </a:defRPr>
            </a:lvl1pPr>
            <a:lvl2pPr>
              <a:defRPr baseline="0" sz="1050">
                <a:solidFill>
                  <a:schemeClr val="tx1">
                    <a:lumMod val="85000"/>
                    <a:lumOff val="15000"/>
                  </a:schemeClr>
                </a:solidFill>
                <a:latin typeface="Arial" panose="020B0604020202020204" pitchFamily="34" charset="0"/>
                <a:ea typeface="Arial" panose="020B0604020202020204" pitchFamily="34" charset="0"/>
              </a:defRPr>
            </a:lvl2pPr>
            <a:lvl3pPr>
              <a:defRPr baseline="0" sz="1050">
                <a:solidFill>
                  <a:schemeClr val="tx1">
                    <a:lumMod val="85000"/>
                    <a:lumOff val="15000"/>
                  </a:schemeClr>
                </a:solidFill>
                <a:latin typeface="Arial" panose="020B0604020202020204" pitchFamily="34" charset="0"/>
                <a:ea typeface="Arial" panose="020B0604020202020204" pitchFamily="34" charset="0"/>
              </a:defRPr>
            </a:lvl3pPr>
            <a:lvl4pPr>
              <a:defRPr baseline="0" sz="1050">
                <a:solidFill>
                  <a:schemeClr val="tx1">
                    <a:lumMod val="85000"/>
                    <a:lumOff val="15000"/>
                  </a:schemeClr>
                </a:solidFill>
                <a:latin typeface="Arial" panose="020B0604020202020204" pitchFamily="34" charset="0"/>
                <a:ea typeface="Arial" panose="020B0604020202020204" pitchFamily="34" charset="0"/>
              </a:defRPr>
            </a:lvl4pPr>
            <a:lvl5pPr>
              <a:defRPr baseline="0" sz="1050">
                <a:solidFill>
                  <a:schemeClr val="tx1">
                    <a:lumMod val="85000"/>
                    <a:lumOff val="15000"/>
                  </a:schemeClr>
                </a:solidFill>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639" name="日期占位符 2"/>
          <p:cNvSpPr>
            <a:spLocks noGrp="1"/>
          </p:cNvSpPr>
          <p:nvPr>
            <p:ph type="dt" sz="half" idx="10"/>
            <p:custDataLst>
              <p:tags r:id="rId9"/>
            </p:custDataLst>
          </p:nvPr>
        </p:nvSpPr>
        <p:spPr/>
        <p:txBody>
          <a:bodyPr/>
          <a:p>
            <a:fld id="{760FBDFE-C587-4B4C-A407-44438C67B59E}" type="datetimeFigureOut">
              <a:rPr altLang="en-US" lang="zh-CN" smtClean="0"/>
            </a:fld>
            <a:endParaRPr altLang="en-US" 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p:bgPr>
    </p:bg>
    <p:spTree>
      <p:nvGrpSpPr>
        <p:cNvPr id="46" name=""/>
        <p:cNvGrpSpPr/>
        <p:nvPr/>
      </p:nvGrpSpPr>
      <p:grpSpPr>
        <a:xfrm>
          <a:off x="0" y="0"/>
          <a:ext cx="0" cy="0"/>
          <a:chOff x="0" y="0"/>
          <a:chExt cx="0" cy="0"/>
        </a:xfrm>
      </p:grpSpPr>
      <p:sp>
        <p:nvSpPr>
          <p:cNvPr id="1048595" name="矩形 5"/>
          <p:cNvSpPr/>
          <p:nvPr userDrawn="1">
            <p:custDataLst>
              <p:tags r:id="rId1"/>
            </p:custDataLst>
          </p:nvPr>
        </p:nvSpPr>
        <p:spPr>
          <a:xfrm>
            <a:off x="0" y="-14764"/>
            <a:ext cx="9143524" cy="1997869"/>
          </a:xfrm>
          <a:prstGeom prst="rect"/>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p>
            <a:pPr algn="ctr" lvl="0"/>
            <a:endParaRPr altLang="zh-CN" dirty="0" sz="1350" lang="en-US">
              <a:ea typeface="Arial" panose="020B0604020202020204" pitchFamily="34" charset="0"/>
              <a:sym typeface="+mn-ea"/>
            </a:endParaRPr>
          </a:p>
        </p:txBody>
      </p:sp>
      <p:pic>
        <p:nvPicPr>
          <p:cNvPr id="2097156" name="图片 7" descr="图层 3"/>
          <p:cNvPicPr>
            <a:picLocks noChangeAspect="1"/>
          </p:cNvPicPr>
          <p:nvPr userDrawn="1">
            <p:custDataLst>
              <p:tags r:id="rId2"/>
            </p:custDataLst>
          </p:nvPr>
        </p:nvPicPr>
        <p:blipFill>
          <a:blip xmlns:r="http://schemas.openxmlformats.org/officeDocument/2006/relationships" r:embed="rId3"/>
          <a:stretch>
            <a:fillRect/>
          </a:stretch>
        </p:blipFill>
        <p:spPr>
          <a:xfrm>
            <a:off x="102235" y="66040"/>
            <a:ext cx="685165" cy="427355"/>
          </a:xfrm>
          <a:prstGeom prst="rect"/>
        </p:spPr>
      </p:pic>
      <p:sp>
        <p:nvSpPr>
          <p:cNvPr id="1048596" name="标题 1"/>
          <p:cNvSpPr>
            <a:spLocks noGrp="1"/>
          </p:cNvSpPr>
          <p:nvPr>
            <p:ph type="title"/>
            <p:custDataLst>
              <p:tags r:id="rId4"/>
            </p:custDataLst>
          </p:nvPr>
        </p:nvSpPr>
        <p:spPr>
          <a:xfrm>
            <a:off x="459000" y="585900"/>
            <a:ext cx="8232300" cy="469800"/>
          </a:xfrm>
        </p:spPr>
        <p:txBody>
          <a:bodyPr anchor="ctr">
            <a:normAutofit/>
          </a:bodyPr>
          <a:lstStyle>
            <a:lvl1pPr algn="ctr">
              <a:defRPr baseline="0" sz="2700">
                <a:solidFill>
                  <a:schemeClr val="bg1"/>
                </a:solidFill>
                <a:latin typeface="Arial" panose="020B0604020202020204" pitchFamily="34" charset="0"/>
                <a:ea typeface="Arial" panose="020B0604020202020204" pitchFamily="34" charset="0"/>
              </a:defRPr>
            </a:lvl1pPr>
          </a:lstStyle>
          <a:p>
            <a:r>
              <a:rPr altLang="en-US" lang="zh-CN"/>
              <a:t>单击此处编辑母版标题样式</a:t>
            </a:r>
            <a:endParaRPr altLang="en-US" lang="zh-CN"/>
          </a:p>
        </p:txBody>
      </p:sp>
      <p:sp>
        <p:nvSpPr>
          <p:cNvPr id="1048597" name="日期占位符 2"/>
          <p:cNvSpPr>
            <a:spLocks noGrp="1"/>
          </p:cNvSpPr>
          <p:nvPr>
            <p:ph type="dt" sz="half" idx="10"/>
            <p:custDataLst>
              <p:tags r:id="rId5"/>
            </p:custDataLst>
          </p:nvPr>
        </p:nvSpPr>
        <p:spPr/>
        <p:txBody>
          <a:bodyPr/>
          <a:p>
            <a:fld id="{760FBDFE-C587-4B4C-A407-44438C67B59E}" type="datetimeFigureOut">
              <a:rPr altLang="en-US" lang="zh-CN" smtClean="0"/>
            </a:fld>
            <a:endParaRPr altLang="en-US" lang="zh-CN"/>
          </a:p>
        </p:txBody>
      </p:sp>
      <p:sp>
        <p:nvSpPr>
          <p:cNvPr id="1048598" name="页脚占位符 3"/>
          <p:cNvSpPr>
            <a:spLocks noGrp="1"/>
          </p:cNvSpPr>
          <p:nvPr>
            <p:ph type="ftr" sz="quarter" idx="11"/>
            <p:custDataLst>
              <p:tags r:id="rId6"/>
            </p:custDataLst>
          </p:nvPr>
        </p:nvSpPr>
        <p:spPr/>
        <p:txBody>
          <a:bodyPr/>
          <a:p>
            <a:endParaRPr altLang="en-US" dirty="0" lang="zh-CN"/>
          </a:p>
        </p:txBody>
      </p:sp>
      <p:sp>
        <p:nvSpPr>
          <p:cNvPr id="1048599" name="灯片编号占位符 4"/>
          <p:cNvSpPr>
            <a:spLocks noGrp="1"/>
          </p:cNvSpPr>
          <p:nvPr>
            <p:ph type="sldNum" sz="quarter" idx="12"/>
            <p:custDataLst>
              <p:tags r:id="rId7"/>
            </p:custDataLst>
          </p:nvPr>
        </p:nvSpPr>
        <p:spPr/>
        <p:txBody>
          <a:bodyPr/>
          <a:p>
            <a:fld id="{49AE70B2-8BF9-45C0-BB95-33D1B9D3A854}" type="slidenum">
              <a:rPr altLang="en-US" lang="zh-CN" smtClean="0"/>
            </a:fld>
            <a:endParaRPr altLang="en-US" dirty="0" lang="zh-CN"/>
          </a:p>
        </p:txBody>
      </p:sp>
      <p:sp>
        <p:nvSpPr>
          <p:cNvPr id="1048600" name="文本占位符 6"/>
          <p:cNvSpPr>
            <a:spLocks noGrp="1"/>
          </p:cNvSpPr>
          <p:nvPr>
            <p:ph type="body" sz="quarter" idx="13"/>
            <p:custDataLst>
              <p:tags r:id="rId8"/>
            </p:custDataLst>
          </p:nvPr>
        </p:nvSpPr>
        <p:spPr>
          <a:xfrm>
            <a:off x="459000" y="1244700"/>
            <a:ext cx="8231981" cy="621000"/>
          </a:xfrm>
        </p:spPr>
        <p:txBody>
          <a:bodyPr>
            <a:normAutofit/>
          </a:bodyPr>
          <a:lstStyle>
            <a:lvl1pPr algn="ctr">
              <a:defRPr baseline="0">
                <a:solidFill>
                  <a:schemeClr val="bg1"/>
                </a:solidFill>
                <a:latin typeface="Arial" panose="020B0604020202020204" pitchFamily="34" charset="0"/>
                <a:ea typeface="Arial" panose="020B0604020202020204" pitchFamily="34" charset="0"/>
              </a:defRPr>
            </a:lvl1pPr>
          </a:lstStyle>
          <a:p>
            <a:pPr lvl="0"/>
            <a:r>
              <a:rPr altLang="en-US" dirty="0" lang="zh-CN"/>
              <a:t>单击此处编辑母版文本样式</a:t>
            </a:r>
            <a:endParaRPr altLang="en-US" dirty="0" lang="zh-CN"/>
          </a:p>
        </p:txBody>
      </p:sp>
      <p:sp>
        <p:nvSpPr>
          <p:cNvPr id="1048601" name="内容占位符 8"/>
          <p:cNvSpPr>
            <a:spLocks noGrp="1"/>
          </p:cNvSpPr>
          <p:nvPr>
            <p:ph sz="quarter" idx="14"/>
            <p:custDataLst>
              <p:tags r:id="rId9"/>
            </p:custDataLst>
          </p:nvPr>
        </p:nvSpPr>
        <p:spPr>
          <a:xfrm>
            <a:off x="459581" y="2106000"/>
            <a:ext cx="8224200" cy="2573100"/>
          </a:xfrm>
        </p:spPr>
        <p:txBody>
          <a:bodyPr>
            <a:normAutofit/>
          </a:bodyPr>
          <a:lstStyle>
            <a:lvl1pPr>
              <a:defRPr baseline="0" sz="1050">
                <a:solidFill>
                  <a:schemeClr val="bg1"/>
                </a:solidFill>
                <a:latin typeface="Arial" panose="020B0604020202020204" pitchFamily="34" charset="0"/>
                <a:ea typeface="Arial" panose="020B0604020202020204" pitchFamily="34" charset="0"/>
              </a:defRPr>
            </a:lvl1pPr>
            <a:lvl2pPr>
              <a:defRPr baseline="0" sz="1050">
                <a:solidFill>
                  <a:schemeClr val="bg1"/>
                </a:solidFill>
                <a:latin typeface="Arial" panose="020B0604020202020204" pitchFamily="34" charset="0"/>
                <a:ea typeface="Arial" panose="020B0604020202020204" pitchFamily="34" charset="0"/>
              </a:defRPr>
            </a:lvl2pPr>
            <a:lvl3pPr>
              <a:defRPr baseline="0" sz="1050">
                <a:solidFill>
                  <a:schemeClr val="bg1"/>
                </a:solidFill>
                <a:latin typeface="Arial" panose="020B0604020202020204" pitchFamily="34" charset="0"/>
                <a:ea typeface="Arial" panose="020B0604020202020204" pitchFamily="34" charset="0"/>
              </a:defRPr>
            </a:lvl3pPr>
            <a:lvl4pPr>
              <a:defRPr baseline="0" sz="1050">
                <a:solidFill>
                  <a:schemeClr val="bg1"/>
                </a:solidFill>
                <a:latin typeface="Arial" panose="020B0604020202020204" pitchFamily="34" charset="0"/>
                <a:ea typeface="Arial" panose="020B0604020202020204" pitchFamily="34" charset="0"/>
              </a:defRPr>
            </a:lvl4pPr>
            <a:lvl5pPr>
              <a:defRPr baseline="0" sz="1050">
                <a:solidFill>
                  <a:schemeClr val="bg1"/>
                </a:solidFill>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p:bgPr>
    </p:bg>
    <p:spTree>
      <p:nvGrpSpPr>
        <p:cNvPr id="72" name=""/>
        <p:cNvGrpSpPr/>
        <p:nvPr/>
      </p:nvGrpSpPr>
      <p:grpSpPr>
        <a:xfrm>
          <a:off x="0" y="0"/>
          <a:ext cx="0" cy="0"/>
          <a:chOff x="0" y="0"/>
          <a:chExt cx="0" cy="0"/>
        </a:xfrm>
      </p:grpSpPr>
      <p:sp>
        <p:nvSpPr>
          <p:cNvPr id="1048684" name="矩形 5"/>
          <p:cNvSpPr/>
          <p:nvPr userDrawn="1">
            <p:custDataLst>
              <p:tags r:id="rId1"/>
            </p:custDataLst>
          </p:nvPr>
        </p:nvSpPr>
        <p:spPr>
          <a:xfrm>
            <a:off x="3334" y="3771900"/>
            <a:ext cx="9143524" cy="1371600"/>
          </a:xfrm>
          <a:prstGeom prst="rect"/>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p>
            <a:pPr algn="ctr" lvl="0"/>
            <a:endParaRPr altLang="zh-CN" dirty="0" sz="1350" lang="en-US">
              <a:ea typeface="Arial" panose="020B0604020202020204" pitchFamily="34" charset="0"/>
              <a:sym typeface="+mn-ea"/>
            </a:endParaRPr>
          </a:p>
        </p:txBody>
      </p:sp>
      <p:grpSp>
        <p:nvGrpSpPr>
          <p:cNvPr id="73" name="组合 10"/>
          <p:cNvGrpSpPr/>
          <p:nvPr userDrawn="1">
            <p:custDataLst>
              <p:tags r:id="rId2"/>
            </p:custDataLst>
          </p:nvPr>
        </p:nvGrpSpPr>
        <p:grpSpPr>
          <a:xfrm>
            <a:off x="130175" y="59690"/>
            <a:ext cx="8933180" cy="442595"/>
            <a:chOff x="130175" y="59690"/>
            <a:chExt cx="8933180" cy="442595"/>
          </a:xfrm>
        </p:grpSpPr>
        <p:pic>
          <p:nvPicPr>
            <p:cNvPr id="2097171" name="图片 7" descr="图层 2"/>
            <p:cNvPicPr>
              <a:picLocks noChangeAspect="1"/>
            </p:cNvPicPr>
            <p:nvPr userDrawn="1">
              <p:custDataLst>
                <p:tags r:id="rId3"/>
              </p:custDataLst>
            </p:nvPr>
          </p:nvPicPr>
          <p:blipFill>
            <a:blip xmlns:r="http://schemas.openxmlformats.org/officeDocument/2006/relationships" r:embed="rId4"/>
            <a:stretch>
              <a:fillRect/>
            </a:stretch>
          </p:blipFill>
          <p:spPr>
            <a:xfrm>
              <a:off x="130175" y="59690"/>
              <a:ext cx="629285" cy="442595"/>
            </a:xfrm>
            <a:prstGeom prst="rect"/>
          </p:spPr>
        </p:pic>
        <p:pic>
          <p:nvPicPr>
            <p:cNvPr id="2097172" name="图片 9" descr="图层 3"/>
            <p:cNvPicPr>
              <a:picLocks noChangeAspect="1"/>
            </p:cNvPicPr>
            <p:nvPr userDrawn="1">
              <p:custDataLst>
                <p:tags r:id="rId5"/>
              </p:custDataLst>
            </p:nvPr>
          </p:nvPicPr>
          <p:blipFill>
            <a:blip xmlns:r="http://schemas.openxmlformats.org/officeDocument/2006/relationships" r:embed="rId6"/>
            <a:stretch>
              <a:fillRect/>
            </a:stretch>
          </p:blipFill>
          <p:spPr>
            <a:xfrm>
              <a:off x="8378190" y="74930"/>
              <a:ext cx="685165" cy="427355"/>
            </a:xfrm>
            <a:prstGeom prst="rect"/>
          </p:spPr>
        </p:pic>
      </p:grpSp>
      <p:sp>
        <p:nvSpPr>
          <p:cNvPr id="1048685" name="标题 1"/>
          <p:cNvSpPr>
            <a:spLocks noGrp="1"/>
          </p:cNvSpPr>
          <p:nvPr>
            <p:ph type="title"/>
            <p:custDataLst>
              <p:tags r:id="rId7"/>
            </p:custDataLst>
          </p:nvPr>
        </p:nvSpPr>
        <p:spPr>
          <a:xfrm>
            <a:off x="453600" y="502200"/>
            <a:ext cx="8232300" cy="423900"/>
          </a:xfrm>
        </p:spPr>
        <p:txBody>
          <a:bodyPr anchor="ctr">
            <a:normAutofit/>
          </a:bodyPr>
          <a:lstStyle>
            <a:lvl1pPr algn="ctr">
              <a:defRPr baseline="0" sz="2400">
                <a:solidFill>
                  <a:schemeClr val="tx1">
                    <a:lumMod val="85000"/>
                    <a:lumOff val="15000"/>
                  </a:schemeClr>
                </a:solidFill>
                <a:latin typeface="Arial" panose="020B0604020202020204" pitchFamily="34" charset="0"/>
                <a:ea typeface="Arial" panose="020B0604020202020204" pitchFamily="34" charset="0"/>
              </a:defRPr>
            </a:lvl1pPr>
          </a:lstStyle>
          <a:p>
            <a:r>
              <a:rPr altLang="en-US" dirty="0" lang="zh-CN"/>
              <a:t>单击此处编辑母版标题样式</a:t>
            </a:r>
            <a:endParaRPr altLang="en-US" dirty="0" lang="zh-CN"/>
          </a:p>
        </p:txBody>
      </p:sp>
      <p:sp>
        <p:nvSpPr>
          <p:cNvPr id="1048686" name="日期占位符 2"/>
          <p:cNvSpPr>
            <a:spLocks noGrp="1"/>
          </p:cNvSpPr>
          <p:nvPr>
            <p:ph type="dt" sz="half" idx="10"/>
            <p:custDataLst>
              <p:tags r:id="rId8"/>
            </p:custDataLst>
          </p:nvPr>
        </p:nvSpPr>
        <p:spPr/>
        <p:txBody>
          <a:bodyPr/>
          <a:p>
            <a:fld id="{760FBDFE-C587-4B4C-A407-44438C67B59E}" type="datetimeFigureOut">
              <a:rPr altLang="en-US" lang="zh-CN" smtClean="0"/>
            </a:fld>
            <a:endParaRPr altLang="en-US" lang="zh-CN"/>
          </a:p>
        </p:txBody>
      </p:sp>
      <p:sp>
        <p:nvSpPr>
          <p:cNvPr id="1048687" name="页脚占位符 3"/>
          <p:cNvSpPr>
            <a:spLocks noGrp="1"/>
          </p:cNvSpPr>
          <p:nvPr>
            <p:ph type="ftr" sz="quarter" idx="11"/>
            <p:custDataLst>
              <p:tags r:id="rId9"/>
            </p:custDataLst>
          </p:nvPr>
        </p:nvSpPr>
        <p:spPr/>
        <p:txBody>
          <a:bodyPr/>
          <a:p>
            <a:endParaRPr altLang="en-US" dirty="0" lang="zh-CN"/>
          </a:p>
        </p:txBody>
      </p:sp>
      <p:sp>
        <p:nvSpPr>
          <p:cNvPr id="1048688" name="灯片编号占位符 4"/>
          <p:cNvSpPr>
            <a:spLocks noGrp="1"/>
          </p:cNvSpPr>
          <p:nvPr>
            <p:ph type="sldNum" sz="quarter" idx="12"/>
            <p:custDataLst>
              <p:tags r:id="rId10"/>
            </p:custDataLst>
          </p:nvPr>
        </p:nvSpPr>
        <p:spPr/>
        <p:txBody>
          <a:bodyPr/>
          <a:p>
            <a:fld id="{49AE70B2-8BF9-45C0-BB95-33D1B9D3A854}" type="slidenum">
              <a:rPr altLang="en-US" lang="zh-CN" smtClean="0"/>
            </a:fld>
            <a:endParaRPr altLang="en-US" dirty="0" lang="zh-CN"/>
          </a:p>
        </p:txBody>
      </p:sp>
      <p:sp>
        <p:nvSpPr>
          <p:cNvPr id="1048689" name="内容占位符 6"/>
          <p:cNvSpPr>
            <a:spLocks noGrp="1"/>
          </p:cNvSpPr>
          <p:nvPr>
            <p:ph sz="quarter" idx="13"/>
            <p:custDataLst>
              <p:tags r:id="rId11"/>
            </p:custDataLst>
          </p:nvPr>
        </p:nvSpPr>
        <p:spPr>
          <a:xfrm>
            <a:off x="453628" y="1260900"/>
            <a:ext cx="8243100" cy="2408400"/>
          </a:xfrm>
        </p:spPr>
        <p:txBody>
          <a:bodyPr>
            <a:normAutofit/>
          </a:bodyPr>
          <a:lstStyle>
            <a:lvl1pPr>
              <a:defRPr baseline="0" cap="none" sz="1050" kern="1200" normalizeH="0" spc="110" strike="noStrike" u="none">
                <a:solidFill>
                  <a:schemeClr val="tx1">
                    <a:lumMod val="85000"/>
                    <a:lumOff val="15000"/>
                  </a:schemeClr>
                </a:solidFill>
                <a:latin typeface="Arial" panose="020B0604020202020204" pitchFamily="34" charset="0"/>
                <a:ea typeface="Arial" panose="020B0604020202020204" pitchFamily="34" charset="0"/>
              </a:defRPr>
            </a:lvl1pPr>
            <a:lvl2pPr>
              <a:defRPr baseline="0" cap="none" sz="1050" kern="1200" normalizeH="0" spc="110" strike="noStrike" u="none">
                <a:solidFill>
                  <a:schemeClr val="tx1">
                    <a:lumMod val="85000"/>
                    <a:lumOff val="15000"/>
                  </a:schemeClr>
                </a:solidFill>
                <a:latin typeface="Arial" panose="020B0604020202020204" pitchFamily="34" charset="0"/>
                <a:ea typeface="Arial" panose="020B0604020202020204" pitchFamily="34" charset="0"/>
              </a:defRPr>
            </a:lvl2pPr>
            <a:lvl3pPr>
              <a:defRPr baseline="0" cap="none" sz="1050" kern="1200" normalizeH="0" spc="110" strike="noStrike" u="none">
                <a:solidFill>
                  <a:schemeClr val="tx1">
                    <a:lumMod val="85000"/>
                    <a:lumOff val="15000"/>
                  </a:schemeClr>
                </a:solidFill>
                <a:latin typeface="Arial" panose="020B0604020202020204" pitchFamily="34" charset="0"/>
                <a:ea typeface="Arial" panose="020B0604020202020204" pitchFamily="34" charset="0"/>
              </a:defRPr>
            </a:lvl3pPr>
            <a:lvl4pPr>
              <a:defRPr baseline="0" cap="none" sz="1050" kern="1200" normalizeH="0" spc="110" strike="noStrike" u="none">
                <a:solidFill>
                  <a:schemeClr val="tx1">
                    <a:lumMod val="85000"/>
                    <a:lumOff val="15000"/>
                  </a:schemeClr>
                </a:solidFill>
                <a:latin typeface="Arial" panose="020B0604020202020204" pitchFamily="34" charset="0"/>
                <a:ea typeface="Arial" panose="020B0604020202020204" pitchFamily="34" charset="0"/>
              </a:defRPr>
            </a:lvl4pPr>
            <a:lvl5pPr>
              <a:defRPr baseline="0" cap="none" sz="1050" kern="1200" normalizeH="0" spc="110" strike="noStrike" u="none">
                <a:solidFill>
                  <a:schemeClr val="tx1">
                    <a:lumMod val="85000"/>
                    <a:lumOff val="15000"/>
                  </a:schemeClr>
                </a:solidFill>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690" name="文本占位符 8"/>
          <p:cNvSpPr>
            <a:spLocks noGrp="1"/>
          </p:cNvSpPr>
          <p:nvPr>
            <p:ph type="body" sz="quarter" idx="14"/>
            <p:custDataLst>
              <p:tags r:id="rId12"/>
            </p:custDataLst>
          </p:nvPr>
        </p:nvSpPr>
        <p:spPr>
          <a:xfrm>
            <a:off x="445500" y="3885300"/>
            <a:ext cx="8251200" cy="758700"/>
          </a:xfrm>
        </p:spPr>
        <p:txBody>
          <a:bodyPr/>
          <a:lstStyle>
            <a:lvl1pPr>
              <a:defRPr baseline="0" cap="none" kern="1200" normalizeH="0" spc="110" strike="noStrike" u="none">
                <a:solidFill>
                  <a:schemeClr val="bg1"/>
                </a:solidFill>
                <a:latin typeface="Arial" panose="020B0604020202020204" pitchFamily="34" charset="0"/>
                <a:ea typeface="Arial" panose="020B0604020202020204" pitchFamily="34" charset="0"/>
              </a:defRPr>
            </a:lvl1pPr>
          </a:lstStyle>
          <a:p>
            <a:pPr lvl="0"/>
            <a:r>
              <a:rPr altLang="en-US" dirty="0" lang="zh-CN"/>
              <a:t>单击此处编辑母版文本样式</a:t>
            </a:r>
            <a:endParaRPr altLang="en-US" dirty="0" 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p:bgPr>
    </p:bg>
    <p:spTree>
      <p:nvGrpSpPr>
        <p:cNvPr id="50" name=""/>
        <p:cNvGrpSpPr/>
        <p:nvPr/>
      </p:nvGrpSpPr>
      <p:grpSpPr>
        <a:xfrm>
          <a:off x="0" y="0"/>
          <a:ext cx="0" cy="0"/>
          <a:chOff x="0" y="0"/>
          <a:chExt cx="0" cy="0"/>
        </a:xfrm>
      </p:grpSpPr>
      <p:sp>
        <p:nvSpPr>
          <p:cNvPr id="1048613" name="矩形 5"/>
          <p:cNvSpPr/>
          <p:nvPr userDrawn="1">
            <p:custDataLst>
              <p:tags r:id="rId1"/>
            </p:custDataLst>
          </p:nvPr>
        </p:nvSpPr>
        <p:spPr>
          <a:xfrm>
            <a:off x="0" y="953"/>
            <a:ext cx="9143524" cy="685800"/>
          </a:xfrm>
          <a:prstGeom prst="rect"/>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p>
            <a:pPr algn="ctr" lvl="0"/>
            <a:endParaRPr altLang="zh-CN" dirty="0" sz="1350" lang="en-US">
              <a:ea typeface="Arial" panose="020B0604020202020204" pitchFamily="34" charset="0"/>
              <a:sym typeface="+mn-ea"/>
            </a:endParaRPr>
          </a:p>
        </p:txBody>
      </p:sp>
      <p:pic>
        <p:nvPicPr>
          <p:cNvPr id="2097160" name="图片 7" descr="图层 3"/>
          <p:cNvPicPr>
            <a:picLocks noChangeAspect="1"/>
          </p:cNvPicPr>
          <p:nvPr userDrawn="1">
            <p:custDataLst>
              <p:tags r:id="rId2"/>
            </p:custDataLst>
          </p:nvPr>
        </p:nvPicPr>
        <p:blipFill>
          <a:blip xmlns:r="http://schemas.openxmlformats.org/officeDocument/2006/relationships" r:embed="rId3"/>
          <a:stretch>
            <a:fillRect/>
          </a:stretch>
        </p:blipFill>
        <p:spPr>
          <a:xfrm>
            <a:off x="0" y="4690745"/>
            <a:ext cx="685165" cy="427355"/>
          </a:xfrm>
          <a:prstGeom prst="rect"/>
        </p:spPr>
      </p:pic>
      <p:sp>
        <p:nvSpPr>
          <p:cNvPr id="1048614" name="标题 1"/>
          <p:cNvSpPr>
            <a:spLocks noGrp="1"/>
          </p:cNvSpPr>
          <p:nvPr>
            <p:ph type="title"/>
            <p:custDataLst>
              <p:tags r:id="rId4"/>
            </p:custDataLst>
          </p:nvPr>
        </p:nvSpPr>
        <p:spPr>
          <a:xfrm>
            <a:off x="434700" y="178200"/>
            <a:ext cx="8278200" cy="331473"/>
          </a:xfrm>
        </p:spPr>
        <p:txBody>
          <a:bodyPr>
            <a:normAutofit fontScale="90000"/>
          </a:bodyPr>
          <a:lstStyle>
            <a:lvl1pPr>
              <a:defRPr baseline="0" sz="2000">
                <a:solidFill>
                  <a:schemeClr val="bg1"/>
                </a:solidFill>
                <a:latin typeface="Arial" panose="020B0604020202020204" pitchFamily="34" charset="0"/>
                <a:ea typeface="Arial" panose="020B0604020202020204" pitchFamily="34" charset="0"/>
              </a:defRPr>
            </a:lvl1pPr>
          </a:lstStyle>
          <a:p>
            <a:r>
              <a:rPr altLang="en-US" dirty="0" lang="zh-CN"/>
              <a:t>单击此处编辑母版标题样式</a:t>
            </a:r>
            <a:endParaRPr altLang="en-US" dirty="0" lang="zh-CN"/>
          </a:p>
        </p:txBody>
      </p:sp>
      <p:sp>
        <p:nvSpPr>
          <p:cNvPr id="1048615" name="日期占位符 2"/>
          <p:cNvSpPr>
            <a:spLocks noGrp="1"/>
          </p:cNvSpPr>
          <p:nvPr>
            <p:ph type="dt" sz="half" idx="10"/>
            <p:custDataLst>
              <p:tags r:id="rId5"/>
            </p:custDataLst>
          </p:nvPr>
        </p:nvSpPr>
        <p:spPr/>
        <p:txBody>
          <a:bodyPr/>
          <a:p>
            <a:fld id="{760FBDFE-C587-4B4C-A407-44438C67B59E}" type="datetimeFigureOut">
              <a:rPr altLang="en-US" lang="zh-CN" smtClean="0"/>
            </a:fld>
            <a:endParaRPr altLang="en-US" lang="zh-CN"/>
          </a:p>
        </p:txBody>
      </p:sp>
      <p:sp>
        <p:nvSpPr>
          <p:cNvPr id="1048616" name="页脚占位符 3"/>
          <p:cNvSpPr>
            <a:spLocks noGrp="1"/>
          </p:cNvSpPr>
          <p:nvPr>
            <p:ph type="ftr" sz="quarter" idx="11"/>
            <p:custDataLst>
              <p:tags r:id="rId6"/>
            </p:custDataLst>
          </p:nvPr>
        </p:nvSpPr>
        <p:spPr/>
        <p:txBody>
          <a:bodyPr/>
          <a:p>
            <a:endParaRPr altLang="en-US" dirty="0" lang="zh-CN"/>
          </a:p>
        </p:txBody>
      </p:sp>
      <p:sp>
        <p:nvSpPr>
          <p:cNvPr id="1048617" name="灯片编号占位符 4"/>
          <p:cNvSpPr>
            <a:spLocks noGrp="1"/>
          </p:cNvSpPr>
          <p:nvPr>
            <p:ph type="sldNum" sz="quarter" idx="12"/>
            <p:custDataLst>
              <p:tags r:id="rId7"/>
            </p:custDataLst>
          </p:nvPr>
        </p:nvSpPr>
        <p:spPr/>
        <p:txBody>
          <a:bodyPr/>
          <a:p>
            <a:fld id="{49AE70B2-8BF9-45C0-BB95-33D1B9D3A854}" type="slidenum">
              <a:rPr altLang="en-US" lang="zh-CN" smtClean="0"/>
            </a:fld>
            <a:endParaRPr altLang="en-US" dirty="0" lang="zh-CN"/>
          </a:p>
        </p:txBody>
      </p:sp>
      <p:sp>
        <p:nvSpPr>
          <p:cNvPr id="1048618" name="内容占位符 6"/>
          <p:cNvSpPr>
            <a:spLocks noGrp="1"/>
          </p:cNvSpPr>
          <p:nvPr>
            <p:ph sz="quarter" idx="13"/>
            <p:custDataLst>
              <p:tags r:id="rId8"/>
            </p:custDataLst>
          </p:nvPr>
        </p:nvSpPr>
        <p:spPr>
          <a:xfrm>
            <a:off x="434700" y="1247400"/>
            <a:ext cx="4006800" cy="2170800"/>
          </a:xfrm>
        </p:spPr>
        <p:txBody>
          <a:bodyPr>
            <a:normAutofit/>
          </a:bodyPr>
          <a:lstStyle>
            <a:lvl1pPr>
              <a:defRPr baseline="0" sz="1050">
                <a:solidFill>
                  <a:schemeClr val="tx1">
                    <a:lumMod val="85000"/>
                    <a:lumOff val="15000"/>
                  </a:schemeClr>
                </a:solidFill>
                <a:latin typeface="Arial" panose="020B0604020202020204" pitchFamily="34" charset="0"/>
                <a:ea typeface="Arial" panose="020B0604020202020204" pitchFamily="34" charset="0"/>
              </a:defRPr>
            </a:lvl1pPr>
            <a:lvl2pPr>
              <a:defRPr baseline="0" sz="1050">
                <a:solidFill>
                  <a:schemeClr val="tx1">
                    <a:lumMod val="85000"/>
                    <a:lumOff val="15000"/>
                  </a:schemeClr>
                </a:solidFill>
                <a:latin typeface="Arial" panose="020B0604020202020204" pitchFamily="34" charset="0"/>
                <a:ea typeface="Arial" panose="020B0604020202020204" pitchFamily="34" charset="0"/>
              </a:defRPr>
            </a:lvl2pPr>
            <a:lvl3pPr>
              <a:defRPr baseline="0" sz="1050">
                <a:solidFill>
                  <a:schemeClr val="tx1">
                    <a:lumMod val="85000"/>
                    <a:lumOff val="15000"/>
                  </a:schemeClr>
                </a:solidFill>
                <a:latin typeface="Arial" panose="020B0604020202020204" pitchFamily="34" charset="0"/>
                <a:ea typeface="Arial" panose="020B0604020202020204" pitchFamily="34" charset="0"/>
              </a:defRPr>
            </a:lvl3pPr>
            <a:lvl4pPr>
              <a:defRPr baseline="0" sz="1050">
                <a:solidFill>
                  <a:schemeClr val="tx1">
                    <a:lumMod val="85000"/>
                    <a:lumOff val="15000"/>
                  </a:schemeClr>
                </a:solidFill>
                <a:latin typeface="Arial" panose="020B0604020202020204" pitchFamily="34" charset="0"/>
                <a:ea typeface="Arial" panose="020B0604020202020204" pitchFamily="34" charset="0"/>
              </a:defRPr>
            </a:lvl4pPr>
            <a:lvl5pPr>
              <a:defRPr baseline="0" sz="1050">
                <a:solidFill>
                  <a:schemeClr val="tx1">
                    <a:lumMod val="85000"/>
                    <a:lumOff val="15000"/>
                  </a:schemeClr>
                </a:solidFill>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619" name="内容占位符 8"/>
          <p:cNvSpPr>
            <a:spLocks noGrp="1"/>
          </p:cNvSpPr>
          <p:nvPr>
            <p:ph sz="quarter" idx="14"/>
            <p:custDataLst>
              <p:tags r:id="rId9"/>
            </p:custDataLst>
          </p:nvPr>
        </p:nvSpPr>
        <p:spPr>
          <a:xfrm>
            <a:off x="4681800" y="1247400"/>
            <a:ext cx="4025700" cy="2170800"/>
          </a:xfrm>
        </p:spPr>
        <p:txBody>
          <a:bodyPr>
            <a:normAutofit/>
          </a:bodyPr>
          <a:lstStyle>
            <a:lvl1pPr>
              <a:defRPr baseline="0" sz="1050">
                <a:solidFill>
                  <a:schemeClr val="tx1">
                    <a:lumMod val="85000"/>
                    <a:lumOff val="15000"/>
                  </a:schemeClr>
                </a:solidFill>
                <a:latin typeface="Arial" panose="020B0604020202020204" pitchFamily="34" charset="0"/>
                <a:ea typeface="Arial" panose="020B0604020202020204" pitchFamily="34" charset="0"/>
              </a:defRPr>
            </a:lvl1pPr>
            <a:lvl2pPr>
              <a:defRPr baseline="0" sz="1050">
                <a:solidFill>
                  <a:schemeClr val="tx1">
                    <a:lumMod val="85000"/>
                    <a:lumOff val="15000"/>
                  </a:schemeClr>
                </a:solidFill>
                <a:latin typeface="Arial" panose="020B0604020202020204" pitchFamily="34" charset="0"/>
                <a:ea typeface="Arial" panose="020B0604020202020204" pitchFamily="34" charset="0"/>
              </a:defRPr>
            </a:lvl2pPr>
            <a:lvl3pPr>
              <a:defRPr baseline="0" sz="1050">
                <a:solidFill>
                  <a:schemeClr val="tx1">
                    <a:lumMod val="85000"/>
                    <a:lumOff val="15000"/>
                  </a:schemeClr>
                </a:solidFill>
                <a:latin typeface="Arial" panose="020B0604020202020204" pitchFamily="34" charset="0"/>
                <a:ea typeface="Arial" panose="020B0604020202020204" pitchFamily="34" charset="0"/>
              </a:defRPr>
            </a:lvl3pPr>
            <a:lvl4pPr>
              <a:defRPr baseline="0" sz="1050">
                <a:solidFill>
                  <a:schemeClr val="tx1">
                    <a:lumMod val="85000"/>
                    <a:lumOff val="15000"/>
                  </a:schemeClr>
                </a:solidFill>
                <a:latin typeface="Arial" panose="020B0604020202020204" pitchFamily="34" charset="0"/>
                <a:ea typeface="Arial" panose="020B0604020202020204" pitchFamily="34" charset="0"/>
              </a:defRPr>
            </a:lvl4pPr>
            <a:lvl5pPr>
              <a:defRPr baseline="0" sz="1050">
                <a:solidFill>
                  <a:schemeClr val="tx1">
                    <a:lumMod val="85000"/>
                    <a:lumOff val="15000"/>
                  </a:schemeClr>
                </a:solidFill>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620" name="文本占位符 10"/>
          <p:cNvSpPr>
            <a:spLocks noGrp="1"/>
          </p:cNvSpPr>
          <p:nvPr>
            <p:ph type="body" sz="quarter" idx="15"/>
            <p:custDataLst>
              <p:tags r:id="rId10"/>
            </p:custDataLst>
          </p:nvPr>
        </p:nvSpPr>
        <p:spPr>
          <a:xfrm>
            <a:off x="429300" y="3612600"/>
            <a:ext cx="4006800" cy="585900"/>
          </a:xfrm>
        </p:spPr>
        <p:txBody>
          <a:bodyPr>
            <a:normAutofit/>
          </a:bodyPr>
          <a:lstStyle>
            <a:lvl1pPr>
              <a:defRPr baseline="0" sz="1050">
                <a:solidFill>
                  <a:schemeClr val="tx1">
                    <a:lumMod val="85000"/>
                    <a:lumOff val="15000"/>
                  </a:schemeClr>
                </a:solidFill>
                <a:latin typeface="Arial" panose="020B0604020202020204" pitchFamily="34" charset="0"/>
                <a:ea typeface="Arial" panose="020B0604020202020204" pitchFamily="34" charset="0"/>
              </a:defRPr>
            </a:lvl1pPr>
          </a:lstStyle>
          <a:p>
            <a:pPr lvl="0"/>
            <a:r>
              <a:rPr altLang="en-US" dirty="0" lang="zh-CN"/>
              <a:t>单击此处编辑母版文本样式</a:t>
            </a:r>
            <a:endParaRPr altLang="en-US" dirty="0" lang="zh-CN"/>
          </a:p>
        </p:txBody>
      </p:sp>
      <p:sp>
        <p:nvSpPr>
          <p:cNvPr id="1048621" name="文本占位符 12"/>
          <p:cNvSpPr>
            <a:spLocks noGrp="1"/>
          </p:cNvSpPr>
          <p:nvPr>
            <p:ph type="body" sz="quarter" idx="16"/>
            <p:custDataLst>
              <p:tags r:id="rId11"/>
            </p:custDataLst>
          </p:nvPr>
        </p:nvSpPr>
        <p:spPr>
          <a:xfrm>
            <a:off x="4689900" y="3609900"/>
            <a:ext cx="4025700" cy="585900"/>
          </a:xfrm>
        </p:spPr>
        <p:txBody>
          <a:bodyPr>
            <a:normAutofit/>
          </a:bodyPr>
          <a:lstStyle>
            <a:lvl1pPr>
              <a:defRPr baseline="0" sz="1050">
                <a:solidFill>
                  <a:schemeClr val="tx1">
                    <a:lumMod val="85000"/>
                    <a:lumOff val="15000"/>
                  </a:schemeClr>
                </a:solidFill>
                <a:latin typeface="Arial" panose="020B0604020202020204" pitchFamily="34" charset="0"/>
                <a:ea typeface="Arial" panose="020B0604020202020204" pitchFamily="34" charset="0"/>
              </a:defRPr>
            </a:lvl1pPr>
          </a:lstStyle>
          <a:p>
            <a:pPr lvl="0"/>
            <a:r>
              <a:rPr altLang="en-US" dirty="0" lang="zh-CN"/>
              <a:t>单击此处编辑母版文本样式</a:t>
            </a:r>
            <a:endParaRPr altLang="en-US" dirty="0" 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p:bgPr>
    </p:bg>
    <p:spTree>
      <p:nvGrpSpPr>
        <p:cNvPr id="60" name=""/>
        <p:cNvGrpSpPr/>
        <p:nvPr/>
      </p:nvGrpSpPr>
      <p:grpSpPr>
        <a:xfrm>
          <a:off x="0" y="0"/>
          <a:ext cx="0" cy="0"/>
          <a:chOff x="0" y="0"/>
          <a:chExt cx="0" cy="0"/>
        </a:xfrm>
      </p:grpSpPr>
      <p:sp>
        <p:nvSpPr>
          <p:cNvPr id="1048647" name="矩形 7"/>
          <p:cNvSpPr/>
          <p:nvPr userDrawn="1">
            <p:custDataLst>
              <p:tags r:id="rId1"/>
            </p:custDataLst>
          </p:nvPr>
        </p:nvSpPr>
        <p:spPr>
          <a:xfrm>
            <a:off x="-1429" y="719614"/>
            <a:ext cx="9144476" cy="3704273"/>
          </a:xfrm>
          <a:prstGeom prst="rect"/>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p>
            <a:pPr algn="ctr" lvl="0"/>
            <a:endParaRPr altLang="zh-CN" dirty="0" sz="1350" lang="en-US">
              <a:ea typeface="Arial" panose="020B0604020202020204" pitchFamily="34" charset="0"/>
              <a:sym typeface="+mn-ea"/>
            </a:endParaRPr>
          </a:p>
        </p:txBody>
      </p:sp>
      <p:grpSp>
        <p:nvGrpSpPr>
          <p:cNvPr id="61" name="组合 8"/>
          <p:cNvGrpSpPr/>
          <p:nvPr userDrawn="1">
            <p:custDataLst>
              <p:tags r:id="rId2"/>
            </p:custDataLst>
          </p:nvPr>
        </p:nvGrpSpPr>
        <p:grpSpPr>
          <a:xfrm>
            <a:off x="-635" y="276860"/>
            <a:ext cx="9144000" cy="4764405"/>
            <a:chOff x="-635" y="276860"/>
            <a:chExt cx="9144000" cy="4764405"/>
          </a:xfrm>
        </p:grpSpPr>
        <p:pic>
          <p:nvPicPr>
            <p:cNvPr id="2097165" name="图片 5" descr="图层 2"/>
            <p:cNvPicPr>
              <a:picLocks noChangeAspect="1"/>
            </p:cNvPicPr>
            <p:nvPr userDrawn="1">
              <p:custDataLst>
                <p:tags r:id="rId3"/>
              </p:custDataLst>
            </p:nvPr>
          </p:nvPicPr>
          <p:blipFill>
            <a:blip xmlns:r="http://schemas.openxmlformats.org/officeDocument/2006/relationships" r:embed="rId4"/>
            <a:stretch>
              <a:fillRect/>
            </a:stretch>
          </p:blipFill>
          <p:spPr>
            <a:xfrm>
              <a:off x="-635" y="276860"/>
              <a:ext cx="629285" cy="442595"/>
            </a:xfrm>
            <a:prstGeom prst="rect"/>
          </p:spPr>
        </p:pic>
        <p:pic>
          <p:nvPicPr>
            <p:cNvPr id="2097166" name="图片 9" descr="图层 3"/>
            <p:cNvPicPr>
              <a:picLocks noChangeAspect="1"/>
            </p:cNvPicPr>
            <p:nvPr userDrawn="1">
              <p:custDataLst>
                <p:tags r:id="rId5"/>
              </p:custDataLst>
            </p:nvPr>
          </p:nvPicPr>
          <p:blipFill>
            <a:blip xmlns:r="http://schemas.openxmlformats.org/officeDocument/2006/relationships" r:embed="rId6"/>
            <a:stretch>
              <a:fillRect/>
            </a:stretch>
          </p:blipFill>
          <p:spPr>
            <a:xfrm>
              <a:off x="8458200" y="4613910"/>
              <a:ext cx="685165" cy="427355"/>
            </a:xfrm>
            <a:prstGeom prst="rect"/>
          </p:spPr>
        </p:pic>
      </p:grpSp>
      <p:sp>
        <p:nvSpPr>
          <p:cNvPr id="1048648" name="标题 1"/>
          <p:cNvSpPr>
            <a:spLocks noGrp="1"/>
          </p:cNvSpPr>
          <p:nvPr>
            <p:ph type="title" hasCustomPrompt="1"/>
            <p:custDataLst>
              <p:tags r:id="rId7"/>
            </p:custDataLst>
          </p:nvPr>
        </p:nvSpPr>
        <p:spPr>
          <a:xfrm>
            <a:off x="1142100" y="1004400"/>
            <a:ext cx="6858000" cy="1790100"/>
          </a:xfrm>
        </p:spPr>
        <p:txBody>
          <a:bodyPr anchor="b">
            <a:normAutofit/>
          </a:bodyPr>
          <a:lstStyle>
            <a:lvl1pPr algn="ctr">
              <a:defRPr baseline="0" sz="4500">
                <a:solidFill>
                  <a:schemeClr val="tx1">
                    <a:lumMod val="85000"/>
                    <a:lumOff val="15000"/>
                  </a:schemeClr>
                </a:solidFill>
                <a:latin typeface="Arial" panose="020B0604020202020204" pitchFamily="34" charset="0"/>
                <a:ea typeface="Arial" panose="020B0604020202020204" pitchFamily="34" charset="0"/>
              </a:defRPr>
            </a:lvl1pPr>
          </a:lstStyle>
          <a:p>
            <a:r>
              <a:rPr altLang="en-US" dirty="0" lang="zh-CN"/>
              <a:t>单击此处编辑标题</a:t>
            </a:r>
            <a:endParaRPr altLang="en-US" dirty="0" lang="zh-CN"/>
          </a:p>
        </p:txBody>
      </p:sp>
      <p:sp>
        <p:nvSpPr>
          <p:cNvPr id="1048649" name="日期占位符 2"/>
          <p:cNvSpPr>
            <a:spLocks noGrp="1"/>
          </p:cNvSpPr>
          <p:nvPr>
            <p:ph type="dt" sz="half" idx="10"/>
            <p:custDataLst>
              <p:tags r:id="rId8"/>
            </p:custDataLst>
          </p:nvPr>
        </p:nvSpPr>
        <p:spPr/>
        <p:txBody>
          <a:bodyPr/>
          <a:p>
            <a:fld id="{760FBDFE-C587-4B4C-A407-44438C67B59E}" type="datetimeFigureOut">
              <a:rPr altLang="en-US" lang="zh-CN" smtClean="0"/>
            </a:fld>
            <a:endParaRPr altLang="en-US" lang="zh-CN"/>
          </a:p>
        </p:txBody>
      </p:sp>
      <p:sp>
        <p:nvSpPr>
          <p:cNvPr id="1048650" name="页脚占位符 3"/>
          <p:cNvSpPr>
            <a:spLocks noGrp="1"/>
          </p:cNvSpPr>
          <p:nvPr>
            <p:ph type="ftr" sz="quarter" idx="11"/>
            <p:custDataLst>
              <p:tags r:id="rId9"/>
            </p:custDataLst>
          </p:nvPr>
        </p:nvSpPr>
        <p:spPr/>
        <p:txBody>
          <a:bodyPr/>
          <a:p>
            <a:endParaRPr altLang="en-US" dirty="0" lang="zh-CN"/>
          </a:p>
        </p:txBody>
      </p:sp>
      <p:sp>
        <p:nvSpPr>
          <p:cNvPr id="1048651" name="灯片编号占位符 4"/>
          <p:cNvSpPr>
            <a:spLocks noGrp="1"/>
          </p:cNvSpPr>
          <p:nvPr>
            <p:ph type="sldNum" sz="quarter" idx="12"/>
            <p:custDataLst>
              <p:tags r:id="rId10"/>
            </p:custDataLst>
          </p:nvPr>
        </p:nvSpPr>
        <p:spPr/>
        <p:txBody>
          <a:bodyPr/>
          <a:p>
            <a:fld id="{49AE70B2-8BF9-45C0-BB95-33D1B9D3A854}" type="slidenum">
              <a:rPr altLang="en-US" lang="zh-CN" smtClean="0"/>
            </a:fld>
            <a:endParaRPr altLang="en-US" dirty="0" lang="zh-CN"/>
          </a:p>
        </p:txBody>
      </p:sp>
      <p:sp>
        <p:nvSpPr>
          <p:cNvPr id="1048652" name="文本占位符 6"/>
          <p:cNvSpPr>
            <a:spLocks noGrp="1"/>
          </p:cNvSpPr>
          <p:nvPr>
            <p:ph type="body" sz="quarter" idx="13"/>
            <p:custDataLst>
              <p:tags r:id="rId11"/>
            </p:custDataLst>
          </p:nvPr>
        </p:nvSpPr>
        <p:spPr>
          <a:xfrm>
            <a:off x="1141810" y="2897100"/>
            <a:ext cx="6858000" cy="1242000"/>
          </a:xfrm>
        </p:spPr>
        <p:txBody>
          <a:bodyPr>
            <a:normAutofit/>
          </a:bodyPr>
          <a:lstStyle>
            <a:lvl1pPr algn="ctr">
              <a:defRPr baseline="0">
                <a:solidFill>
                  <a:schemeClr val="tx1">
                    <a:lumMod val="85000"/>
                    <a:lumOff val="15000"/>
                  </a:schemeClr>
                </a:solidFill>
                <a:latin typeface="Arial" panose="020B0604020202020204" pitchFamily="34" charset="0"/>
                <a:ea typeface="Arial" panose="020B0604020202020204" pitchFamily="34" charset="0"/>
              </a:defRPr>
            </a:lvl1pPr>
          </a:lstStyle>
          <a:p>
            <a:pPr lvl="0"/>
            <a:r>
              <a:rPr altLang="en-US" dirty="0" lang="zh-CN"/>
              <a:t>单击此处编辑母版文本样式</a:t>
            </a:r>
            <a:endParaRPr altLang="en-US" dirty="0" lang="zh-CN"/>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ags" Target="../tags/tag127.xml"/><Relationship Id="rId20" Type="http://schemas.openxmlformats.org/officeDocument/2006/relationships/tags" Target="../tags/tag128.xml"/><Relationship Id="rId21" Type="http://schemas.openxmlformats.org/officeDocument/2006/relationships/tags" Target="../tags/tag129.xml"/><Relationship Id="rId22" Type="http://schemas.openxmlformats.org/officeDocument/2006/relationships/tags" Target="../tags/tag130.xml"/><Relationship Id="rId23" Type="http://schemas.openxmlformats.org/officeDocument/2006/relationships/tags" Target="../tags/tag131.xml"/><Relationship Id="rId24" Type="http://schemas.openxmlformats.org/officeDocument/2006/relationships/tags" Target="../tags/tag132.xml"/><Relationship Id="rId2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p:bgPr>
    </p:bg>
    <p:spTree>
      <p:nvGrpSpPr>
        <p:cNvPr id="13" name=""/>
        <p:cNvGrpSpPr/>
        <p:nvPr/>
      </p:nvGrpSpPr>
      <p:grpSpPr>
        <a:xfrm>
          <a:off x="0" y="0"/>
          <a:ext cx="0" cy="0"/>
          <a:chOff x="0" y="0"/>
          <a:chExt cx="0" cy="0"/>
        </a:xfrm>
      </p:grpSpPr>
      <p:sp>
        <p:nvSpPr>
          <p:cNvPr id="1048576" name="标题占位符 1"/>
          <p:cNvSpPr>
            <a:spLocks noGrp="1"/>
          </p:cNvSpPr>
          <p:nvPr>
            <p:ph type="title"/>
            <p:custDataLst>
              <p:tags r:id="rId19"/>
            </p:custDataLst>
          </p:nvPr>
        </p:nvSpPr>
        <p:spPr>
          <a:xfrm>
            <a:off x="502412" y="332423"/>
            <a:ext cx="8139178" cy="331473"/>
          </a:xfrm>
          <a:prstGeom prst="rect"/>
        </p:spPr>
        <p:txBody>
          <a:bodyPr anchor="t" anchorCtr="0" bIns="38100" lIns="101600" rIns="76200" rtlCol="0" tIns="38100" vert="horz">
            <a:noAutofit/>
          </a:bodyPr>
          <a:p>
            <a:r>
              <a:rPr altLang="en-US" dirty="0" lang="zh-CN"/>
              <a:t>单击此处编辑母版标题样式</a:t>
            </a:r>
            <a:endParaRPr altLang="en-US" dirty="0" lang="zh-CN"/>
          </a:p>
        </p:txBody>
      </p:sp>
      <p:sp>
        <p:nvSpPr>
          <p:cNvPr id="1048577" name="文本占位符 2"/>
          <p:cNvSpPr>
            <a:spLocks noGrp="1"/>
          </p:cNvSpPr>
          <p:nvPr>
            <p:ph type="body" idx="1"/>
            <p:custDataLst>
              <p:tags r:id="rId20"/>
            </p:custDataLst>
          </p:nvPr>
        </p:nvSpPr>
        <p:spPr>
          <a:xfrm>
            <a:off x="502412" y="714382"/>
            <a:ext cx="8139178" cy="4041680"/>
          </a:xfrm>
          <a:prstGeom prst="rect"/>
        </p:spPr>
        <p:txBody>
          <a:bodyPr bIns="0" lIns="101600" rIns="82550" rtlCol="0" tIns="0" vert="horz">
            <a:normAutofit/>
          </a:bodyPr>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578" name="日期占位符 3"/>
          <p:cNvSpPr>
            <a:spLocks noGrp="1"/>
          </p:cNvSpPr>
          <p:nvPr>
            <p:ph type="dt" sz="half" idx="2"/>
            <p:custDataLst>
              <p:tags r:id="rId21"/>
            </p:custDataLst>
          </p:nvPr>
        </p:nvSpPr>
        <p:spPr>
          <a:xfrm>
            <a:off x="659807" y="4762375"/>
            <a:ext cx="2025000" cy="237600"/>
          </a:xfrm>
          <a:prstGeom prst="rect"/>
        </p:spPr>
        <p:txBody>
          <a:bodyPr anchor="ctr" bIns="45720" lIns="91440" rIns="91440" rtlCol="0" tIns="45720" vert="horz">
            <a:normAutofit/>
          </a:bodyPr>
          <a:lstStyle>
            <a:lvl1pPr algn="l">
              <a:defRPr sz="900">
                <a:solidFill>
                  <a:schemeClr val="tx1">
                    <a:tint val="75000"/>
                  </a:schemeClr>
                </a:solidFill>
                <a:ea typeface="Arial" panose="020B0604020202020204" pitchFamily="34" charset="0"/>
              </a:defRPr>
            </a:lvl1pPr>
          </a:lstStyle>
          <a:p>
            <a:fld id="{760FBDFE-C587-4B4C-A407-44438C67B59E}" type="datetimeFigureOut">
              <a:rPr altLang="en-US" lang="zh-CN" smtClean="0"/>
            </a:fld>
            <a:endParaRPr altLang="en-US" lang="zh-CN"/>
          </a:p>
        </p:txBody>
      </p:sp>
      <p:sp>
        <p:nvSpPr>
          <p:cNvPr id="1048579" name="页脚占位符 4"/>
          <p:cNvSpPr>
            <a:spLocks noGrp="1"/>
          </p:cNvSpPr>
          <p:nvPr>
            <p:ph type="ftr" sz="quarter" idx="3"/>
            <p:custDataLst>
              <p:tags r:id="rId22"/>
            </p:custDataLst>
          </p:nvPr>
        </p:nvSpPr>
        <p:spPr>
          <a:xfrm>
            <a:off x="3087000" y="4762375"/>
            <a:ext cx="2970000" cy="237600"/>
          </a:xfrm>
          <a:prstGeom prst="rect"/>
        </p:spPr>
        <p:txBody>
          <a:bodyPr anchor="ctr" bIns="45720" lIns="91440" rIns="91440" rtlCol="0" tIns="45720" vert="horz">
            <a:normAutofit/>
          </a:bodyPr>
          <a:lstStyle>
            <a:lvl1pPr algn="ctr">
              <a:defRPr sz="900">
                <a:solidFill>
                  <a:schemeClr val="tx1">
                    <a:tint val="75000"/>
                  </a:schemeClr>
                </a:solidFill>
                <a:ea typeface="Arial" panose="020B0604020202020204" pitchFamily="34" charset="0"/>
              </a:defRPr>
            </a:lvl1pPr>
          </a:lstStyle>
          <a:p>
            <a:endParaRPr altLang="en-US" dirty="0" lang="zh-CN"/>
          </a:p>
        </p:txBody>
      </p:sp>
      <p:sp>
        <p:nvSpPr>
          <p:cNvPr id="1048580" name="灯片编号占位符 5"/>
          <p:cNvSpPr>
            <a:spLocks noGrp="1"/>
          </p:cNvSpPr>
          <p:nvPr>
            <p:ph type="sldNum" sz="quarter" idx="4"/>
            <p:custDataLst>
              <p:tags r:id="rId23"/>
            </p:custDataLst>
          </p:nvPr>
        </p:nvSpPr>
        <p:spPr>
          <a:xfrm>
            <a:off x="6457950" y="4762375"/>
            <a:ext cx="2025000" cy="237600"/>
          </a:xfrm>
          <a:prstGeom prst="rect"/>
        </p:spPr>
        <p:txBody>
          <a:bodyPr anchor="ctr" bIns="45720" lIns="91440" rIns="91440" rtlCol="0" tIns="45720" vert="horz">
            <a:normAutofit/>
          </a:bodyPr>
          <a:lstStyle>
            <a:lvl1pPr algn="r">
              <a:defRPr sz="900">
                <a:solidFill>
                  <a:schemeClr val="tx1">
                    <a:tint val="75000"/>
                  </a:schemeClr>
                </a:solidFill>
                <a:ea typeface="Arial" panose="020B0604020202020204" pitchFamily="34" charset="0"/>
              </a:defRPr>
            </a:lvl1pPr>
          </a:lstStyle>
          <a:p>
            <a:fld id="{49AE70B2-8BF9-45C0-BB95-33D1B9D3A854}" type="slidenum">
              <a:rPr altLang="en-US" lang="zh-CN" smtClean="0"/>
            </a:fld>
            <a:endParaRPr altLang="en-US" dirty="0" lang="zh-CN"/>
          </a:p>
        </p:txBody>
      </p:sp>
      <p:sp>
        <p:nvSpPr>
          <p:cNvPr id="1048581" name="KSO_TEMPLATE" hidden="1"/>
          <p:cNvSpPr/>
          <p:nvPr userDrawn="1">
            <p:custDataLst>
              <p:tags r:id="rId24"/>
            </p:custDataLst>
          </p:nvPr>
        </p:nvSpPr>
        <p:spPr>
          <a:xfrm>
            <a:off x="0" y="0"/>
            <a:ext cx="0" cy="0"/>
          </a:xfrm>
          <a:prstGeom prst="rec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lang="zh-CN">
              <a:ea typeface="Arial" panose="020B0604020202020204" pitchFamily="34" charset="0"/>
            </a:endParaRPr>
          </a:p>
        </p:txBody>
      </p:sp>
    </p:spTree>
  </p:cSld>
  <p:clrMap accent1="accent1" accent2="accent2" accent3="accent3" accent4="accent4" accent5="accent5" accent6="accent6" bg1="lt1" bg2="lt2" tx1="dk1" tx2="dk2"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 id="2147483707" r:id="rId18"/>
  </p:sldLayoutIdLst>
  <p:txStyles>
    <p:titleStyle>
      <a:lvl1pPr algn="l" defTabSz="685800" eaLnBrk="1" fontAlgn="auto" hangingPunct="1" latinLnBrk="0" rtl="0">
        <a:lnSpc>
          <a:spcPct val="100000"/>
        </a:lnSpc>
        <a:spcBef>
          <a:spcPct val="0"/>
        </a:spcBef>
        <a:buNone/>
        <a:defRPr b="1" cap="none" sz="1800" kern="1200" normalizeH="0" spc="150" strike="noStrike" u="none">
          <a:solidFill>
            <a:schemeClr val="tx1"/>
          </a:solidFill>
          <a:latin typeface="Arial" panose="020B0604020202020204" pitchFamily="34" charset="0"/>
          <a:ea typeface="Arial" panose="020B0604020202020204" pitchFamily="34" charset="0"/>
          <a:cs typeface="+mj-cs"/>
        </a:defRPr>
      </a:lvl1pPr>
    </p:titleStyle>
    <p:bodyStyle>
      <a:lvl1pPr algn="l" defTabSz="685800" eaLnBrk="1" fontAlgn="auto" hangingPunct="1" indent="-171450" latinLnBrk="0" marL="171450" rtl="0">
        <a:lnSpc>
          <a:spcPct val="130000"/>
        </a:lnSpc>
        <a:spcBef>
          <a:spcPts val="0"/>
        </a:spcBef>
        <a:spcAft>
          <a:spcPts val="750"/>
        </a:spcAft>
        <a:buFont typeface="Arial" panose="020B0604020202020204" pitchFamily="34" charset="0"/>
        <a:buChar char="•"/>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1pPr>
      <a:lvl2pPr algn="l" defTabSz="685800" eaLnBrk="1" fontAlgn="auto" hangingPunct="1" indent="-171450" latinLnBrk="0" marL="514350" rtl="0">
        <a:lnSpc>
          <a:spcPct val="130000"/>
        </a:lnSpc>
        <a:spcBef>
          <a:spcPts val="0"/>
        </a:spcBef>
        <a:spcAft>
          <a:spcPts val="750"/>
        </a:spcAft>
        <a:buFont typeface="Arial" panose="020B0604020202020204" pitchFamily="34" charset="0"/>
        <a:buChar char="•"/>
        <a:tabLst>
          <a:tab algn="l" pos="1207135"/>
        </a:tabLst>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2pPr>
      <a:lvl3pPr algn="l" defTabSz="685800" eaLnBrk="1" fontAlgn="auto" hangingPunct="1" indent="-171450" latinLnBrk="0" marL="857250" rtl="0">
        <a:lnSpc>
          <a:spcPct val="130000"/>
        </a:lnSpc>
        <a:spcBef>
          <a:spcPts val="0"/>
        </a:spcBef>
        <a:spcAft>
          <a:spcPts val="750"/>
        </a:spcAft>
        <a:buFont typeface="Arial" panose="020B0604020202020204" pitchFamily="34" charset="0"/>
        <a:buChar char="•"/>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3pPr>
      <a:lvl4pPr algn="l" defTabSz="685800" eaLnBrk="1" fontAlgn="auto" hangingPunct="1" indent="-171450" latinLnBrk="0" marL="1200150" rtl="0">
        <a:lnSpc>
          <a:spcPct val="130000"/>
        </a:lnSpc>
        <a:spcBef>
          <a:spcPts val="0"/>
        </a:spcBef>
        <a:spcAft>
          <a:spcPts val="750"/>
        </a:spcAft>
        <a:buFont typeface="Arial" panose="020B0604020202020204" pitchFamily="34" charset="0"/>
        <a:buChar char="•"/>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4pPr>
      <a:lvl5pPr algn="l" defTabSz="685800" eaLnBrk="1" fontAlgn="auto" hangingPunct="1" indent="-171450" latinLnBrk="0" marL="1543050" rtl="0">
        <a:lnSpc>
          <a:spcPct val="130000"/>
        </a:lnSpc>
        <a:spcBef>
          <a:spcPts val="0"/>
        </a:spcBef>
        <a:spcAft>
          <a:spcPts val="750"/>
        </a:spcAft>
        <a:buFont typeface="Arial" panose="020B0604020202020204" pitchFamily="34" charset="0"/>
        <a:buChar char="•"/>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5pPr>
      <a:lvl6pPr algn="l" defTabSz="685800" eaLnBrk="1" hangingPunct="1" indent="-171450" latinLnBrk="0" marL="18859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algn="l" defTabSz="685800" eaLnBrk="1" hangingPunct="1" indent="-171450" latinLnBrk="0" marL="22288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algn="l" defTabSz="685800" eaLnBrk="1" hangingPunct="1" indent="-171450" latinLnBrk="0" marL="25717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algn="l" defTabSz="685800" eaLnBrk="1" hangingPunct="1" indent="-171450" latinLnBrk="0" marL="29146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algn="l" defTabSz="685800" eaLnBrk="1" hangingPunct="1" latinLnBrk="0" marL="0" rtl="0">
        <a:defRPr sz="1350" kern="1200">
          <a:solidFill>
            <a:schemeClr val="tx1"/>
          </a:solidFill>
          <a:latin typeface="+mn-lt"/>
          <a:ea typeface="+mn-ea"/>
          <a:cs typeface="+mn-cs"/>
        </a:defRPr>
      </a:lvl1pPr>
      <a:lvl2pPr algn="l" defTabSz="685800" eaLnBrk="1" hangingPunct="1" latinLnBrk="0" marL="342900" rtl="0">
        <a:defRPr sz="1350" kern="1200">
          <a:solidFill>
            <a:schemeClr val="tx1"/>
          </a:solidFill>
          <a:latin typeface="+mn-lt"/>
          <a:ea typeface="+mn-ea"/>
          <a:cs typeface="+mn-cs"/>
        </a:defRPr>
      </a:lvl2pPr>
      <a:lvl3pPr algn="l" defTabSz="685800" eaLnBrk="1" hangingPunct="1" latinLnBrk="0" marL="685800" rtl="0">
        <a:defRPr sz="1350" kern="1200">
          <a:solidFill>
            <a:schemeClr val="tx1"/>
          </a:solidFill>
          <a:latin typeface="+mn-lt"/>
          <a:ea typeface="+mn-ea"/>
          <a:cs typeface="+mn-cs"/>
        </a:defRPr>
      </a:lvl3pPr>
      <a:lvl4pPr algn="l" defTabSz="685800" eaLnBrk="1" hangingPunct="1" latinLnBrk="0" marL="1028700" rtl="0">
        <a:defRPr sz="1350" kern="1200">
          <a:solidFill>
            <a:schemeClr val="tx1"/>
          </a:solidFill>
          <a:latin typeface="+mn-lt"/>
          <a:ea typeface="+mn-ea"/>
          <a:cs typeface="+mn-cs"/>
        </a:defRPr>
      </a:lvl4pPr>
      <a:lvl5pPr algn="l" defTabSz="685800" eaLnBrk="1" hangingPunct="1" latinLnBrk="0" marL="1371600" rtl="0">
        <a:defRPr sz="1350" kern="1200">
          <a:solidFill>
            <a:schemeClr val="tx1"/>
          </a:solidFill>
          <a:latin typeface="+mn-lt"/>
          <a:ea typeface="+mn-ea"/>
          <a:cs typeface="+mn-cs"/>
        </a:defRPr>
      </a:lvl5pPr>
      <a:lvl6pPr algn="l" defTabSz="685800" eaLnBrk="1" hangingPunct="1" latinLnBrk="0" marL="1714500" rtl="0">
        <a:defRPr sz="1350" kern="1200">
          <a:solidFill>
            <a:schemeClr val="tx1"/>
          </a:solidFill>
          <a:latin typeface="+mn-lt"/>
          <a:ea typeface="+mn-ea"/>
          <a:cs typeface="+mn-cs"/>
        </a:defRPr>
      </a:lvl6pPr>
      <a:lvl7pPr algn="l" defTabSz="685800" eaLnBrk="1" hangingPunct="1" latinLnBrk="0" marL="2057400" rtl="0">
        <a:defRPr sz="1350" kern="1200">
          <a:solidFill>
            <a:schemeClr val="tx1"/>
          </a:solidFill>
          <a:latin typeface="+mn-lt"/>
          <a:ea typeface="+mn-ea"/>
          <a:cs typeface="+mn-cs"/>
        </a:defRPr>
      </a:lvl7pPr>
      <a:lvl8pPr algn="l" defTabSz="685800" eaLnBrk="1" hangingPunct="1" latinLnBrk="0" marL="2400300" rtl="0">
        <a:defRPr sz="1350" kern="1200">
          <a:solidFill>
            <a:schemeClr val="tx1"/>
          </a:solidFill>
          <a:latin typeface="+mn-lt"/>
          <a:ea typeface="+mn-ea"/>
          <a:cs typeface="+mn-cs"/>
        </a:defRPr>
      </a:lvl8pPr>
      <a:lvl9pPr algn="l" defTabSz="685800" eaLnBrk="1" hangingPunct="1" latinLnBrk="0" marL="2743200" rtl="0">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133.xml"/><Relationship Id="rId2" Type="http://schemas.openxmlformats.org/officeDocument/2006/relationships/tags" Target="../tags/tag134.xml"/><Relationship Id="rId3" Type="http://schemas.openxmlformats.org/officeDocument/2006/relationships/image" Target="../media/image3.png"/><Relationship Id="rId4" Type="http://schemas.openxmlformats.org/officeDocument/2006/relationships/tags" Target="../tags/tag135.xml"/><Relationship Id="rId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tags" Target="../tags/tag136.xml"/><Relationship Id="rId2" Type="http://schemas.openxmlformats.org/officeDocument/2006/relationships/tags" Target="../tags/tag137.xml"/><Relationship Id="rId3" Type="http://schemas.openxmlformats.org/officeDocument/2006/relationships/tags" Target="../tags/tag138.xml"/><Relationship Id="rId4"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image" Target="../media/image14.jpeg"/><Relationship Id="rId2"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33" name=""/>
        <p:cNvGrpSpPr/>
        <p:nvPr/>
      </p:nvGrpSpPr>
      <p:grpSpPr>
        <a:xfrm>
          <a:off x="0" y="0"/>
          <a:ext cx="0" cy="0"/>
          <a:chOff x="0" y="0"/>
          <a:chExt cx="0" cy="0"/>
        </a:xfrm>
      </p:grpSpPr>
      <p:sp>
        <p:nvSpPr>
          <p:cNvPr id="1048587" name="标题 2"/>
          <p:cNvSpPr>
            <a:spLocks noGrp="1"/>
          </p:cNvSpPr>
          <p:nvPr>
            <p:ph type="ctrTitle"/>
            <p:custDataLst>
              <p:tags r:id="rId1"/>
            </p:custDataLst>
          </p:nvPr>
        </p:nvSpPr>
        <p:spPr>
          <a:xfrm>
            <a:off x="1722260" y="1313062"/>
            <a:ext cx="6545991" cy="994916"/>
          </a:xfrm>
        </p:spPr>
        <p:txBody>
          <a:bodyPr>
            <a:noAutofit/>
          </a:bodyPr>
          <a:p>
            <a:r>
              <a:rPr altLang="zh-CN" b="1" dirty="0" sz="2400" lang="en-US">
                <a:solidFill/>
              </a:rPr>
              <a:t>INTRODUCTION TO SPECTROSCOPY</a:t>
            </a:r>
            <a:endParaRPr altLang="zh-CN" b="1" dirty="0" sz="2400" lang="en-US"/>
          </a:p>
        </p:txBody>
      </p:sp>
      <p:sp>
        <p:nvSpPr>
          <p:cNvPr id="1048588" name="标题 2"/>
          <p:cNvSpPr>
            <a:spLocks noGrp="1"/>
          </p:cNvSpPr>
          <p:nvPr>
            <p:ph type="ctrTitle"/>
            <p:custDataLst>
              <p:tags r:id="rId2"/>
            </p:custDataLst>
          </p:nvPr>
        </p:nvSpPr>
        <p:spPr>
          <a:xfrm>
            <a:off x="1238957" y="2571750"/>
            <a:ext cx="7512594" cy="1075755"/>
          </a:xfrm>
          <a:prstGeom prst="rect"/>
        </p:spPr>
        <p:txBody>
          <a:bodyPr anchor="b" anchorCtr="0" bIns="0" lIns="90000" rIns="90000" rtlCol="0" tIns="46800" vert="horz">
            <a:noAutofit/>
          </a:bodyPr>
          <a:lstStyle>
            <a:lvl1pPr algn="ctr" defTabSz="685800" eaLnBrk="1" fontAlgn="auto" hangingPunct="1" latinLnBrk="0" rtl="0">
              <a:lnSpc>
                <a:spcPct val="100000"/>
              </a:lnSpc>
              <a:buNone/>
              <a:defRPr baseline="0" sz="5400" spc="450">
                <a:blipFill>
                  <a:blip xmlns:r="http://schemas.openxmlformats.org/officeDocument/2006/relationships" r:embed="rId3"/>
                  <a:stretch>
                    <a:fillRect/>
                  </a:stretch>
                </a:blipFill>
                <a:latin typeface="Arial" panose="020B0604020202020204" pitchFamily="34" charset="0"/>
                <a:ea typeface="Arial" panose="020B0604020202020204" pitchFamily="34" charset="0"/>
              </a:defRPr>
            </a:lvl1pPr>
          </a:lstStyle>
          <a:p>
            <a:r>
              <a:rPr altLang="zh-CN" b="1" dirty="0" sz="1400" lang="en-US">
                <a:solidFill/>
              </a:rPr>
              <a:t>PRESENTED BYK. RANJITHDEPARTMENT OF CHEMISTRYRESEARCH SCHOLAR</a:t>
            </a:r>
            <a:br>
              <a:rPr altLang="zh-CN" b="1" dirty="0" sz="2000" lang="en-US"/>
            </a:br>
            <a:br>
              <a:rPr altLang="zh-CN" b="1" dirty="0" sz="2000" lang="en-US"/>
            </a:br>
            <a:br>
              <a:rPr altLang="zh-CN" b="1" dirty="0" sz="2000" lang="en-US"/>
            </a:br>
            <a:endParaRPr altLang="zh-CN" b="1" dirty="0" sz="2000" lang="en-US"/>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sp>
        <p:nvSpPr>
          <p:cNvPr id="1048593" name="文本框 4"/>
          <p:cNvSpPr txBox="1"/>
          <p:nvPr>
            <p:custDataLst>
              <p:tags r:id="rId1"/>
            </p:custDataLst>
          </p:nvPr>
        </p:nvSpPr>
        <p:spPr>
          <a:xfrm>
            <a:off x="7647273" y="343301"/>
            <a:ext cx="1334234" cy="525649"/>
          </a:xfrm>
          <a:prstGeom prst="rect"/>
          <a:noFill/>
        </p:spPr>
        <p:txBody>
          <a:bodyPr anchor="b" anchorCtr="0" rtlCol="0" wrap="square">
            <a:normAutofit/>
          </a:bodyPr>
          <a:p>
            <a:r>
              <a:rPr altLang="zh-CN" b="1" cap="all" dirty="0" sz="2000" lang="en-US" smtClean="0">
                <a:solidFill>
                  <a:schemeClr val="bg1"/>
                </a:solidFill>
                <a:effectLst>
                  <a:outerShdw algn="tl" blurRad="38100" dir="2700000" dist="38100">
                    <a:srgbClr val="000000">
                      <a:alpha val="43137"/>
                    </a:srgbClr>
                  </a:outerShdw>
                </a:effectLst>
                <a:latin typeface="Arial" panose="020B0604020202020204" pitchFamily="34" charset="0"/>
                <a:ea typeface="Arial" panose="020B0604020202020204" pitchFamily="34" charset="0"/>
              </a:rPr>
              <a:t>ABOUT</a:t>
            </a:r>
            <a:endParaRPr altLang="zh-CN" b="1" cap="all" dirty="0" sz="2000" lang="en-US" smtClean="0">
              <a:solidFill>
                <a:schemeClr val="bg1"/>
              </a:solidFill>
              <a:effectLst>
                <a:outerShdw algn="tl" blurRad="38100" dir="2700000" dist="38100">
                  <a:srgbClr val="000000">
                    <a:alpha val="43137"/>
                  </a:srgbClr>
                </a:outerShdw>
              </a:effectLst>
              <a:latin typeface="Arial" panose="020B0604020202020204" pitchFamily="34" charset="0"/>
              <a:ea typeface="Arial" panose="020B0604020202020204" pitchFamily="34" charset="0"/>
            </a:endParaRPr>
          </a:p>
        </p:txBody>
      </p:sp>
      <p:cxnSp>
        <p:nvCxnSpPr>
          <p:cNvPr id="3145728" name="直接连接符 3"/>
          <p:cNvCxnSpPr>
            <a:cxnSpLocks/>
          </p:cNvCxnSpPr>
          <p:nvPr>
            <p:custDataLst>
              <p:tags r:id="rId2"/>
            </p:custDataLst>
          </p:nvPr>
        </p:nvCxnSpPr>
        <p:spPr>
          <a:xfrm flipH="1">
            <a:off x="7647273" y="868950"/>
            <a:ext cx="1415772" cy="0"/>
          </a:xfrm>
          <a:prstGeom prst="line"/>
          <a:ln>
            <a:solidFill>
              <a:schemeClr val="bg1"/>
            </a:solidFill>
          </a:ln>
        </p:spPr>
        <p:style>
          <a:lnRef idx="1">
            <a:schemeClr val="accent1"/>
          </a:lnRef>
          <a:fillRef idx="0">
            <a:schemeClr val="accent1"/>
          </a:fillRef>
          <a:effectRef idx="0">
            <a:schemeClr val="accent1"/>
          </a:effectRef>
          <a:fontRef idx="minor">
            <a:schemeClr val="tx1"/>
          </a:fontRef>
        </p:style>
      </p:cxnSp>
      <p:sp>
        <p:nvSpPr>
          <p:cNvPr id="1048594" name=""/>
          <p:cNvSpPr txBox="1"/>
          <p:nvPr/>
        </p:nvSpPr>
        <p:spPr>
          <a:xfrm>
            <a:off x="198941" y="868949"/>
            <a:ext cx="8662537" cy="2834640"/>
          </a:xfrm>
          <a:prstGeom prst="rect"/>
        </p:spPr>
        <p:txBody>
          <a:bodyPr rtlCol="0" wrap="square">
            <a:spAutoFit/>
          </a:bodyPr>
          <a:p>
            <a:pPr>
              <a:lnSpc>
                <a:spcPct val="150000"/>
              </a:lnSpc>
            </a:pPr>
            <a:r>
              <a:rPr b="1" sz="2000" i="0" lang="en-US" u="none">
                <a:solidFill>
                  <a:srgbClr val="FFFFFF"/>
                </a:solidFill>
              </a:rPr>
              <a:t>Mr. K. RANJITH</a:t>
            </a:r>
            <a:endParaRPr b="1" sz="2000" i="0" lang="en-GB" u="none">
              <a:solidFill>
                <a:srgbClr val="FFFFFF"/>
              </a:solidFill>
            </a:endParaRPr>
          </a:p>
          <a:p>
            <a:pPr>
              <a:lnSpc>
                <a:spcPct val="150000"/>
              </a:lnSpc>
            </a:pPr>
            <a:r>
              <a:rPr b="1" sz="2000" i="0" lang="en-US" u="none">
                <a:solidFill>
                  <a:srgbClr val="FFFFFF"/>
                </a:solidFill>
              </a:rPr>
              <a:t>Education : B.Sc., M.Sc. - Department of Chemistry</a:t>
            </a:r>
            <a:endParaRPr b="1" sz="2000" i="0" lang="en-GB" u="none">
              <a:solidFill>
                <a:srgbClr val="FFFFFF"/>
              </a:solidFill>
            </a:endParaRPr>
          </a:p>
          <a:p>
            <a:pPr>
              <a:lnSpc>
                <a:spcPct val="150000"/>
              </a:lnSpc>
            </a:pPr>
            <a:r>
              <a:rPr b="1" sz="2000" i="0" lang="en-US" u="none">
                <a:solidFill>
                  <a:srgbClr val="FFFFFF"/>
                </a:solidFill>
              </a:rPr>
              <a:t>Research - Institute For Environmental Nanotechnology (IENT),</a:t>
            </a:r>
            <a:endParaRPr b="1" sz="2000" i="0" lang="en-GB" u="none">
              <a:solidFill>
                <a:srgbClr val="FFFFFF"/>
              </a:solidFill>
            </a:endParaRPr>
          </a:p>
          <a:p>
            <a:pPr>
              <a:lnSpc>
                <a:spcPct val="150000"/>
              </a:lnSpc>
            </a:pPr>
            <a:r>
              <a:rPr b="1" sz="2000" i="0" lang="en-US" u="none">
                <a:solidFill>
                  <a:srgbClr val="FFFFFF"/>
                </a:solidFill>
              </a:rPr>
              <a:t>AWE Care India Institute, Zigma Global Environ Solutions Pvt Ltd</a:t>
            </a:r>
            <a:endParaRPr b="1" sz="2000" i="0" lang="en-GB" u="none">
              <a:solidFill>
                <a:srgbClr val="FFFFFF"/>
              </a:solidFill>
            </a:endParaRPr>
          </a:p>
          <a:p>
            <a:pPr>
              <a:lnSpc>
                <a:spcPct val="150000"/>
              </a:lnSpc>
            </a:pPr>
            <a:r>
              <a:rPr b="1" sz="2000" i="0" lang="en-US" u="none">
                <a:solidFill>
                  <a:srgbClr val="FFFFFF"/>
                </a:solidFill>
              </a:rPr>
              <a:t>Journal Membership - Journal of American Chemical Society (ACS),</a:t>
            </a:r>
            <a:endParaRPr b="1" sz="2000" i="0" lang="en-GB" u="none">
              <a:solidFill>
                <a:srgbClr val="FFFFFF"/>
              </a:solidFill>
            </a:endParaRPr>
          </a:p>
          <a:p>
            <a:pPr>
              <a:lnSpc>
                <a:spcPct val="150000"/>
              </a:lnSpc>
            </a:pPr>
            <a:r>
              <a:rPr b="1" sz="2000" i="0" lang="en-US" u="none">
                <a:solidFill>
                  <a:srgbClr val="FFFFFF"/>
                </a:solidFill>
              </a:rPr>
              <a:t>Journal of Environmental Nanotechnology (JENT) </a:t>
            </a:r>
            <a:endParaRPr b="1" sz="2000" i="0" lang="en-GB" u="none">
              <a:solidFill>
                <a:srgbClr val="FFFFFF"/>
              </a:solidFill>
            </a:endParaRPr>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47" name=""/>
        <p:cNvGrpSpPr/>
        <p:nvPr/>
      </p:nvGrpSpPr>
      <p:grpSpPr>
        <a:xfrm>
          <a:off x="0" y="0"/>
          <a:ext cx="0" cy="0"/>
          <a:chOff x="0" y="0"/>
          <a:chExt cx="0" cy="0"/>
        </a:xfrm>
      </p:grpSpPr>
      <p:sp>
        <p:nvSpPr>
          <p:cNvPr id="1048602" name=""/>
          <p:cNvSpPr>
            <a:spLocks noGrp="1"/>
          </p:cNvSpPr>
          <p:nvPr>
            <p:ph type="title"/>
          </p:nvPr>
        </p:nvSpPr>
        <p:spPr/>
        <p:txBody>
          <a:bodyPr>
            <a:normAutofit/>
          </a:bodyPr>
          <a:p>
            <a:r>
              <a:rPr sz="2400" lang="en-US">
                <a:solidFill/>
              </a:rPr>
              <a:t>INTRODUCTION TO SPECTROSCOPY</a:t>
            </a:r>
            <a:endParaRPr sz="2400" lang="en-GB"/>
          </a:p>
        </p:txBody>
      </p:sp>
      <p:sp>
        <p:nvSpPr>
          <p:cNvPr id="1048603" name=""/>
          <p:cNvSpPr>
            <a:spLocks noGrp="1"/>
          </p:cNvSpPr>
          <p:nvPr>
            <p:ph sz="quarter" idx="14"/>
          </p:nvPr>
        </p:nvSpPr>
        <p:spPr>
          <a:xfrm>
            <a:off x="124577" y="2106000"/>
            <a:ext cx="8894206" cy="2906282"/>
          </a:xfrm>
        </p:spPr>
        <p:txBody>
          <a:bodyPr/>
          <a:p>
            <a:endParaRPr lang="en-GB"/>
          </a:p>
        </p:txBody>
      </p:sp>
      <p:sp>
        <p:nvSpPr>
          <p:cNvPr id="1048604" name=""/>
          <p:cNvSpPr>
            <a:spLocks noGrp="1"/>
          </p:cNvSpPr>
          <p:nvPr>
            <p:ph type="title"/>
          </p:nvPr>
        </p:nvSpPr>
        <p:spPr>
          <a:xfrm>
            <a:off x="458999" y="1055699"/>
            <a:ext cx="8232300" cy="469800"/>
          </a:xfrm>
          <a:prstGeom prst="rect"/>
        </p:spPr>
        <p:txBody>
          <a:bodyPr anchor="ctr" anchorCtr="0" bIns="38100" lIns="101600" rIns="76200" rtlCol="0" tIns="38100" vert="horz">
            <a:normAutofit/>
          </a:bodyPr>
          <a:lstStyle>
            <a:lvl1pPr algn="ctr" defTabSz="685800" eaLnBrk="1" fontAlgn="auto" hangingPunct="1" latinLnBrk="0" rtl="0">
              <a:lnSpc>
                <a:spcPct val="100000"/>
              </a:lnSpc>
              <a:buNone/>
              <a:defRPr baseline="0" sz="2700">
                <a:solidFill>
                  <a:schemeClr val="bg1"/>
                </a:solidFill>
                <a:latin typeface="Arial" panose="020B0604020202020204" pitchFamily="34" charset="0"/>
                <a:ea typeface="Arial" panose="020B0604020202020204" pitchFamily="34" charset="0"/>
              </a:defRPr>
            </a:lvl1pPr>
          </a:lstStyle>
          <a:p>
            <a:r>
              <a:rPr sz="2000" lang="en-US">
                <a:solidFill/>
              </a:rPr>
              <a:t>DEFINITION &amp; CLASSIFICATION</a:t>
            </a:r>
            <a:endParaRPr sz="2000" lang="en-GB"/>
          </a:p>
        </p:txBody>
      </p:sp>
      <p:sp>
        <p:nvSpPr>
          <p:cNvPr id="1048605" name=""/>
          <p:cNvSpPr txBox="1"/>
          <p:nvPr/>
        </p:nvSpPr>
        <p:spPr>
          <a:xfrm>
            <a:off x="147711" y="1889670"/>
            <a:ext cx="8848577" cy="2491740"/>
          </a:xfrm>
          <a:prstGeom prst="rect"/>
        </p:spPr>
        <p:txBody>
          <a:bodyPr anchor="t" rtlCol="0" wrap="square">
            <a:spAutoFit/>
          </a:bodyPr>
          <a:p>
            <a:pPr indent="-285750" marL="285750">
              <a:lnSpc>
                <a:spcPct val="100000"/>
              </a:lnSpc>
              <a:buFont typeface="Wingdings" charset="2"/>
              <a:buChar char="l"/>
            </a:pPr>
            <a:endParaRPr b="0" sz="1800" lang="en-GB">
              <a:solidFill>
                <a:srgbClr val="000000"/>
              </a:solidFill>
            </a:endParaRPr>
          </a:p>
          <a:p>
            <a:pPr indent="-285750" marL="285750">
              <a:lnSpc>
                <a:spcPct val="100000"/>
              </a:lnSpc>
              <a:buFont typeface="Wingdings" charset="2"/>
              <a:buChar char="l"/>
            </a:pPr>
            <a:endParaRPr b="0" sz="1800" lang="en-GB">
              <a:solidFill>
                <a:srgbClr val="000000"/>
              </a:solidFill>
            </a:endParaRPr>
          </a:p>
          <a:p>
            <a:pPr indent="-285750" marL="285750">
              <a:lnSpc>
                <a:spcPct val="100000"/>
              </a:lnSpc>
              <a:buFont typeface="Wingdings" charset="2"/>
              <a:buChar char="l"/>
            </a:pPr>
            <a:r>
              <a:rPr b="0" sz="1800" lang="en-GB">
                <a:solidFill>
                  <a:srgbClr val="000000"/>
                </a:solidFill>
              </a:rPr>
              <a:t>The branch of science dealing with the study of </a:t>
            </a:r>
            <a:r>
              <a:rPr b="0" sz="1800" lang="en-GB">
                <a:solidFill>
                  <a:srgbClr val="993300"/>
                </a:solidFill>
              </a:rPr>
              <a:t>spectra</a:t>
            </a:r>
            <a:r>
              <a:rPr b="0" sz="1800" lang="en-GB">
                <a:solidFill>
                  <a:srgbClr val="000000"/>
                </a:solidFill>
              </a:rPr>
              <a:t> is called spectroscopy. "Spectro" means </a:t>
            </a:r>
            <a:r>
              <a:rPr b="0" sz="1800" lang="en-US">
                <a:solidFill>
                  <a:srgbClr val="993300"/>
                </a:solidFill>
              </a:rPr>
              <a:t>radiation</a:t>
            </a:r>
            <a:r>
              <a:rPr b="0" sz="1800" lang="en-US">
                <a:solidFill>
                  <a:srgbClr val="000000"/>
                </a:solidFill>
              </a:rPr>
              <a:t> and "Scopy" means </a:t>
            </a:r>
            <a:r>
              <a:rPr b="0" sz="1800" lang="en-US">
                <a:solidFill>
                  <a:srgbClr val="993300"/>
                </a:solidFill>
              </a:rPr>
              <a:t>measurement</a:t>
            </a:r>
            <a:r>
              <a:rPr b="0" sz="1800" lang="en-US">
                <a:solidFill>
                  <a:srgbClr val="000000"/>
                </a:solidFill>
              </a:rPr>
              <a:t> and Spectroscopy means </a:t>
            </a:r>
            <a:r>
              <a:rPr b="0" sz="1800" lang="en-US">
                <a:solidFill>
                  <a:srgbClr val="D66565"/>
                </a:solidFill>
              </a:rPr>
              <a:t>Measurement of Radiation.</a:t>
            </a:r>
            <a:endParaRPr b="0" sz="1800" lang="en-GB">
              <a:solidFill>
                <a:srgbClr val="D66565"/>
              </a:solidFill>
            </a:endParaRPr>
          </a:p>
          <a:p>
            <a:pPr indent="-285750" marL="285750">
              <a:lnSpc>
                <a:spcPct val="100000"/>
              </a:lnSpc>
              <a:buFont typeface="Wingdings" charset="2"/>
              <a:buChar char="l"/>
            </a:pPr>
            <a:endParaRPr b="0" sz="1800" lang="en-GB">
              <a:solidFill>
                <a:srgbClr val="D66565"/>
              </a:solidFill>
            </a:endParaRPr>
          </a:p>
          <a:p>
            <a:pPr indent="-285750" marL="285750">
              <a:lnSpc>
                <a:spcPct val="100000"/>
              </a:lnSpc>
              <a:buFont typeface="Wingdings" charset="2"/>
              <a:buChar char="l"/>
            </a:pPr>
            <a:r>
              <a:rPr b="0" sz="1800" lang="en-US">
                <a:solidFill>
                  <a:srgbClr val="000000"/>
                </a:solidFill>
              </a:rPr>
              <a:t>The series of colour bands is called a </a:t>
            </a:r>
            <a:r>
              <a:rPr b="0" sz="1800" lang="en-US">
                <a:solidFill>
                  <a:srgbClr val="800000"/>
                </a:solidFill>
              </a:rPr>
              <a:t>spectrum</a:t>
            </a:r>
            <a:r>
              <a:rPr b="0" sz="1800" lang="en-US">
                <a:solidFill>
                  <a:srgbClr val="000000"/>
                </a:solidFill>
              </a:rPr>
              <a:t>. Ex : Light is a spectrum of radiation.</a:t>
            </a:r>
            <a:endParaRPr b="0" sz="1800" lang="en-GB">
              <a:solidFill>
                <a:srgbClr val="D66565"/>
              </a:solidFill>
            </a:endParaRPr>
          </a:p>
          <a:p>
            <a:pPr indent="-285750" marL="285750">
              <a:lnSpc>
                <a:spcPct val="100000"/>
              </a:lnSpc>
              <a:buFont typeface="Wingdings" charset="2"/>
              <a:buChar char="l"/>
            </a:pPr>
            <a:endParaRPr b="0" sz="1800" lang="en-GB">
              <a:solidFill>
                <a:srgbClr val="D66565"/>
              </a:solidFill>
            </a:endParaRPr>
          </a:p>
          <a:p>
            <a:pPr indent="-285750" marL="285750">
              <a:lnSpc>
                <a:spcPct val="100000"/>
              </a:lnSpc>
              <a:buFont typeface="Wingdings" charset="2"/>
              <a:buChar char="l"/>
            </a:pPr>
            <a:r>
              <a:rPr b="0" sz="1800" lang="en-US">
                <a:solidFill>
                  <a:srgbClr val="000000"/>
                </a:solidFill>
              </a:rPr>
              <a:t>The splitting of light into series of colour band is known as </a:t>
            </a:r>
            <a:r>
              <a:rPr b="0" sz="1800" lang="en-US">
                <a:solidFill>
                  <a:srgbClr val="800000"/>
                </a:solidFill>
              </a:rPr>
              <a:t>dispersion</a:t>
            </a:r>
            <a:r>
              <a:rPr b="0" sz="1800" lang="en-US">
                <a:solidFill>
                  <a:srgbClr val="000000"/>
                </a:solidFill>
              </a:rPr>
              <a:t>.</a:t>
            </a:r>
            <a:endParaRPr b="0" sz="1800" lang="en-GB">
              <a:solidFill>
                <a:srgbClr val="D66565"/>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pic>
        <p:nvPicPr>
          <p:cNvPr id="2097159" name=""/>
          <p:cNvPicPr>
            <a:picLocks/>
          </p:cNvPicPr>
          <p:nvPr/>
        </p:nvPicPr>
        <p:blipFill>
          <a:blip xmlns:r="http://schemas.openxmlformats.org/officeDocument/2006/relationships" r:embed="rId1"/>
          <a:stretch>
            <a:fillRect/>
          </a:stretch>
        </p:blipFill>
        <p:spPr>
          <a:xfrm rot="0">
            <a:off x="1287820" y="1918977"/>
            <a:ext cx="6740211" cy="2969422"/>
          </a:xfrm>
          <a:prstGeom prst="rect"/>
        </p:spPr>
      </p:pic>
      <p:sp>
        <p:nvSpPr>
          <p:cNvPr id="1048612" name=""/>
          <p:cNvSpPr txBox="1"/>
          <p:nvPr/>
        </p:nvSpPr>
        <p:spPr>
          <a:xfrm>
            <a:off x="508735" y="272035"/>
            <a:ext cx="8298380" cy="1310640"/>
          </a:xfrm>
          <a:prstGeom prst="rect"/>
        </p:spPr>
        <p:txBody>
          <a:bodyPr rtlCol="0" wrap="square">
            <a:spAutoFit/>
          </a:bodyPr>
          <a:p>
            <a:pPr>
              <a:lnSpc>
                <a:spcPct val="150000"/>
              </a:lnSpc>
            </a:pPr>
            <a:r>
              <a:rPr b="0" sz="1800" lang="en-GB">
                <a:solidFill>
                  <a:srgbClr val="000000"/>
                </a:solidFill>
              </a:rPr>
              <a:t>when visible light of a group of electromagnetic radiations is passed through a prism, it is split up into </a:t>
            </a:r>
            <a:r>
              <a:rPr b="0" sz="1800" lang="en-US">
                <a:solidFill>
                  <a:srgbClr val="D66565"/>
                </a:solidFill>
              </a:rPr>
              <a:t>seven colours</a:t>
            </a:r>
            <a:r>
              <a:rPr b="0" sz="1800" lang="en-US">
                <a:solidFill>
                  <a:srgbClr val="000000"/>
                </a:solidFill>
              </a:rPr>
              <a:t> which correspond to definite wavelength. This phenomenon is called </a:t>
            </a:r>
            <a:r>
              <a:rPr b="0" sz="1800" lang="en-US">
                <a:solidFill>
                  <a:srgbClr val="993300"/>
                </a:solidFill>
              </a:rPr>
              <a:t>dispersion</a:t>
            </a:r>
            <a:r>
              <a:rPr b="0" sz="1800" lang="en-US">
                <a:solidFill>
                  <a:srgbClr val="000000"/>
                </a:solidFill>
              </a:rPr>
              <a:t>.</a:t>
            </a:r>
            <a:endParaRPr b="0" sz="1800" lang="en-GB">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51" name=""/>
        <p:cNvGrpSpPr/>
        <p:nvPr/>
      </p:nvGrpSpPr>
      <p:grpSpPr>
        <a:xfrm>
          <a:off x="0" y="0"/>
          <a:ext cx="0" cy="0"/>
          <a:chOff x="0" y="0"/>
          <a:chExt cx="0" cy="0"/>
        </a:xfrm>
      </p:grpSpPr>
      <p:sp>
        <p:nvSpPr>
          <p:cNvPr id="1048622" name=""/>
          <p:cNvSpPr>
            <a:spLocks noGrp="1"/>
          </p:cNvSpPr>
          <p:nvPr>
            <p:ph type="title"/>
          </p:nvPr>
        </p:nvSpPr>
        <p:spPr/>
        <p:txBody>
          <a:bodyPr/>
          <a:p>
            <a:r>
              <a:rPr lang="en-US">
                <a:solidFill/>
              </a:rPr>
              <a:t>CLASSIFICATION OF SPECTROSCOPY</a:t>
            </a:r>
            <a:endParaRPr lang="en-GB"/>
          </a:p>
        </p:txBody>
      </p:sp>
      <p:sp>
        <p:nvSpPr>
          <p:cNvPr id="1048623" name=""/>
          <p:cNvSpPr>
            <a:spLocks noGrp="1"/>
          </p:cNvSpPr>
          <p:nvPr>
            <p:ph sz="quarter" idx="13"/>
          </p:nvPr>
        </p:nvSpPr>
        <p:spPr>
          <a:xfrm>
            <a:off x="434699" y="1486349"/>
            <a:ext cx="8341247" cy="3007821"/>
          </a:xfrm>
        </p:spPr>
        <p:txBody>
          <a:bodyPr>
            <a:noAutofit/>
          </a:bodyPr>
          <a:p>
            <a:pPr algn="l" indent="0" marL="0">
              <a:lnSpc>
                <a:spcPct val="150000"/>
              </a:lnSpc>
              <a:buNone/>
            </a:pPr>
            <a:r>
              <a:rPr b="0" sz="2000" lang="en-US">
                <a:solidFill/>
              </a:rPr>
              <a:t>The spectrum of radiation </a:t>
            </a:r>
            <a:r>
              <a:rPr b="0" sz="2000" lang="en-US">
                <a:solidFill>
                  <a:srgbClr val="D66565"/>
                </a:solidFill>
              </a:rPr>
              <a:t>emitted</a:t>
            </a:r>
            <a:r>
              <a:rPr b="0" sz="2000" lang="en-US">
                <a:solidFill/>
              </a:rPr>
              <a:t> by a substance that has absorbed energy either by passing electric discharge through a gas at low pressure (or) by heating the substance to high temperature is called an </a:t>
            </a:r>
            <a:r>
              <a:rPr b="0" sz="2000" lang="en-US">
                <a:solidFill>
                  <a:srgbClr val="993300"/>
                </a:solidFill>
              </a:rPr>
              <a:t>emission</a:t>
            </a:r>
            <a:r>
              <a:rPr b="0" sz="2000" lang="en-US">
                <a:solidFill/>
              </a:rPr>
              <a:t> </a:t>
            </a:r>
            <a:r>
              <a:rPr b="0" sz="2000" lang="en-US">
                <a:solidFill>
                  <a:srgbClr val="993300"/>
                </a:solidFill>
              </a:rPr>
              <a:t>spectrum</a:t>
            </a:r>
            <a:r>
              <a:rPr b="0" sz="2000" lang="en-US">
                <a:solidFill/>
              </a:rPr>
              <a:t>.</a:t>
            </a:r>
            <a:endParaRPr b="0" sz="2000" lang="en-GB"/>
          </a:p>
          <a:p>
            <a:pPr algn="l" indent="0" marL="0">
              <a:lnSpc>
                <a:spcPct val="150000"/>
              </a:lnSpc>
              <a:buNone/>
            </a:pPr>
            <a:r>
              <a:rPr b="0" sz="2000" lang="en-US">
                <a:solidFill/>
              </a:rPr>
              <a:t>Atoms, molecules or ions that have absorbed radiation is called </a:t>
            </a:r>
            <a:r>
              <a:rPr b="0" sz="2000" lang="en-US">
                <a:solidFill>
                  <a:srgbClr val="993300"/>
                </a:solidFill>
              </a:rPr>
              <a:t>excited</a:t>
            </a:r>
            <a:r>
              <a:rPr b="0" sz="2000" lang="en-US">
                <a:solidFill/>
              </a:rPr>
              <a:t> </a:t>
            </a:r>
            <a:r>
              <a:rPr b="0" sz="2000" lang="en-US">
                <a:solidFill>
                  <a:srgbClr val="993300"/>
                </a:solidFill>
              </a:rPr>
              <a:t>state</a:t>
            </a:r>
            <a:r>
              <a:rPr b="0" sz="2000" lang="en-US">
                <a:solidFill/>
              </a:rPr>
              <a:t>.</a:t>
            </a:r>
            <a:endParaRPr b="0" sz="2000" lang="en-GB"/>
          </a:p>
        </p:txBody>
      </p:sp>
      <p:sp>
        <p:nvSpPr>
          <p:cNvPr id="1048624" name=""/>
          <p:cNvSpPr>
            <a:spLocks noGrp="1"/>
          </p:cNvSpPr>
          <p:nvPr>
            <p:ph type="body" sz="quarter" idx="15"/>
          </p:nvPr>
        </p:nvSpPr>
        <p:spPr>
          <a:xfrm>
            <a:off x="434699" y="954450"/>
            <a:ext cx="4006800" cy="585900"/>
          </a:xfrm>
        </p:spPr>
        <p:txBody>
          <a:bodyPr>
            <a:normAutofit/>
          </a:bodyPr>
          <a:p>
            <a:r>
              <a:rPr b="1" sz="2000" i="0" lang="en-US" u="sng">
                <a:solidFill/>
              </a:rPr>
              <a:t>EMISSION SPECTROSCOPY</a:t>
            </a:r>
            <a:endParaRPr b="1" sz="2000" i="0" lang="en-GB" u="sng"/>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52" name=""/>
        <p:cNvGrpSpPr/>
        <p:nvPr/>
      </p:nvGrpSpPr>
      <p:grpSpPr>
        <a:xfrm>
          <a:off x="0" y="0"/>
          <a:ext cx="0" cy="0"/>
          <a:chOff x="0" y="0"/>
          <a:chExt cx="0" cy="0"/>
        </a:xfrm>
      </p:grpSpPr>
      <p:pic>
        <p:nvPicPr>
          <p:cNvPr id="2097161" name=""/>
          <p:cNvPicPr>
            <a:picLocks/>
          </p:cNvPicPr>
          <p:nvPr/>
        </p:nvPicPr>
        <p:blipFill>
          <a:blip xmlns:r="http://schemas.openxmlformats.org/officeDocument/2006/relationships" r:embed="rId1"/>
          <a:stretch>
            <a:fillRect/>
          </a:stretch>
        </p:blipFill>
        <p:spPr>
          <a:xfrm rot="0">
            <a:off x="227791" y="186437"/>
            <a:ext cx="8785589" cy="3788904"/>
          </a:xfrm>
          <a:prstGeom prst="rect"/>
        </p:spPr>
      </p:pic>
      <p:sp>
        <p:nvSpPr>
          <p:cNvPr id="1048625" name=""/>
          <p:cNvSpPr>
            <a:spLocks noGrp="1"/>
          </p:cNvSpPr>
          <p:nvPr>
            <p:ph type="body" sz="quarter" idx="15"/>
          </p:nvPr>
        </p:nvSpPr>
        <p:spPr>
          <a:xfrm>
            <a:off x="2789377" y="4152619"/>
            <a:ext cx="4006800" cy="585900"/>
          </a:xfrm>
          <a:prstGeom prst="rect"/>
        </p:spPr>
        <p:txBody>
          <a:bodyPr>
            <a:normAutofit/>
          </a:bodyPr>
          <a:lstStyle>
            <a:lvl1pPr algn="l" defTabSz="685800" eaLnBrk="1" fontAlgn="auto" hangingPunct="1" indent="-171450" latinLnBrk="0" marL="171450" rtl="0">
              <a:lnSpc>
                <a:spcPct val="130000"/>
              </a:lnSpc>
              <a:spcBef>
                <a:spcPts val="0"/>
              </a:spcBef>
              <a:spcAft>
                <a:spcPts val="750"/>
              </a:spcAft>
              <a:buFont typeface="Arial" panose="020B0604020202020204" pitchFamily="34" charset="0"/>
              <a:buChar char="•"/>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1pPr>
            <a:lvl2pPr algn="l" defTabSz="685800" eaLnBrk="1" fontAlgn="auto" hangingPunct="1" indent="-171450" latinLnBrk="0" marL="514350" rtl="0">
              <a:lnSpc>
                <a:spcPct val="130000"/>
              </a:lnSpc>
              <a:spcBef>
                <a:spcPts val="0"/>
              </a:spcBef>
              <a:spcAft>
                <a:spcPts val="750"/>
              </a:spcAft>
              <a:buFont typeface="Arial" panose="020B0604020202020204" pitchFamily="34" charset="0"/>
              <a:buChar char="•"/>
              <a:tabLst>
                <a:tab algn="l" pos="1207135"/>
              </a:tabLst>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2pPr>
            <a:lvl3pPr algn="l" defTabSz="685800" eaLnBrk="1" fontAlgn="auto" hangingPunct="1" indent="-171450" latinLnBrk="0" marL="857250" rtl="0">
              <a:lnSpc>
                <a:spcPct val="130000"/>
              </a:lnSpc>
              <a:spcBef>
                <a:spcPts val="0"/>
              </a:spcBef>
              <a:spcAft>
                <a:spcPts val="750"/>
              </a:spcAft>
              <a:buFont typeface="Arial" panose="020B0604020202020204" pitchFamily="34" charset="0"/>
              <a:buChar char="•"/>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3pPr>
            <a:lvl4pPr algn="l" defTabSz="685800" eaLnBrk="1" fontAlgn="auto" hangingPunct="1" indent="-171450" latinLnBrk="0" marL="1200150" rtl="0">
              <a:lnSpc>
                <a:spcPct val="130000"/>
              </a:lnSpc>
              <a:spcBef>
                <a:spcPts val="0"/>
              </a:spcBef>
              <a:spcAft>
                <a:spcPts val="750"/>
              </a:spcAft>
              <a:buFont typeface="Arial" panose="020B0604020202020204" pitchFamily="34" charset="0"/>
              <a:buChar char="•"/>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4pPr>
            <a:lvl5pPr algn="l" defTabSz="685800" eaLnBrk="1" fontAlgn="auto" hangingPunct="1" indent="-171450" latinLnBrk="0" marL="1543050" rtl="0">
              <a:lnSpc>
                <a:spcPct val="130000"/>
              </a:lnSpc>
              <a:spcBef>
                <a:spcPts val="0"/>
              </a:spcBef>
              <a:spcAft>
                <a:spcPts val="750"/>
              </a:spcAft>
              <a:buFont typeface="Arial" panose="020B0604020202020204" pitchFamily="34" charset="0"/>
              <a:buChar char="•"/>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5pPr>
            <a:lvl6pPr algn="l" defTabSz="685800" eaLnBrk="1" hangingPunct="1" indent="-171450" latinLnBrk="0" marL="18859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algn="l" defTabSz="685800" eaLnBrk="1" hangingPunct="1" indent="-171450" latinLnBrk="0" marL="22288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algn="l" defTabSz="685800" eaLnBrk="1" hangingPunct="1" indent="-171450" latinLnBrk="0" marL="25717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algn="l" defTabSz="685800" eaLnBrk="1" hangingPunct="1" indent="-171450" latinLnBrk="0" marL="29146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indent="0" marL="0">
              <a:buNone/>
            </a:pPr>
            <a:r>
              <a:rPr b="1" sz="2000" i="0" lang="en-US" u="none">
                <a:solidFill/>
              </a:rPr>
              <a:t>EMISSION SPECTROSCOPY</a:t>
            </a:r>
            <a:endParaRPr b="1" sz="2000" i="0" lang="en-GB" u="none"/>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53" name=""/>
        <p:cNvGrpSpPr/>
        <p:nvPr/>
      </p:nvGrpSpPr>
      <p:grpSpPr>
        <a:xfrm>
          <a:off x="0" y="0"/>
          <a:ext cx="0" cy="0"/>
          <a:chOff x="0" y="0"/>
          <a:chExt cx="0" cy="0"/>
        </a:xfrm>
      </p:grpSpPr>
      <p:sp>
        <p:nvSpPr>
          <p:cNvPr id="1048626" name=""/>
          <p:cNvSpPr>
            <a:spLocks noGrp="1"/>
          </p:cNvSpPr>
          <p:nvPr>
            <p:ph type="title" hasCustomPrompt="1"/>
          </p:nvPr>
        </p:nvSpPr>
        <p:spPr>
          <a:xfrm>
            <a:off x="960835" y="247936"/>
            <a:ext cx="7219800" cy="542700"/>
          </a:xfrm>
        </p:spPr>
        <p:txBody>
          <a:bodyPr/>
          <a:p>
            <a:pPr algn="ctr"/>
            <a:r>
              <a:rPr sz="2000" i="0" lang="en-US" u="sng">
                <a:solidFill/>
              </a:rPr>
              <a:t>CLASSIFICATION OF THE EMISSION SPECTRA</a:t>
            </a:r>
            <a:endParaRPr sz="2000" i="0" lang="en-GB" u="sng"/>
          </a:p>
        </p:txBody>
      </p:sp>
      <p:sp>
        <p:nvSpPr>
          <p:cNvPr id="1048627" name=""/>
          <p:cNvSpPr>
            <a:spLocks noGrp="1"/>
          </p:cNvSpPr>
          <p:nvPr>
            <p:ph sz="quarter" idx="13"/>
          </p:nvPr>
        </p:nvSpPr>
        <p:spPr>
          <a:xfrm>
            <a:off x="441935" y="750462"/>
            <a:ext cx="8702064" cy="3642576"/>
          </a:xfrm>
        </p:spPr>
        <p:txBody>
          <a:bodyPr>
            <a:noAutofit/>
          </a:bodyPr>
          <a:p>
            <a:pPr indent="0" marL="0">
              <a:lnSpc>
                <a:spcPct val="150000"/>
              </a:lnSpc>
              <a:buNone/>
            </a:pPr>
            <a:r>
              <a:rPr b="0" sz="1800" lang="en-US" u="sng">
                <a:solidFill/>
              </a:rPr>
              <a:t>CONTINUOUS SPECTRUM :</a:t>
            </a:r>
            <a:r>
              <a:rPr b="0" sz="1800" lang="en-US" u="none">
                <a:solidFill/>
              </a:rPr>
              <a:t> Such spectrum have </a:t>
            </a:r>
            <a:r>
              <a:rPr b="0" sz="1800" lang="en-US" u="none">
                <a:solidFill>
                  <a:srgbClr val="D66565"/>
                </a:solidFill>
              </a:rPr>
              <a:t>continuity of colours</a:t>
            </a:r>
            <a:r>
              <a:rPr b="0" sz="1800" lang="en-US" u="none">
                <a:solidFill/>
              </a:rPr>
              <a:t>, one colour merges with another colour without any gab or discontinuity. Ex : Light passed on the substance.</a:t>
            </a:r>
            <a:endParaRPr b="0" sz="1800" lang="en-GB" u="sng"/>
          </a:p>
          <a:p>
            <a:pPr indent="0" marL="0">
              <a:lnSpc>
                <a:spcPct val="150000"/>
              </a:lnSpc>
              <a:buNone/>
            </a:pPr>
            <a:r>
              <a:rPr b="0" sz="1800" lang="en-US" u="sng">
                <a:solidFill/>
              </a:rPr>
              <a:t>LINE OR ATOMIC SPECTRUM :</a:t>
            </a:r>
            <a:r>
              <a:rPr b="0" sz="1800" lang="en-US" u="none">
                <a:solidFill/>
              </a:rPr>
              <a:t> The emission spectra of atoms in the gas phase emit light only at certain </a:t>
            </a:r>
            <a:r>
              <a:rPr b="0" sz="1800" lang="en-US" u="none">
                <a:solidFill>
                  <a:srgbClr val="D66565"/>
                </a:solidFill>
              </a:rPr>
              <a:t>specific wavelength</a:t>
            </a:r>
            <a:r>
              <a:rPr b="0" sz="1800" lang="en-US" u="none">
                <a:solidFill/>
              </a:rPr>
              <a:t> with dark spaces between them. Such spectra is called </a:t>
            </a:r>
            <a:r>
              <a:rPr b="0" sz="1800" lang="en-US" u="none">
                <a:solidFill>
                  <a:srgbClr val="800000"/>
                </a:solidFill>
              </a:rPr>
              <a:t>Line spectra or Atomic spectra</a:t>
            </a:r>
            <a:r>
              <a:rPr b="0" sz="1800" lang="en-US" u="none">
                <a:solidFill/>
              </a:rPr>
              <a:t>. The emitted radiation is identified by the appearance of bright lines in the spectra. Ex : The emission spectra of Na consists of 2 yellow lines at 589.6 nm.</a:t>
            </a:r>
            <a:endParaRPr b="0" sz="1800" lang="en-GB" u="sng"/>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54" name=""/>
        <p:cNvGrpSpPr/>
        <p:nvPr/>
      </p:nvGrpSpPr>
      <p:grpSpPr>
        <a:xfrm>
          <a:off x="0" y="0"/>
          <a:ext cx="0" cy="0"/>
          <a:chOff x="0" y="0"/>
          <a:chExt cx="0" cy="0"/>
        </a:xfrm>
      </p:grpSpPr>
      <p:sp>
        <p:nvSpPr>
          <p:cNvPr id="1048628" name=""/>
          <p:cNvSpPr>
            <a:spLocks noGrp="1"/>
          </p:cNvSpPr>
          <p:nvPr>
            <p:ph type="title"/>
          </p:nvPr>
        </p:nvSpPr>
        <p:spPr/>
        <p:txBody>
          <a:bodyPr/>
          <a:p>
            <a:r>
              <a:rPr lang="en-US">
                <a:solidFill/>
              </a:rPr>
              <a:t>CLASSIFICATION OF SPECTROSCOPY</a:t>
            </a:r>
            <a:endParaRPr lang="en-GB"/>
          </a:p>
        </p:txBody>
      </p:sp>
      <p:sp>
        <p:nvSpPr>
          <p:cNvPr id="1048629" name=""/>
          <p:cNvSpPr>
            <a:spLocks noGrp="1"/>
          </p:cNvSpPr>
          <p:nvPr>
            <p:ph sz="quarter" idx="13"/>
          </p:nvPr>
        </p:nvSpPr>
        <p:spPr>
          <a:xfrm>
            <a:off x="434699" y="1486349"/>
            <a:ext cx="8341247" cy="3007821"/>
          </a:xfrm>
        </p:spPr>
        <p:txBody>
          <a:bodyPr>
            <a:noAutofit/>
          </a:bodyPr>
          <a:p>
            <a:pPr algn="l" indent="0" marL="0">
              <a:lnSpc>
                <a:spcPct val="150000"/>
              </a:lnSpc>
              <a:buNone/>
            </a:pPr>
            <a:r>
              <a:rPr b="0" sz="2000" lang="en-US">
                <a:solidFill/>
              </a:rPr>
              <a:t>It is the photographic negative of an emission spectrum. To obtain  an absorption spectra a continuum of radiation is passed through a sample which </a:t>
            </a:r>
            <a:r>
              <a:rPr b="0" sz="2000" lang="en-US">
                <a:solidFill>
                  <a:srgbClr val="D66565"/>
                </a:solidFill>
              </a:rPr>
              <a:t>absorbs radiation</a:t>
            </a:r>
            <a:r>
              <a:rPr b="0" sz="2000" lang="en-US">
                <a:solidFill/>
              </a:rPr>
              <a:t> of certain wavelength.</a:t>
            </a:r>
            <a:endParaRPr b="0" sz="2000" lang="en-GB"/>
          </a:p>
          <a:p>
            <a:pPr algn="l" indent="0" marL="0">
              <a:lnSpc>
                <a:spcPct val="150000"/>
              </a:lnSpc>
              <a:buNone/>
            </a:pPr>
            <a:r>
              <a:rPr b="0" sz="2000" lang="en-US">
                <a:solidFill/>
              </a:rPr>
              <a:t>To missing wavelength with corresponds to the radiation absorbed by matter, leave dark spaces in the bright continuous spectrum.</a:t>
            </a:r>
            <a:endParaRPr b="0" sz="2000" lang="en-GB"/>
          </a:p>
        </p:txBody>
      </p:sp>
      <p:sp>
        <p:nvSpPr>
          <p:cNvPr id="1048630" name=""/>
          <p:cNvSpPr>
            <a:spLocks noGrp="1"/>
          </p:cNvSpPr>
          <p:nvPr>
            <p:ph type="body" sz="quarter" idx="15"/>
          </p:nvPr>
        </p:nvSpPr>
        <p:spPr>
          <a:xfrm>
            <a:off x="434699" y="954450"/>
            <a:ext cx="5027142" cy="571092"/>
          </a:xfrm>
        </p:spPr>
        <p:txBody>
          <a:bodyPr>
            <a:normAutofit/>
          </a:bodyPr>
          <a:p>
            <a:r>
              <a:rPr b="1" sz="2000" i="0" lang="en-US" u="sng">
                <a:solidFill/>
              </a:rPr>
              <a:t>ABSORPTION SPECTROSCOPY</a:t>
            </a:r>
            <a:endParaRPr b="1" sz="2000" i="0" lang="en-GB" u="sng"/>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pic>
        <p:nvPicPr>
          <p:cNvPr id="2097162" name=""/>
          <p:cNvPicPr>
            <a:picLocks/>
          </p:cNvPicPr>
          <p:nvPr/>
        </p:nvPicPr>
        <p:blipFill>
          <a:blip xmlns:r="http://schemas.openxmlformats.org/officeDocument/2006/relationships" r:embed="rId1"/>
          <a:stretch>
            <a:fillRect/>
          </a:stretch>
        </p:blipFill>
        <p:spPr>
          <a:xfrm rot="0">
            <a:off x="1291717" y="322259"/>
            <a:ext cx="6560565" cy="4494427"/>
          </a:xfrm>
          <a:prstGeom prst="rec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56" name=""/>
        <p:cNvGrpSpPr/>
        <p:nvPr/>
      </p:nvGrpSpPr>
      <p:grpSpPr>
        <a:xfrm>
          <a:off x="0" y="0"/>
          <a:ext cx="0" cy="0"/>
          <a:chOff x="0" y="0"/>
          <a:chExt cx="0" cy="0"/>
        </a:xfrm>
      </p:grpSpPr>
      <p:sp>
        <p:nvSpPr>
          <p:cNvPr id="1048631" name=""/>
          <p:cNvSpPr>
            <a:spLocks noGrp="1"/>
          </p:cNvSpPr>
          <p:nvPr>
            <p:ph type="title"/>
          </p:nvPr>
        </p:nvSpPr>
        <p:spPr/>
        <p:txBody>
          <a:bodyPr>
            <a:noAutofit/>
          </a:bodyPr>
          <a:p>
            <a:pPr algn="ctr"/>
            <a:r>
              <a:rPr sz="2000" lang="en-US">
                <a:solidFill/>
              </a:rPr>
              <a:t>PRINCIPLE OF SPECTROSCOPY</a:t>
            </a:r>
            <a:endParaRPr sz="2000" lang="en-GB"/>
          </a:p>
        </p:txBody>
      </p:sp>
      <p:sp>
        <p:nvSpPr>
          <p:cNvPr id="1048632" name=""/>
          <p:cNvSpPr txBox="1"/>
          <p:nvPr/>
        </p:nvSpPr>
        <p:spPr>
          <a:xfrm>
            <a:off x="0" y="946980"/>
            <a:ext cx="8968257" cy="3342640"/>
          </a:xfrm>
          <a:prstGeom prst="rect"/>
        </p:spPr>
        <p:txBody>
          <a:bodyPr rtlCol="0" wrap="square">
            <a:spAutoFit/>
          </a:bodyPr>
          <a:p>
            <a:pPr indent="-457200" marL="457200">
              <a:lnSpc>
                <a:spcPct val="150000"/>
              </a:lnSpc>
              <a:buFont typeface="+mj-ea"/>
              <a:buAutoNum type="circleNumDbPlain" startAt="1"/>
            </a:pPr>
            <a:r>
              <a:rPr b="0" sz="1800" lang="en-GB">
                <a:solidFill>
                  <a:srgbClr val="000000"/>
                </a:solidFill>
              </a:rPr>
              <a:t>All organic compounds interact with </a:t>
            </a:r>
            <a:r>
              <a:rPr b="0" sz="1800" lang="en-GB">
                <a:solidFill>
                  <a:srgbClr val="0000FF"/>
                </a:solidFill>
              </a:rPr>
              <a:t>electromagnetic radiation</a:t>
            </a:r>
            <a:r>
              <a:rPr b="0" sz="1800" lang="en-GB">
                <a:solidFill>
                  <a:srgbClr val="000000"/>
                </a:solidFill>
              </a:rPr>
              <a:t> and absorbs energy.</a:t>
            </a:r>
            <a:endParaRPr b="0" sz="1800" lang="en-GB">
              <a:solidFill>
                <a:srgbClr val="000000"/>
              </a:solidFill>
            </a:endParaRPr>
          </a:p>
          <a:p>
            <a:pPr indent="-457200" marL="457200">
              <a:lnSpc>
                <a:spcPct val="150000"/>
              </a:lnSpc>
              <a:buFont typeface="+mj-ea"/>
              <a:buAutoNum type="circleNumDbPlain" startAt="1"/>
            </a:pPr>
            <a:r>
              <a:rPr b="0" sz="1800" lang="en-GB">
                <a:solidFill>
                  <a:srgbClr val="000000"/>
                </a:solidFill>
              </a:rPr>
              <a:t>Molecule absorbs energy temporary or permanent.</a:t>
            </a:r>
            <a:endParaRPr b="0" sz="1800" lang="en-GB">
              <a:solidFill>
                <a:srgbClr val="000000"/>
              </a:solidFill>
            </a:endParaRPr>
          </a:p>
          <a:p>
            <a:pPr indent="-457200" marL="457200">
              <a:lnSpc>
                <a:spcPct val="150000"/>
              </a:lnSpc>
              <a:buFont typeface="+mj-ea"/>
              <a:buAutoNum type="circleNumDbPlain" startAt="1"/>
            </a:pPr>
            <a:r>
              <a:rPr b="0" sz="1800" lang="en-US">
                <a:solidFill>
                  <a:srgbClr val="000000"/>
                </a:solidFill>
              </a:rPr>
              <a:t>Absorbs </a:t>
            </a:r>
            <a:r>
              <a:rPr b="0" sz="1800" lang="en-US">
                <a:solidFill>
                  <a:srgbClr val="993300"/>
                </a:solidFill>
              </a:rPr>
              <a:t>Low energy</a:t>
            </a:r>
            <a:r>
              <a:rPr b="0" sz="1800" lang="en-GB">
                <a:solidFill>
                  <a:srgbClr val="000000"/>
                </a:solidFill>
              </a:rPr>
              <a:t> radiation - molecular rotation or bond vibration.</a:t>
            </a:r>
            <a:endParaRPr b="0" sz="1800" lang="en-GB">
              <a:solidFill>
                <a:srgbClr val="000000"/>
              </a:solidFill>
            </a:endParaRPr>
          </a:p>
          <a:p>
            <a:pPr indent="-457200" marL="457200">
              <a:lnSpc>
                <a:spcPct val="150000"/>
              </a:lnSpc>
              <a:buFont typeface="+mj-ea"/>
              <a:buAutoNum type="circleNumDbPlain" startAt="1"/>
            </a:pPr>
            <a:r>
              <a:rPr b="0" sz="1800" lang="en-US">
                <a:solidFill>
                  <a:srgbClr val="000000"/>
                </a:solidFill>
              </a:rPr>
              <a:t>Absorbs </a:t>
            </a:r>
            <a:r>
              <a:rPr b="0" sz="1800" lang="en-US">
                <a:solidFill>
                  <a:srgbClr val="993300"/>
                </a:solidFill>
              </a:rPr>
              <a:t>High energy</a:t>
            </a:r>
            <a:r>
              <a:rPr b="0" sz="1800" lang="en-GB">
                <a:solidFill>
                  <a:srgbClr val="000000"/>
                </a:solidFill>
              </a:rPr>
              <a:t> radiation - promotion of electrons to higher energy level or bond cleavage.</a:t>
            </a:r>
            <a:endParaRPr b="0" sz="1800" lang="en-GB">
              <a:solidFill>
                <a:srgbClr val="000000"/>
              </a:solidFill>
            </a:endParaRPr>
          </a:p>
          <a:p>
            <a:pPr indent="-457200" marL="457200">
              <a:lnSpc>
                <a:spcPct val="150000"/>
              </a:lnSpc>
              <a:buFont typeface="+mj-ea"/>
              <a:buAutoNum type="circleNumDbPlain" startAt="1"/>
            </a:pPr>
            <a:r>
              <a:rPr b="0" sz="1800" lang="en-GB">
                <a:solidFill>
                  <a:srgbClr val="000000"/>
                </a:solidFill>
              </a:rPr>
              <a:t>Trainformation involves molecular rotation, bond vibration, electronic transition.</a:t>
            </a:r>
            <a:endParaRPr b="0" sz="1800" lang="en-GB">
              <a:solidFill>
                <a:srgbClr val="000000"/>
              </a:solidFill>
            </a:endParaRPr>
          </a:p>
          <a:p>
            <a:pPr indent="-457200" marL="457200">
              <a:lnSpc>
                <a:spcPct val="150000"/>
              </a:lnSpc>
              <a:buFont typeface="+mj-ea"/>
              <a:buAutoNum type="circleNumDbPlain" startAt="1"/>
            </a:pPr>
            <a:r>
              <a:rPr b="0" sz="1800" lang="en-GB">
                <a:solidFill>
                  <a:srgbClr val="000000"/>
                </a:solidFill>
              </a:rPr>
              <a:t>Molecule absorbs only the </a:t>
            </a:r>
            <a:r>
              <a:rPr b="0" sz="1800" lang="en-GB">
                <a:solidFill>
                  <a:srgbClr val="0000FF"/>
                </a:solidFill>
              </a:rPr>
              <a:t>wavelength</a:t>
            </a:r>
            <a:r>
              <a:rPr b="0" sz="1800" lang="en-GB">
                <a:solidFill>
                  <a:srgbClr val="000000"/>
                </a:solidFill>
              </a:rPr>
              <a:t> of radiation exactly the energy necessary for the transition.</a:t>
            </a:r>
            <a:endParaRPr b="0" sz="1800" lang="en-GB">
              <a:solidFill>
                <a:srgbClr val="0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58" name=""/>
        <p:cNvGrpSpPr/>
        <p:nvPr/>
      </p:nvGrpSpPr>
      <p:grpSpPr>
        <a:xfrm>
          <a:off x="0" y="0"/>
          <a:ext cx="0" cy="0"/>
          <a:chOff x="0" y="0"/>
          <a:chExt cx="0" cy="0"/>
        </a:xfrm>
      </p:grpSpPr>
      <p:sp>
        <p:nvSpPr>
          <p:cNvPr id="1048640" name=""/>
          <p:cNvSpPr>
            <a:spLocks noGrp="1"/>
          </p:cNvSpPr>
          <p:nvPr>
            <p:ph type="title" hasCustomPrompt="1"/>
          </p:nvPr>
        </p:nvSpPr>
        <p:spPr>
          <a:xfrm>
            <a:off x="143914" y="158782"/>
            <a:ext cx="3081655" cy="4342122"/>
          </a:xfrm>
        </p:spPr>
        <p:txBody>
          <a:bodyPr>
            <a:noAutofit/>
          </a:bodyPr>
          <a:p>
            <a:pPr algn="l">
              <a:lnSpc>
                <a:spcPct val="200000"/>
              </a:lnSpc>
            </a:pPr>
            <a:r>
              <a:rPr sz="2400" lang="en-US">
                <a:solidFill/>
                <a:latin typeface="Noto Sans Tamil"/>
                <a:ea typeface="Noto Sans Mono CJK KR Regular"/>
                <a:cs typeface="Noto Sans Tamil"/>
              </a:rPr>
              <a:t>IMPORTANT CONCEPTS INVOLVED IN SPECTROSCOPY</a:t>
            </a:r>
            <a:endParaRPr sz="2400" lang="en-GB">
              <a:latin typeface="Noto Sans Tamil"/>
              <a:ea typeface="Noto Sans Mono CJK KR Regular"/>
              <a:cs typeface="Noto Sans Tamil"/>
            </a:endParaRPr>
          </a:p>
        </p:txBody>
      </p:sp>
      <p:sp>
        <p:nvSpPr>
          <p:cNvPr id="1048641" name=""/>
          <p:cNvSpPr txBox="1"/>
          <p:nvPr/>
        </p:nvSpPr>
        <p:spPr>
          <a:xfrm>
            <a:off x="4571999" y="0"/>
            <a:ext cx="3594489" cy="4968239"/>
          </a:xfrm>
          <a:prstGeom prst="rect"/>
        </p:spPr>
        <p:txBody>
          <a:bodyPr rtlCol="0" wrap="square">
            <a:spAutoFit/>
          </a:bodyPr>
          <a:p>
            <a:pPr indent="-342900" marL="342900">
              <a:lnSpc>
                <a:spcPct val="200000"/>
              </a:lnSpc>
              <a:buFont typeface="+mj-lt"/>
              <a:buAutoNum type="alphaLcParenR" startAt="1"/>
            </a:pPr>
            <a:r>
              <a:rPr b="0" sz="2000" lang="en-US">
                <a:solidFill>
                  <a:srgbClr val="993300"/>
                </a:solidFill>
              </a:rPr>
              <a:t>ELECTROMAGNETIC RADIATION OR ELECTROMAGNETIC WAVES</a:t>
            </a:r>
            <a:endParaRPr b="0" sz="2000" lang="en-GB">
              <a:solidFill>
                <a:srgbClr val="993300"/>
              </a:solidFill>
            </a:endParaRPr>
          </a:p>
          <a:p>
            <a:pPr indent="-342900" marL="342900">
              <a:lnSpc>
                <a:spcPct val="200000"/>
              </a:lnSpc>
              <a:buFont typeface="+mj-lt"/>
              <a:buAutoNum type="alphaLcParenR" startAt="1"/>
            </a:pPr>
            <a:r>
              <a:rPr b="0" sz="2000" lang="en-US">
                <a:solidFill>
                  <a:srgbClr val="993300"/>
                </a:solidFill>
              </a:rPr>
              <a:t>WAVELENGTH</a:t>
            </a:r>
            <a:endParaRPr b="0" sz="2000" lang="en-GB">
              <a:solidFill>
                <a:srgbClr val="993300"/>
              </a:solidFill>
            </a:endParaRPr>
          </a:p>
          <a:p>
            <a:pPr indent="-342900" marL="342900">
              <a:lnSpc>
                <a:spcPct val="200000"/>
              </a:lnSpc>
              <a:buFont typeface="+mj-lt"/>
              <a:buAutoNum type="alphaLcParenR" startAt="1"/>
            </a:pPr>
            <a:r>
              <a:rPr b="0" sz="2000" lang="en-US">
                <a:solidFill>
                  <a:srgbClr val="993300"/>
                </a:solidFill>
              </a:rPr>
              <a:t>WAVENUMBER</a:t>
            </a:r>
            <a:endParaRPr b="0" sz="2000" lang="en-GB">
              <a:solidFill>
                <a:srgbClr val="993300"/>
              </a:solidFill>
            </a:endParaRPr>
          </a:p>
          <a:p>
            <a:pPr indent="-342900" marL="342900">
              <a:lnSpc>
                <a:spcPct val="200000"/>
              </a:lnSpc>
              <a:buFont typeface="+mj-lt"/>
              <a:buAutoNum type="alphaLcParenR" startAt="1"/>
            </a:pPr>
            <a:r>
              <a:rPr b="0" sz="2000" lang="en-US">
                <a:solidFill>
                  <a:srgbClr val="993300"/>
                </a:solidFill>
              </a:rPr>
              <a:t>FREQUENCY</a:t>
            </a:r>
            <a:endParaRPr b="0" sz="2000" lang="en-GB">
              <a:solidFill>
                <a:srgbClr val="993300"/>
              </a:solidFill>
            </a:endParaRPr>
          </a:p>
          <a:p>
            <a:pPr indent="-342900" marL="342900">
              <a:lnSpc>
                <a:spcPct val="200000"/>
              </a:lnSpc>
              <a:buFont typeface="+mj-lt"/>
              <a:buAutoNum type="alphaLcParenR" startAt="1"/>
            </a:pPr>
            <a:r>
              <a:rPr b="0" sz="2000" lang="en-US">
                <a:solidFill>
                  <a:srgbClr val="993300"/>
                </a:solidFill>
              </a:rPr>
              <a:t>ENERGY</a:t>
            </a:r>
            <a:endParaRPr b="0" sz="2000" lang="en-GB">
              <a:solidFill>
                <a:srgbClr val="9933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59" name=""/>
        <p:cNvGrpSpPr/>
        <p:nvPr/>
      </p:nvGrpSpPr>
      <p:grpSpPr>
        <a:xfrm>
          <a:off x="0" y="0"/>
          <a:ext cx="0" cy="0"/>
          <a:chOff x="0" y="0"/>
          <a:chExt cx="0" cy="0"/>
        </a:xfrm>
      </p:grpSpPr>
      <p:sp>
        <p:nvSpPr>
          <p:cNvPr id="1048642" name=""/>
          <p:cNvSpPr txBox="1"/>
          <p:nvPr/>
        </p:nvSpPr>
        <p:spPr>
          <a:xfrm>
            <a:off x="368729" y="305836"/>
            <a:ext cx="2044731" cy="358140"/>
          </a:xfrm>
          <a:prstGeom prst="rect"/>
        </p:spPr>
        <p:txBody>
          <a:bodyPr rtlCol="0" wrap="square">
            <a:spAutoFit/>
          </a:bodyPr>
          <a:p>
            <a:pPr algn="l"/>
            <a:r>
              <a:rPr b="1" sz="1800" i="1" lang="en-US" u="sng">
                <a:solidFill>
                  <a:srgbClr val="C00000"/>
                </a:solidFill>
              </a:rPr>
              <a:t>What is wave ?</a:t>
            </a:r>
            <a:endParaRPr b="1" sz="1800" i="1" lang="en-GB" u="sng">
              <a:solidFill>
                <a:srgbClr val="C00000"/>
              </a:solidFill>
            </a:endParaRPr>
          </a:p>
        </p:txBody>
      </p:sp>
      <p:sp>
        <p:nvSpPr>
          <p:cNvPr id="1048643" name=""/>
          <p:cNvSpPr txBox="1"/>
          <p:nvPr/>
        </p:nvSpPr>
        <p:spPr>
          <a:xfrm>
            <a:off x="368729" y="689377"/>
            <a:ext cx="8746742" cy="624841"/>
          </a:xfrm>
          <a:prstGeom prst="rect"/>
        </p:spPr>
        <p:txBody>
          <a:bodyPr rtlCol="0" wrap="square">
            <a:spAutoFit/>
          </a:bodyPr>
          <a:p>
            <a:r>
              <a:rPr sz="1800" lang="en-US">
                <a:solidFill>
                  <a:srgbClr val="000000"/>
                </a:solidFill>
              </a:rPr>
              <a:t>Definition : It is defined as the disturbance that originate from some vibrating source and travel outwards as a continuous sequence of alternating crest and trough.</a:t>
            </a:r>
            <a:endParaRPr sz="1800" lang="en-GB">
              <a:solidFill>
                <a:srgbClr val="000000"/>
              </a:solidFill>
            </a:endParaRPr>
          </a:p>
        </p:txBody>
      </p:sp>
      <p:pic>
        <p:nvPicPr>
          <p:cNvPr id="2097164" name=""/>
          <p:cNvPicPr>
            <a:picLocks/>
          </p:cNvPicPr>
          <p:nvPr/>
        </p:nvPicPr>
        <p:blipFill>
          <a:blip xmlns:r="http://schemas.openxmlformats.org/officeDocument/2006/relationships" r:embed="rId1"/>
          <a:stretch>
            <a:fillRect/>
          </a:stretch>
        </p:blipFill>
        <p:spPr>
          <a:xfrm rot="0">
            <a:off x="5665236" y="1645420"/>
            <a:ext cx="3261117" cy="2764706"/>
          </a:xfrm>
          <a:prstGeom prst="rect"/>
        </p:spPr>
      </p:pic>
      <p:sp>
        <p:nvSpPr>
          <p:cNvPr id="1048644" name=""/>
          <p:cNvSpPr txBox="1"/>
          <p:nvPr/>
        </p:nvSpPr>
        <p:spPr>
          <a:xfrm>
            <a:off x="368729" y="1453650"/>
            <a:ext cx="2798647" cy="383540"/>
          </a:xfrm>
          <a:prstGeom prst="rect"/>
        </p:spPr>
        <p:txBody>
          <a:bodyPr rtlCol="0" wrap="square">
            <a:spAutoFit/>
          </a:bodyPr>
          <a:p>
            <a:pPr algn="l"/>
            <a:r>
              <a:rPr b="1" sz="1800" i="1" lang="en-US" u="sng">
                <a:solidFill>
                  <a:srgbClr val="C00000"/>
                </a:solidFill>
              </a:rPr>
              <a:t>What is wave motion ?</a:t>
            </a:r>
            <a:endParaRPr b="1" sz="1800" i="1" lang="en-GB" u="sng">
              <a:solidFill>
                <a:srgbClr val="C00000"/>
              </a:solidFill>
            </a:endParaRPr>
          </a:p>
        </p:txBody>
      </p:sp>
      <p:sp>
        <p:nvSpPr>
          <p:cNvPr id="1048645" name=""/>
          <p:cNvSpPr txBox="1"/>
          <p:nvPr/>
        </p:nvSpPr>
        <p:spPr>
          <a:xfrm>
            <a:off x="413459" y="1837190"/>
            <a:ext cx="4982335" cy="1424940"/>
          </a:xfrm>
          <a:prstGeom prst="rect"/>
        </p:spPr>
        <p:txBody>
          <a:bodyPr rtlCol="0" wrap="square">
            <a:spAutoFit/>
          </a:bodyPr>
          <a:p>
            <a:pPr>
              <a:lnSpc>
                <a:spcPct val="100000"/>
              </a:lnSpc>
            </a:pPr>
            <a:r>
              <a:rPr sz="1800" lang="en-US">
                <a:solidFill>
                  <a:srgbClr val="000000"/>
                </a:solidFill>
              </a:rPr>
              <a:t>The wave originate from the centre of disturbance and propagate in the form of up and down movements. The point of maximum upward displacement is called crest. The point of maximum downward is called trough.</a:t>
            </a:r>
            <a:endParaRPr sz="1800" lang="en-GB">
              <a:solidFill>
                <a:srgbClr val="000000"/>
              </a:solidFill>
            </a:endParaRPr>
          </a:p>
        </p:txBody>
      </p:sp>
      <p:sp>
        <p:nvSpPr>
          <p:cNvPr id="1048646" name=""/>
          <p:cNvSpPr txBox="1"/>
          <p:nvPr/>
        </p:nvSpPr>
        <p:spPr>
          <a:xfrm>
            <a:off x="2837896" y="3262129"/>
            <a:ext cx="2557898" cy="1717040"/>
          </a:xfrm>
          <a:prstGeom prst="rect"/>
        </p:spPr>
        <p:txBody>
          <a:bodyPr rtlCol="0" wrap="square">
            <a:spAutoFit/>
          </a:bodyPr>
          <a:p>
            <a:pPr algn="l">
              <a:lnSpc>
                <a:spcPct val="150000"/>
              </a:lnSpc>
            </a:pPr>
            <a:r>
              <a:rPr b="0" sz="1800" lang="en-US">
                <a:solidFill>
                  <a:srgbClr val="000000"/>
                </a:solidFill>
              </a:rPr>
              <a:t>C - is the crest</a:t>
            </a:r>
            <a:endParaRPr b="0" sz="1800" lang="en-GB">
              <a:solidFill>
                <a:srgbClr val="000000"/>
              </a:solidFill>
            </a:endParaRPr>
          </a:p>
          <a:p>
            <a:pPr algn="l">
              <a:lnSpc>
                <a:spcPct val="150000"/>
              </a:lnSpc>
            </a:pPr>
            <a:r>
              <a:rPr b="0" sz="1800" lang="en-US">
                <a:solidFill>
                  <a:srgbClr val="000000"/>
                </a:solidFill>
              </a:rPr>
              <a:t>T - is the trough</a:t>
            </a:r>
            <a:endParaRPr b="0" sz="1800" lang="en-GB">
              <a:solidFill>
                <a:srgbClr val="000000"/>
              </a:solidFill>
            </a:endParaRPr>
          </a:p>
          <a:p>
            <a:pPr algn="l">
              <a:lnSpc>
                <a:spcPct val="150000"/>
              </a:lnSpc>
            </a:pPr>
            <a:r>
              <a:rPr b="0" sz="1800" lang="en-US">
                <a:solidFill>
                  <a:srgbClr val="000000"/>
                </a:solidFill>
              </a:rPr>
              <a:t>A - is the amplitude</a:t>
            </a:r>
            <a:endParaRPr b="0" sz="1800" lang="en-GB">
              <a:solidFill>
                <a:srgbClr val="000000"/>
              </a:solidFill>
            </a:endParaRPr>
          </a:p>
          <a:p>
            <a:pPr algn="l">
              <a:lnSpc>
                <a:spcPct val="150000"/>
              </a:lnSpc>
            </a:pPr>
            <a:r>
              <a:rPr b="0" sz="1800" lang="en-US">
                <a:solidFill>
                  <a:srgbClr val="000000"/>
                </a:solidFill>
              </a:rPr>
              <a:t>Lambda - is the wave</a:t>
            </a:r>
            <a:endParaRPr b="0" sz="1800" lang="en-GB">
              <a:solidFill>
                <a:srgbClr val="0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62" name=""/>
        <p:cNvGrpSpPr/>
        <p:nvPr/>
      </p:nvGrpSpPr>
      <p:grpSpPr>
        <a:xfrm>
          <a:off x="0" y="0"/>
          <a:ext cx="0" cy="0"/>
          <a:chOff x="0" y="0"/>
          <a:chExt cx="0" cy="0"/>
        </a:xfrm>
      </p:grpSpPr>
      <p:sp>
        <p:nvSpPr>
          <p:cNvPr id="1048653" name=""/>
          <p:cNvSpPr txBox="1"/>
          <p:nvPr/>
        </p:nvSpPr>
        <p:spPr>
          <a:xfrm>
            <a:off x="2106609" y="181066"/>
            <a:ext cx="4770659" cy="383540"/>
          </a:xfrm>
          <a:prstGeom prst="rect"/>
        </p:spPr>
        <p:txBody>
          <a:bodyPr rtlCol="0" wrap="square">
            <a:spAutoFit/>
          </a:bodyPr>
          <a:p>
            <a:pPr algn="ctr"/>
            <a:r>
              <a:rPr b="1" sz="2000" lang="en-US">
                <a:solidFill>
                  <a:srgbClr val="FFFFFF"/>
                </a:solidFill>
              </a:rPr>
              <a:t>WAVELENGTH (LAMBDA) </a:t>
            </a:r>
            <a:endParaRPr b="1" sz="2000" lang="en-GB">
              <a:solidFill>
                <a:srgbClr val="FFFFFF"/>
              </a:solidFill>
            </a:endParaRPr>
          </a:p>
        </p:txBody>
      </p:sp>
      <p:sp>
        <p:nvSpPr>
          <p:cNvPr id="1048654" name=""/>
          <p:cNvSpPr txBox="1"/>
          <p:nvPr/>
        </p:nvSpPr>
        <p:spPr>
          <a:xfrm>
            <a:off x="32528" y="919480"/>
            <a:ext cx="5321715" cy="3444240"/>
          </a:xfrm>
          <a:prstGeom prst="rect"/>
        </p:spPr>
        <p:txBody>
          <a:bodyPr rtlCol="0" wrap="square">
            <a:spAutoFit/>
          </a:bodyPr>
          <a:p>
            <a:r>
              <a:rPr sz="2000" lang="en-US">
                <a:solidFill>
                  <a:srgbClr val="000000"/>
                </a:solidFill>
              </a:rPr>
              <a:t>The distance between two adjacent crests (C-C) or troughs (T-T) in a particular wave is called wavelength. It has the unit of length. Since, different kinds of waves are of much smaller wavelengths so smaller units of length are used to describe them. It is generally expressed in terms of Angstrom (A°) or in Millimicrons (mu).</a:t>
            </a:r>
            <a:endParaRPr sz="2000" lang="en-GB">
              <a:solidFill>
                <a:srgbClr val="000000"/>
              </a:solidFill>
            </a:endParaRPr>
          </a:p>
          <a:p>
            <a:endParaRPr sz="2000" lang="en-GB">
              <a:solidFill>
                <a:srgbClr val="000000"/>
              </a:solidFill>
            </a:endParaRPr>
          </a:p>
          <a:p>
            <a:r>
              <a:rPr b="1" sz="2000" lang="en-US">
                <a:solidFill>
                  <a:srgbClr val="000000"/>
                </a:solidFill>
              </a:rPr>
              <a:t>1 A° = 1 mu = 10 power -8 cm = 10 power -10 m</a:t>
            </a:r>
            <a:r>
              <a:rPr altLang="en-US" sz="2000" lang="en-US">
                <a:solidFill>
                  <a:srgbClr val="000000"/>
                </a:solidFill>
              </a:rPr>
              <a:t> </a:t>
            </a:r>
            <a:endParaRPr sz="2000" lang="en-GB">
              <a:solidFill>
                <a:srgbClr val="000000"/>
              </a:solidFill>
            </a:endParaRPr>
          </a:p>
        </p:txBody>
      </p:sp>
      <p:pic>
        <p:nvPicPr>
          <p:cNvPr id="2097167" name=""/>
          <p:cNvPicPr>
            <a:picLocks/>
          </p:cNvPicPr>
          <p:nvPr/>
        </p:nvPicPr>
        <p:blipFill>
          <a:blip xmlns:r="http://schemas.openxmlformats.org/officeDocument/2006/relationships" r:embed="rId1"/>
          <a:stretch>
            <a:fillRect/>
          </a:stretch>
        </p:blipFill>
        <p:spPr>
          <a:xfrm rot="0">
            <a:off x="5340441" y="1036897"/>
            <a:ext cx="3803558" cy="2906050"/>
          </a:xfrm>
          <a:prstGeom prst="rec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63" name=""/>
        <p:cNvGrpSpPr/>
        <p:nvPr/>
      </p:nvGrpSpPr>
      <p:grpSpPr>
        <a:xfrm>
          <a:off x="0" y="0"/>
          <a:ext cx="0" cy="0"/>
          <a:chOff x="0" y="0"/>
          <a:chExt cx="0" cy="0"/>
        </a:xfrm>
      </p:grpSpPr>
      <p:sp>
        <p:nvSpPr>
          <p:cNvPr id="1048655" name=""/>
          <p:cNvSpPr txBox="1"/>
          <p:nvPr/>
        </p:nvSpPr>
        <p:spPr>
          <a:xfrm>
            <a:off x="2572000" y="228248"/>
            <a:ext cx="4000000" cy="383541"/>
          </a:xfrm>
          <a:prstGeom prst="rect"/>
        </p:spPr>
        <p:txBody>
          <a:bodyPr rtlCol="0" wrap="square">
            <a:spAutoFit/>
          </a:bodyPr>
          <a:p>
            <a:pPr algn="ctr"/>
            <a:r>
              <a:rPr b="1" sz="2000" lang="en-US">
                <a:solidFill>
                  <a:srgbClr val="FFFFFF"/>
                </a:solidFill>
              </a:rPr>
              <a:t>WAVENUMBER (V`)</a:t>
            </a:r>
            <a:endParaRPr b="1" sz="2000" lang="en-GB">
              <a:solidFill>
                <a:srgbClr val="FFFFFF"/>
              </a:solidFill>
            </a:endParaRPr>
          </a:p>
        </p:txBody>
      </p:sp>
      <p:sp>
        <p:nvSpPr>
          <p:cNvPr id="1048656" name=""/>
          <p:cNvSpPr txBox="1"/>
          <p:nvPr/>
        </p:nvSpPr>
        <p:spPr>
          <a:xfrm>
            <a:off x="572000" y="1170497"/>
            <a:ext cx="4360314" cy="2834640"/>
          </a:xfrm>
          <a:prstGeom prst="rect"/>
        </p:spPr>
        <p:txBody>
          <a:bodyPr rtlCol="0" wrap="square">
            <a:spAutoFit/>
          </a:bodyPr>
          <a:p>
            <a:pPr>
              <a:lnSpc>
                <a:spcPct val="150000"/>
              </a:lnSpc>
            </a:pPr>
            <a:r>
              <a:rPr b="0" sz="2000" lang="en-US">
                <a:solidFill>
                  <a:srgbClr val="000000"/>
                </a:solidFill>
              </a:rPr>
              <a:t>It is defined as the number of wavelengths per unit length. Its unit is reciprocal of wavelength</a:t>
            </a:r>
            <a:endParaRPr b="0" sz="2000" lang="en-GB">
              <a:solidFill>
                <a:srgbClr val="000000"/>
              </a:solidFill>
            </a:endParaRPr>
          </a:p>
          <a:p>
            <a:pPr>
              <a:lnSpc>
                <a:spcPct val="150000"/>
              </a:lnSpc>
            </a:pPr>
            <a:endParaRPr b="0" sz="2000" lang="en-GB">
              <a:solidFill>
                <a:srgbClr val="000000"/>
              </a:solidFill>
            </a:endParaRPr>
          </a:p>
          <a:p>
            <a:pPr>
              <a:lnSpc>
                <a:spcPct val="150000"/>
              </a:lnSpc>
            </a:pPr>
            <a:r>
              <a:rPr b="1" sz="2000" lang="en-US">
                <a:solidFill>
                  <a:srgbClr val="000000"/>
                </a:solidFill>
              </a:rPr>
              <a:t>Unit : m power -1 or commonly used unit is cm power -1 (it is not SI unit)</a:t>
            </a:r>
            <a:endParaRPr b="1" sz="2000" lang="en-GB">
              <a:solidFill>
                <a:srgbClr val="000000"/>
              </a:solidFill>
            </a:endParaRPr>
          </a:p>
        </p:txBody>
      </p:sp>
      <p:pic>
        <p:nvPicPr>
          <p:cNvPr id="2097168" name=""/>
          <p:cNvPicPr>
            <a:picLocks/>
          </p:cNvPicPr>
          <p:nvPr/>
        </p:nvPicPr>
        <p:blipFill>
          <a:blip xmlns:r="http://schemas.openxmlformats.org/officeDocument/2006/relationships" r:embed="rId1"/>
          <a:stretch>
            <a:fillRect/>
          </a:stretch>
        </p:blipFill>
        <p:spPr>
          <a:xfrm rot="0">
            <a:off x="5531669" y="1188811"/>
            <a:ext cx="2708103" cy="2765876"/>
          </a:xfrm>
          <a:prstGeom prst="rec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64" name=""/>
        <p:cNvGrpSpPr/>
        <p:nvPr/>
      </p:nvGrpSpPr>
      <p:grpSpPr>
        <a:xfrm>
          <a:off x="0" y="0"/>
          <a:ext cx="0" cy="0"/>
          <a:chOff x="0" y="0"/>
          <a:chExt cx="0" cy="0"/>
        </a:xfrm>
      </p:grpSpPr>
      <p:sp>
        <p:nvSpPr>
          <p:cNvPr id="1048657" name=""/>
          <p:cNvSpPr txBox="1"/>
          <p:nvPr/>
        </p:nvSpPr>
        <p:spPr>
          <a:xfrm>
            <a:off x="2571999" y="180901"/>
            <a:ext cx="4000000" cy="383540"/>
          </a:xfrm>
          <a:prstGeom prst="rect"/>
        </p:spPr>
        <p:txBody>
          <a:bodyPr rtlCol="0" wrap="square">
            <a:spAutoFit/>
          </a:bodyPr>
          <a:p>
            <a:pPr algn="ctr"/>
            <a:r>
              <a:rPr b="1" sz="2000" lang="en-US">
                <a:solidFill>
                  <a:srgbClr val="FFFFFF"/>
                </a:solidFill>
              </a:rPr>
              <a:t>FREQUENCY (V)</a:t>
            </a:r>
            <a:endParaRPr b="1" sz="2000" lang="en-GB">
              <a:solidFill>
                <a:srgbClr val="FFFFFF"/>
              </a:solidFill>
            </a:endParaRPr>
          </a:p>
        </p:txBody>
      </p:sp>
      <p:sp>
        <p:nvSpPr>
          <p:cNvPr id="1048658" name=""/>
          <p:cNvSpPr txBox="1"/>
          <p:nvPr/>
        </p:nvSpPr>
        <p:spPr>
          <a:xfrm>
            <a:off x="499139" y="849850"/>
            <a:ext cx="7524479" cy="3291840"/>
          </a:xfrm>
          <a:prstGeom prst="rect"/>
        </p:spPr>
        <p:txBody>
          <a:bodyPr rtlCol="0" wrap="square">
            <a:spAutoFit/>
          </a:bodyPr>
          <a:p>
            <a:r>
              <a:rPr b="0" sz="1800" lang="en-US">
                <a:solidFill>
                  <a:srgbClr val="000000"/>
                </a:solidFill>
              </a:rPr>
              <a:t>It is defined as the </a:t>
            </a:r>
            <a:r>
              <a:rPr b="0" sz="1800" lang="en-US">
                <a:solidFill>
                  <a:srgbClr val="D66565"/>
                </a:solidFill>
              </a:rPr>
              <a:t>number of waves</a:t>
            </a:r>
            <a:r>
              <a:rPr b="0" sz="1800" lang="en-US">
                <a:solidFill>
                  <a:srgbClr val="000000"/>
                </a:solidFill>
              </a:rPr>
              <a:t> that pass through a given point in </a:t>
            </a:r>
            <a:r>
              <a:rPr b="0" sz="1800" lang="en-US">
                <a:solidFill>
                  <a:srgbClr val="D66565"/>
                </a:solidFill>
              </a:rPr>
              <a:t>one second</a:t>
            </a:r>
            <a:r>
              <a:rPr b="0" sz="1800" lang="en-US">
                <a:solidFill>
                  <a:srgbClr val="000000"/>
                </a:solidFill>
              </a:rPr>
              <a:t>. It unites are cycles per second or simply reciprocal of seconds. SI unit : </a:t>
            </a:r>
            <a:r>
              <a:rPr b="0" sz="1800" lang="en-US">
                <a:solidFill>
                  <a:srgbClr val="993300"/>
                </a:solidFill>
              </a:rPr>
              <a:t>Hertz (Hz)</a:t>
            </a:r>
            <a:r>
              <a:rPr b="0" sz="1800" lang="en-US">
                <a:solidFill>
                  <a:srgbClr val="000000"/>
                </a:solidFill>
              </a:rPr>
              <a:t> after the name of Heinrich Hertz.</a:t>
            </a:r>
            <a:endParaRPr b="0" sz="1800" lang="en-GB">
              <a:solidFill>
                <a:srgbClr val="000000"/>
              </a:solidFill>
            </a:endParaRPr>
          </a:p>
          <a:p>
            <a:endParaRPr b="0" sz="1800" lang="en-GB">
              <a:solidFill>
                <a:srgbClr val="000000"/>
              </a:solidFill>
            </a:endParaRPr>
          </a:p>
          <a:p>
            <a:r>
              <a:rPr b="1" sz="1800" lang="en-US">
                <a:solidFill>
                  <a:srgbClr val="000000"/>
                </a:solidFill>
              </a:rPr>
              <a:t>1 Hz = 1 cycle per second</a:t>
            </a:r>
            <a:endParaRPr b="1" sz="1800" lang="en-GB">
              <a:solidFill>
                <a:srgbClr val="000000"/>
              </a:solidFill>
            </a:endParaRPr>
          </a:p>
          <a:p>
            <a:endParaRPr b="1" sz="1800" lang="en-GB">
              <a:solidFill>
                <a:srgbClr val="000000"/>
              </a:solidFill>
            </a:endParaRPr>
          </a:p>
          <a:p>
            <a:r>
              <a:rPr b="1" sz="1800" lang="en-US">
                <a:solidFill>
                  <a:srgbClr val="000000"/>
                </a:solidFill>
              </a:rPr>
              <a:t>V = C / Lambda</a:t>
            </a:r>
            <a:endParaRPr b="1" sz="1800" lang="en-GB">
              <a:solidFill>
                <a:srgbClr val="000000"/>
              </a:solidFill>
            </a:endParaRPr>
          </a:p>
          <a:p>
            <a:endParaRPr b="0" sz="1800" lang="en-GB">
              <a:solidFill>
                <a:srgbClr val="000000"/>
              </a:solidFill>
            </a:endParaRPr>
          </a:p>
          <a:p>
            <a:r>
              <a:rPr b="0" sz="1800" lang="en-US">
                <a:solidFill>
                  <a:srgbClr val="000000"/>
                </a:solidFill>
              </a:rPr>
              <a:t>A cycle is said to be completed when a wave consisting of crest and trough pass through a point.</a:t>
            </a:r>
            <a:endParaRPr b="0" sz="1800" lang="en-GB">
              <a:solidFill>
                <a:srgbClr val="000000"/>
              </a:solidFill>
            </a:endParaRPr>
          </a:p>
          <a:p>
            <a:endParaRPr b="0" sz="1800" lang="en-GB">
              <a:solidFill>
                <a:srgbClr val="000000"/>
              </a:solidFill>
            </a:endParaRPr>
          </a:p>
          <a:p>
            <a:r>
              <a:rPr b="1" sz="1800" lang="en-US">
                <a:solidFill>
                  <a:srgbClr val="000000"/>
                </a:solidFill>
              </a:rPr>
              <a:t>Greater the wavelength, Smaller the frequency.</a:t>
            </a:r>
            <a:endParaRPr b="1" sz="1800" lang="en-GB">
              <a:solidFill>
                <a:srgbClr val="0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65" name=""/>
        <p:cNvGrpSpPr/>
        <p:nvPr/>
      </p:nvGrpSpPr>
      <p:grpSpPr>
        <a:xfrm>
          <a:off x="0" y="0"/>
          <a:ext cx="0" cy="0"/>
          <a:chOff x="0" y="0"/>
          <a:chExt cx="0" cy="0"/>
        </a:xfrm>
      </p:grpSpPr>
      <p:sp>
        <p:nvSpPr>
          <p:cNvPr id="1048659" name=""/>
          <p:cNvSpPr txBox="1"/>
          <p:nvPr/>
        </p:nvSpPr>
        <p:spPr>
          <a:xfrm>
            <a:off x="2571999" y="188396"/>
            <a:ext cx="4000000" cy="383540"/>
          </a:xfrm>
          <a:prstGeom prst="rect"/>
        </p:spPr>
        <p:txBody>
          <a:bodyPr rtlCol="0" wrap="square">
            <a:spAutoFit/>
          </a:bodyPr>
          <a:p>
            <a:pPr algn="ctr"/>
            <a:r>
              <a:rPr b="1" sz="2000" lang="en-US">
                <a:solidFill>
                  <a:srgbClr val="FFFFFF"/>
                </a:solidFill>
              </a:rPr>
              <a:t>VELOCITY (C)</a:t>
            </a:r>
            <a:endParaRPr b="1" sz="2000" lang="en-GB">
              <a:solidFill>
                <a:srgbClr val="FFFFFF"/>
              </a:solidFill>
            </a:endParaRPr>
          </a:p>
        </p:txBody>
      </p:sp>
      <p:sp>
        <p:nvSpPr>
          <p:cNvPr id="1048660" name=""/>
          <p:cNvSpPr txBox="1"/>
          <p:nvPr/>
        </p:nvSpPr>
        <p:spPr>
          <a:xfrm>
            <a:off x="215977" y="1503680"/>
            <a:ext cx="8712045" cy="2225040"/>
          </a:xfrm>
          <a:prstGeom prst="rect"/>
        </p:spPr>
        <p:txBody>
          <a:bodyPr rtlCol="0" wrap="square">
            <a:spAutoFit/>
          </a:bodyPr>
          <a:p>
            <a:pPr algn="l"/>
            <a:r>
              <a:rPr sz="2000" lang="en-US">
                <a:solidFill>
                  <a:srgbClr val="000000"/>
                </a:solidFill>
              </a:rPr>
              <a:t>It is the distance traveled by a wave in one second.</a:t>
            </a:r>
            <a:endParaRPr sz="2000" lang="en-GB">
              <a:solidFill>
                <a:srgbClr val="000000"/>
              </a:solidFill>
            </a:endParaRPr>
          </a:p>
          <a:p>
            <a:pPr algn="l"/>
            <a:endParaRPr sz="2000" lang="en-GB">
              <a:solidFill>
                <a:srgbClr val="000000"/>
              </a:solidFill>
            </a:endParaRPr>
          </a:p>
          <a:p>
            <a:pPr algn="l"/>
            <a:r>
              <a:rPr sz="2000" lang="en-US">
                <a:solidFill>
                  <a:srgbClr val="000000"/>
                </a:solidFill>
              </a:rPr>
              <a:t>Unit : ms power -1</a:t>
            </a:r>
            <a:endParaRPr sz="2000" lang="en-GB">
              <a:solidFill>
                <a:srgbClr val="000000"/>
              </a:solidFill>
            </a:endParaRPr>
          </a:p>
          <a:p>
            <a:pPr algn="l"/>
            <a:endParaRPr sz="2000" lang="en-GB">
              <a:solidFill>
                <a:srgbClr val="000000"/>
              </a:solidFill>
            </a:endParaRPr>
          </a:p>
          <a:p>
            <a:pPr algn="l"/>
            <a:r>
              <a:rPr sz="2000" lang="en-US">
                <a:solidFill>
                  <a:srgbClr val="000000"/>
                </a:solidFill>
              </a:rPr>
              <a:t>In vacuum all types of electromagnetic radiations of wavelength travel with the same speed ( 3.0 × 10 power 8 ms power -1 ). This is called speed of light (c).</a:t>
            </a:r>
            <a:endParaRPr sz="2000" lang="en-GB">
              <a:solidFill>
                <a:srgbClr val="0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66" name=""/>
        <p:cNvGrpSpPr/>
        <p:nvPr/>
      </p:nvGrpSpPr>
      <p:grpSpPr>
        <a:xfrm>
          <a:off x="0" y="0"/>
          <a:ext cx="0" cy="0"/>
          <a:chOff x="0" y="0"/>
          <a:chExt cx="0" cy="0"/>
        </a:xfrm>
      </p:grpSpPr>
      <p:sp>
        <p:nvSpPr>
          <p:cNvPr id="1048661" name=""/>
          <p:cNvSpPr txBox="1"/>
          <p:nvPr/>
        </p:nvSpPr>
        <p:spPr>
          <a:xfrm>
            <a:off x="2571999" y="208853"/>
            <a:ext cx="4000000" cy="383540"/>
          </a:xfrm>
          <a:prstGeom prst="rect"/>
        </p:spPr>
        <p:txBody>
          <a:bodyPr rtlCol="0" wrap="square">
            <a:spAutoFit/>
          </a:bodyPr>
          <a:p>
            <a:pPr algn="ctr"/>
            <a:r>
              <a:rPr b="1" sz="2000" lang="en-US">
                <a:solidFill>
                  <a:srgbClr val="FFFFFF"/>
                </a:solidFill>
              </a:rPr>
              <a:t>ENERGY (E)</a:t>
            </a:r>
            <a:endParaRPr b="1" sz="2000" lang="en-GB">
              <a:solidFill>
                <a:srgbClr val="FFFFFF"/>
              </a:solidFill>
            </a:endParaRPr>
          </a:p>
        </p:txBody>
      </p:sp>
      <p:sp>
        <p:nvSpPr>
          <p:cNvPr id="1048662" name=""/>
          <p:cNvSpPr txBox="1"/>
          <p:nvPr/>
        </p:nvSpPr>
        <p:spPr>
          <a:xfrm>
            <a:off x="303069" y="1023356"/>
            <a:ext cx="8446036" cy="2758441"/>
          </a:xfrm>
          <a:prstGeom prst="rect"/>
        </p:spPr>
        <p:txBody>
          <a:bodyPr rtlCol="0" wrap="square">
            <a:spAutoFit/>
          </a:bodyPr>
          <a:p>
            <a:r>
              <a:rPr sz="1800" lang="en-US">
                <a:solidFill>
                  <a:srgbClr val="000000"/>
                </a:solidFill>
              </a:rPr>
              <a:t>Energy of a wave of  the particular radiation can be calculated by applying the relationship :</a:t>
            </a:r>
            <a:endParaRPr sz="1800" lang="en-GB">
              <a:solidFill>
                <a:srgbClr val="000000"/>
              </a:solidFill>
            </a:endParaRPr>
          </a:p>
          <a:p>
            <a:endParaRPr sz="1800" lang="en-GB">
              <a:solidFill>
                <a:srgbClr val="000000"/>
              </a:solidFill>
            </a:endParaRPr>
          </a:p>
          <a:p>
            <a:r>
              <a:rPr b="1" sz="1800" lang="en-US">
                <a:solidFill>
                  <a:srgbClr val="000000"/>
                </a:solidFill>
              </a:rPr>
              <a:t>E = hv</a:t>
            </a:r>
            <a:endParaRPr b="1" sz="1800" lang="en-GB">
              <a:solidFill>
                <a:srgbClr val="000000"/>
              </a:solidFill>
            </a:endParaRPr>
          </a:p>
          <a:p>
            <a:r>
              <a:rPr b="1" sz="1800" lang="en-US">
                <a:solidFill>
                  <a:srgbClr val="000000"/>
                </a:solidFill>
              </a:rPr>
              <a:t>E = h.c/Lambda</a:t>
            </a:r>
            <a:endParaRPr b="1" sz="1800" lang="en-GB">
              <a:solidFill>
                <a:srgbClr val="000000"/>
              </a:solidFill>
            </a:endParaRPr>
          </a:p>
          <a:p>
            <a:endParaRPr sz="1800" lang="en-GB">
              <a:solidFill>
                <a:srgbClr val="000000"/>
              </a:solidFill>
            </a:endParaRPr>
          </a:p>
          <a:p>
            <a:r>
              <a:rPr sz="1800" lang="en-US">
                <a:solidFill>
                  <a:srgbClr val="000000"/>
                </a:solidFill>
              </a:rPr>
              <a:t>h - is the planck constant ( h = 6.626 × 10 power -27 erg secs.</a:t>
            </a:r>
            <a:endParaRPr sz="1800" lang="en-GB">
              <a:solidFill>
                <a:srgbClr val="000000"/>
              </a:solidFill>
            </a:endParaRPr>
          </a:p>
          <a:p>
            <a:r>
              <a:rPr altLang="en-US" sz="1800" lang="en-US">
                <a:solidFill>
                  <a:srgbClr val="000000"/>
                </a:solidFill>
              </a:rPr>
              <a:t>v - is the frequency of radiation cycles per second</a:t>
            </a:r>
            <a:endParaRPr sz="1800" lang="en-GB">
              <a:solidFill>
                <a:srgbClr val="000000"/>
              </a:solidFill>
            </a:endParaRPr>
          </a:p>
          <a:p>
            <a:r>
              <a:rPr altLang="en-US" sz="1800" lang="en-US">
                <a:solidFill>
                  <a:srgbClr val="000000"/>
                </a:solidFill>
              </a:rPr>
              <a:t>c - is the velocity of electromagnetic radiation or light</a:t>
            </a:r>
            <a:endParaRPr sz="1800" lang="en-GB">
              <a:solidFill>
                <a:srgbClr val="000000"/>
              </a:solidFill>
            </a:endParaRPr>
          </a:p>
          <a:p>
            <a:r>
              <a:rPr altLang="en-US" sz="1800" lang="en-US">
                <a:solidFill>
                  <a:srgbClr val="000000"/>
                </a:solidFill>
              </a:rPr>
              <a:t>Lambda - is the wavelength in cm  </a:t>
            </a:r>
            <a:endParaRPr sz="1800" lang="en-GB">
              <a:solidFill>
                <a:srgbClr val="0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67" name=""/>
        <p:cNvGrpSpPr/>
        <p:nvPr/>
      </p:nvGrpSpPr>
      <p:grpSpPr>
        <a:xfrm>
          <a:off x="0" y="0"/>
          <a:ext cx="0" cy="0"/>
          <a:chOff x="0" y="0"/>
          <a:chExt cx="0" cy="0"/>
        </a:xfrm>
      </p:grpSpPr>
      <p:sp>
        <p:nvSpPr>
          <p:cNvPr id="1048663" name=""/>
          <p:cNvSpPr txBox="1"/>
          <p:nvPr/>
        </p:nvSpPr>
        <p:spPr>
          <a:xfrm>
            <a:off x="363938" y="319534"/>
            <a:ext cx="8495596" cy="624840"/>
          </a:xfrm>
          <a:prstGeom prst="rect"/>
        </p:spPr>
        <p:txBody>
          <a:bodyPr rtlCol="0" wrap="square">
            <a:spAutoFit/>
          </a:bodyPr>
          <a:p>
            <a:pPr algn="ctr"/>
            <a:r>
              <a:rPr b="1" sz="1800" lang="en-US" u="sng">
                <a:solidFill>
                  <a:srgbClr val="000000"/>
                </a:solidFill>
              </a:rPr>
              <a:t>ENERGY OF LIGHT &amp; RELATIONSHIP BETWEEN ENERGY OF PHOTON, QUANTUM AND EINSTEIN</a:t>
            </a:r>
            <a:endParaRPr b="1" sz="1800" lang="en-GB" u="sng">
              <a:solidFill>
                <a:srgbClr val="000000"/>
              </a:solidFill>
            </a:endParaRPr>
          </a:p>
        </p:txBody>
      </p:sp>
      <p:sp>
        <p:nvSpPr>
          <p:cNvPr id="1048664" name=""/>
          <p:cNvSpPr txBox="1"/>
          <p:nvPr/>
        </p:nvSpPr>
        <p:spPr>
          <a:xfrm>
            <a:off x="363937" y="944373"/>
            <a:ext cx="4000000" cy="3291840"/>
          </a:xfrm>
          <a:prstGeom prst="rect"/>
        </p:spPr>
        <p:txBody>
          <a:bodyPr rtlCol="0" wrap="square">
            <a:spAutoFit/>
          </a:bodyPr>
          <a:p>
            <a:pPr>
              <a:lnSpc>
                <a:spcPct val="200000"/>
              </a:lnSpc>
            </a:pPr>
            <a:r>
              <a:rPr b="1" sz="1800" lang="en-US">
                <a:solidFill>
                  <a:srgbClr val="993300"/>
                </a:solidFill>
              </a:rPr>
              <a:t>E  (ENERGY) = hv (PHOTON)</a:t>
            </a:r>
            <a:endParaRPr b="1" sz="1800" lang="en-GB">
              <a:solidFill>
                <a:srgbClr val="993300"/>
              </a:solidFill>
            </a:endParaRPr>
          </a:p>
          <a:p>
            <a:pPr>
              <a:lnSpc>
                <a:spcPct val="200000"/>
              </a:lnSpc>
            </a:pPr>
            <a:r>
              <a:rPr sz="1800" lang="en-US">
                <a:solidFill>
                  <a:srgbClr val="000000"/>
                </a:solidFill>
              </a:rPr>
              <a:t>E = hv</a:t>
            </a:r>
            <a:endParaRPr sz="1800" lang="en-GB">
              <a:solidFill>
                <a:srgbClr val="000000"/>
              </a:solidFill>
            </a:endParaRPr>
          </a:p>
          <a:p>
            <a:pPr>
              <a:lnSpc>
                <a:spcPct val="200000"/>
              </a:lnSpc>
            </a:pPr>
            <a:r>
              <a:rPr sz="1800" lang="en-US">
                <a:solidFill>
                  <a:srgbClr val="000000"/>
                </a:solidFill>
              </a:rPr>
              <a:t>[ v = c / Lambda ]</a:t>
            </a:r>
            <a:endParaRPr sz="1800" lang="en-GB">
              <a:solidFill>
                <a:srgbClr val="000000"/>
              </a:solidFill>
            </a:endParaRPr>
          </a:p>
          <a:p>
            <a:pPr>
              <a:lnSpc>
                <a:spcPct val="200000"/>
              </a:lnSpc>
            </a:pPr>
            <a:r>
              <a:rPr sz="1800" lang="en-US">
                <a:solidFill>
                  <a:srgbClr val="000000"/>
                </a:solidFill>
              </a:rPr>
              <a:t>E = hc / Lambda</a:t>
            </a:r>
            <a:endParaRPr sz="1800" lang="en-GB">
              <a:solidFill>
                <a:srgbClr val="000000"/>
              </a:solidFill>
            </a:endParaRPr>
          </a:p>
          <a:p>
            <a:pPr>
              <a:lnSpc>
                <a:spcPct val="200000"/>
              </a:lnSpc>
            </a:pPr>
            <a:r>
              <a:rPr sz="1800" lang="en-US">
                <a:solidFill>
                  <a:srgbClr val="000000"/>
                </a:solidFill>
              </a:rPr>
              <a:t>E = hc. 1/ Lambda [ v` = 1 / Lambda ]</a:t>
            </a:r>
            <a:endParaRPr sz="1800" lang="en-GB">
              <a:solidFill>
                <a:srgbClr val="000000"/>
              </a:solidFill>
            </a:endParaRPr>
          </a:p>
          <a:p>
            <a:pPr>
              <a:lnSpc>
                <a:spcPct val="200000"/>
              </a:lnSpc>
            </a:pPr>
            <a:r>
              <a:rPr sz="1800" lang="en-US">
                <a:solidFill>
                  <a:srgbClr val="000000"/>
                </a:solidFill>
              </a:rPr>
              <a:t>E = hcv`</a:t>
            </a:r>
            <a:endParaRPr sz="1800" lang="en-GB">
              <a:solidFill>
                <a:srgbClr val="000000"/>
              </a:solidFill>
            </a:endParaRPr>
          </a:p>
        </p:txBody>
      </p:sp>
      <p:cxnSp>
        <p:nvCxnSpPr>
          <p:cNvPr id="3145729" name=""/>
          <p:cNvCxnSpPr>
            <a:cxnSpLocks/>
          </p:cNvCxnSpPr>
          <p:nvPr/>
        </p:nvCxnSpPr>
        <p:spPr>
          <a:xfrm rot="2771706">
            <a:off x="3057533" y="1557193"/>
            <a:ext cx="2648131" cy="2607311"/>
          </a:xfrm>
          <a:prstGeom prst="line"/>
          <a:solidFill>
            <a:srgbClr val="FFFFFF"/>
          </a:solidFill>
          <a:ln w="25400">
            <a:solidFill>
              <a:srgbClr val="666666"/>
            </a:solidFill>
          </a:ln>
        </p:spPr>
      </p:cxnSp>
      <p:sp>
        <p:nvSpPr>
          <p:cNvPr id="1048665" name=""/>
          <p:cNvSpPr txBox="1"/>
          <p:nvPr/>
        </p:nvSpPr>
        <p:spPr>
          <a:xfrm>
            <a:off x="4571999" y="1002872"/>
            <a:ext cx="4000000" cy="3342641"/>
          </a:xfrm>
          <a:prstGeom prst="rect"/>
        </p:spPr>
        <p:txBody>
          <a:bodyPr rtlCol="0" wrap="square">
            <a:spAutoFit/>
          </a:bodyPr>
          <a:p>
            <a:pPr>
              <a:lnSpc>
                <a:spcPct val="150000"/>
              </a:lnSpc>
            </a:pPr>
            <a:r>
              <a:rPr b="1" sz="1800" lang="en-US">
                <a:solidFill>
                  <a:srgbClr val="D66565"/>
                </a:solidFill>
              </a:rPr>
              <a:t>Frequency (v) :</a:t>
            </a:r>
            <a:endParaRPr b="1" sz="1800" lang="en-GB">
              <a:solidFill>
                <a:srgbClr val="D66565"/>
              </a:solidFill>
            </a:endParaRPr>
          </a:p>
          <a:p>
            <a:pPr>
              <a:lnSpc>
                <a:spcPct val="150000"/>
              </a:lnSpc>
            </a:pPr>
            <a:r>
              <a:rPr sz="1800" lang="en-US">
                <a:solidFill>
                  <a:srgbClr val="000000"/>
                </a:solidFill>
              </a:rPr>
              <a:t>v = c / Lambda</a:t>
            </a:r>
            <a:endParaRPr sz="1800" lang="en-GB">
              <a:solidFill>
                <a:srgbClr val="000000"/>
              </a:solidFill>
            </a:endParaRPr>
          </a:p>
          <a:p>
            <a:pPr>
              <a:lnSpc>
                <a:spcPct val="150000"/>
              </a:lnSpc>
            </a:pPr>
            <a:r>
              <a:rPr b="1" sz="1800" lang="en-US">
                <a:solidFill>
                  <a:srgbClr val="D66565"/>
                </a:solidFill>
              </a:rPr>
              <a:t>Velocity (c) :</a:t>
            </a:r>
            <a:endParaRPr b="1" sz="1800" lang="en-GB">
              <a:solidFill>
                <a:srgbClr val="D66565"/>
              </a:solidFill>
            </a:endParaRPr>
          </a:p>
          <a:p>
            <a:pPr>
              <a:lnSpc>
                <a:spcPct val="150000"/>
              </a:lnSpc>
            </a:pPr>
            <a:r>
              <a:rPr sz="1800" lang="en-US">
                <a:solidFill>
                  <a:srgbClr val="000000"/>
                </a:solidFill>
              </a:rPr>
              <a:t>c = v × Lambda</a:t>
            </a:r>
            <a:endParaRPr sz="1800" lang="en-GB">
              <a:solidFill>
                <a:srgbClr val="000000"/>
              </a:solidFill>
            </a:endParaRPr>
          </a:p>
          <a:p>
            <a:pPr>
              <a:lnSpc>
                <a:spcPct val="150000"/>
              </a:lnSpc>
            </a:pPr>
            <a:r>
              <a:rPr altLang="en-US" b="1" sz="1800" lang="en-US">
                <a:solidFill>
                  <a:srgbClr val="D66565"/>
                </a:solidFill>
              </a:rPr>
              <a:t>Wavelength (Lambda) :</a:t>
            </a:r>
            <a:endParaRPr b="1" sz="1800" lang="en-GB">
              <a:solidFill>
                <a:srgbClr val="D66565"/>
              </a:solidFill>
            </a:endParaRPr>
          </a:p>
          <a:p>
            <a:pPr>
              <a:lnSpc>
                <a:spcPct val="150000"/>
              </a:lnSpc>
            </a:pPr>
            <a:r>
              <a:rPr altLang="en-US" sz="1800" lang="en-US">
                <a:solidFill>
                  <a:srgbClr val="000000"/>
                </a:solidFill>
              </a:rPr>
              <a:t>Lambda = c / v</a:t>
            </a:r>
            <a:endParaRPr sz="1800" lang="en-GB">
              <a:solidFill>
                <a:srgbClr val="000000"/>
              </a:solidFill>
            </a:endParaRPr>
          </a:p>
          <a:p>
            <a:pPr>
              <a:lnSpc>
                <a:spcPct val="150000"/>
              </a:lnSpc>
            </a:pPr>
            <a:r>
              <a:rPr altLang="en-US" b="1" sz="1800" lang="en-US">
                <a:solidFill>
                  <a:srgbClr val="D66565"/>
                </a:solidFill>
              </a:rPr>
              <a:t>Wavenumber (v`) :</a:t>
            </a:r>
            <a:endParaRPr b="1" sz="1800" lang="en-GB">
              <a:solidFill>
                <a:srgbClr val="D66565"/>
              </a:solidFill>
            </a:endParaRPr>
          </a:p>
          <a:p>
            <a:pPr>
              <a:lnSpc>
                <a:spcPct val="150000"/>
              </a:lnSpc>
            </a:pPr>
            <a:r>
              <a:rPr altLang="en-US" sz="1800" lang="en-US">
                <a:solidFill>
                  <a:srgbClr val="000000"/>
                </a:solidFill>
              </a:rPr>
              <a:t>v` = 1 / Lambda</a:t>
            </a:r>
            <a:endParaRPr sz="1800" lang="en-GB">
              <a:solidFill>
                <a:srgbClr val="00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69" name=""/>
        <p:cNvGrpSpPr/>
        <p:nvPr/>
      </p:nvGrpSpPr>
      <p:grpSpPr>
        <a:xfrm>
          <a:off x="0" y="0"/>
          <a:ext cx="0" cy="0"/>
          <a:chOff x="0" y="0"/>
          <a:chExt cx="0" cy="0"/>
        </a:xfrm>
      </p:grpSpPr>
      <p:sp>
        <p:nvSpPr>
          <p:cNvPr id="1048672" name=""/>
          <p:cNvSpPr txBox="1"/>
          <p:nvPr/>
        </p:nvSpPr>
        <p:spPr>
          <a:xfrm>
            <a:off x="1563121" y="144843"/>
            <a:ext cx="6303461" cy="383541"/>
          </a:xfrm>
          <a:prstGeom prst="rect"/>
        </p:spPr>
        <p:txBody>
          <a:bodyPr rtlCol="0" wrap="square">
            <a:spAutoFit/>
          </a:bodyPr>
          <a:p>
            <a:pPr algn="ctr"/>
            <a:r>
              <a:rPr b="1" sz="2000" i="1" lang="en-US" u="sng">
                <a:solidFill>
                  <a:srgbClr val="C00000"/>
                </a:solidFill>
              </a:rPr>
              <a:t>What is Electromagnetic Radiation ?</a:t>
            </a:r>
            <a:endParaRPr b="1" sz="2000" i="1" lang="en-GB" u="sng">
              <a:solidFill>
                <a:srgbClr val="C00000"/>
              </a:solidFill>
            </a:endParaRPr>
          </a:p>
        </p:txBody>
      </p:sp>
      <p:sp>
        <p:nvSpPr>
          <p:cNvPr id="1048673" name=""/>
          <p:cNvSpPr txBox="1"/>
          <p:nvPr/>
        </p:nvSpPr>
        <p:spPr>
          <a:xfrm>
            <a:off x="218869" y="766865"/>
            <a:ext cx="8900973" cy="4091940"/>
          </a:xfrm>
          <a:prstGeom prst="rect"/>
        </p:spPr>
        <p:txBody>
          <a:bodyPr rtlCol="0" wrap="square">
            <a:spAutoFit/>
          </a:bodyPr>
          <a:p>
            <a:r>
              <a:rPr b="0" sz="1800" lang="en-US">
                <a:solidFill>
                  <a:srgbClr val="000000"/>
                </a:solidFill>
              </a:rPr>
              <a:t>Electromagnetic radiations are produced by the oscillation of electric charge and magnetic field residing on the atom. Light is an example for electromagnetic radiation or electromagnetic spectrum. Visible light is a form of energy. It was explained by  two theories</a:t>
            </a:r>
            <a:endParaRPr b="0" sz="1800" lang="en-GB">
              <a:solidFill>
                <a:srgbClr val="000000"/>
              </a:solidFill>
            </a:endParaRPr>
          </a:p>
          <a:p>
            <a:endParaRPr b="0" sz="1800" lang="en-GB">
              <a:solidFill>
                <a:srgbClr val="000000"/>
              </a:solidFill>
            </a:endParaRPr>
          </a:p>
          <a:p>
            <a:r>
              <a:rPr b="0" sz="1800" lang="en-US">
                <a:solidFill>
                  <a:srgbClr val="000000"/>
                </a:solidFill>
              </a:rPr>
              <a:t>1.) Corpuscular Theory and 2.) Wave Theory</a:t>
            </a:r>
            <a:endParaRPr b="0" sz="1800" lang="en-GB">
              <a:solidFill>
                <a:srgbClr val="000000"/>
              </a:solidFill>
            </a:endParaRPr>
          </a:p>
          <a:p>
            <a:endParaRPr b="0" sz="1800" lang="en-GB">
              <a:solidFill>
                <a:srgbClr val="000000"/>
              </a:solidFill>
            </a:endParaRPr>
          </a:p>
          <a:p>
            <a:r>
              <a:rPr b="1" sz="1800" i="0" lang="en-US" u="sng">
                <a:solidFill>
                  <a:srgbClr val="000000"/>
                </a:solidFill>
              </a:rPr>
              <a:t>According to wave theory, ( Wave nature of electromagnetic radiation ) :</a:t>
            </a:r>
            <a:endParaRPr b="1" sz="1800" i="0" lang="en-GB" u="sng">
              <a:solidFill>
                <a:srgbClr val="000000"/>
              </a:solidFill>
            </a:endParaRPr>
          </a:p>
          <a:p>
            <a:endParaRPr b="1" sz="1800" i="0" lang="en-GB" u="sng">
              <a:solidFill>
                <a:srgbClr val="000000"/>
              </a:solidFill>
            </a:endParaRPr>
          </a:p>
          <a:p>
            <a:r>
              <a:rPr b="0" sz="1800" lang="en-US">
                <a:solidFill>
                  <a:srgbClr val="000000"/>
                </a:solidFill>
              </a:rPr>
              <a:t>James Clark Maxwell in 1870 gave an explanation about "interaction between charged bodies and the behaviour of electrical and magnetic fields on macroscopic level".</a:t>
            </a:r>
            <a:endParaRPr b="0" sz="1800" lang="en-GB">
              <a:solidFill>
                <a:srgbClr val="000000"/>
              </a:solidFill>
            </a:endParaRPr>
          </a:p>
          <a:p>
            <a:endParaRPr b="0" sz="1800" lang="en-GB">
              <a:solidFill>
                <a:srgbClr val="000000"/>
              </a:solidFill>
            </a:endParaRPr>
          </a:p>
          <a:p>
            <a:r>
              <a:rPr b="0" sz="1800" lang="en-US">
                <a:solidFill>
                  <a:srgbClr val="000000"/>
                </a:solidFill>
              </a:rPr>
              <a:t>When electrically charged particles moves under acceleration, it will alternating electrical and magnetic fields are generated and transmuted in the forms of waves called the </a:t>
            </a:r>
            <a:r>
              <a:rPr b="0" sz="1800" lang="en-US">
                <a:solidFill>
                  <a:srgbClr val="993300"/>
                </a:solidFill>
              </a:rPr>
              <a:t>electromagnetic waves or electromagnetic radiation</a:t>
            </a:r>
            <a:r>
              <a:rPr b="0" sz="1800" lang="en-US">
                <a:solidFill>
                  <a:srgbClr val="000000"/>
                </a:solidFill>
              </a:rPr>
              <a:t>.</a:t>
            </a:r>
            <a:endParaRPr b="0" sz="1800" lang="en-GB">
              <a:solidFill>
                <a:srgbClr val="00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70" name=""/>
        <p:cNvGrpSpPr/>
        <p:nvPr/>
      </p:nvGrpSpPr>
      <p:grpSpPr>
        <a:xfrm>
          <a:off x="0" y="0"/>
          <a:ext cx="0" cy="0"/>
          <a:chOff x="0" y="0"/>
          <a:chExt cx="0" cy="0"/>
        </a:xfrm>
      </p:grpSpPr>
      <p:sp>
        <p:nvSpPr>
          <p:cNvPr id="1048674" name=""/>
          <p:cNvSpPr txBox="1"/>
          <p:nvPr/>
        </p:nvSpPr>
        <p:spPr>
          <a:xfrm>
            <a:off x="1366005" y="1658955"/>
            <a:ext cx="7118644" cy="1158240"/>
          </a:xfrm>
          <a:prstGeom prst="rect"/>
        </p:spPr>
        <p:txBody>
          <a:bodyPr rtlCol="0" wrap="square">
            <a:spAutoFit/>
          </a:bodyPr>
          <a:p>
            <a:pPr algn="ctr">
              <a:lnSpc>
                <a:spcPct val="150000"/>
              </a:lnSpc>
            </a:pPr>
            <a:r>
              <a:rPr b="1" sz="1600" lang="en-US">
                <a:solidFill>
                  <a:srgbClr val="FFFFFF"/>
                </a:solidFill>
              </a:rPr>
              <a:t>LET'S SEE CLASSIFICATION OF SPECTROSCOPY IN THE NEXT PRESENTATION</a:t>
            </a:r>
            <a:endParaRPr b="1" sz="2400" lang="en-GB">
              <a:solidFill>
                <a:srgbClr val="FFFFFF"/>
              </a:solidFill>
            </a:endParaRPr>
          </a:p>
        </p:txBody>
      </p:sp>
      <p:sp>
        <p:nvSpPr>
          <p:cNvPr id="1048675" name=""/>
          <p:cNvSpPr txBox="1"/>
          <p:nvPr/>
        </p:nvSpPr>
        <p:spPr>
          <a:xfrm>
            <a:off x="2572000" y="3091152"/>
            <a:ext cx="4000000" cy="510540"/>
          </a:xfrm>
          <a:prstGeom prst="rect"/>
        </p:spPr>
        <p:txBody>
          <a:bodyPr rtlCol="0" wrap="square">
            <a:spAutoFit/>
          </a:bodyPr>
          <a:p>
            <a:pPr algn="ctr"/>
            <a:r>
              <a:rPr b="1" sz="2800" lang="en-US">
                <a:solidFill>
                  <a:srgbClr val="FFFFFF"/>
                </a:solidFill>
              </a:rPr>
              <a:t>THANK YOU ALL</a:t>
            </a:r>
            <a:endParaRPr b="1" sz="2800" lang="en-GB">
              <a:solidFill>
                <a:srgbClr val="FFFFFF"/>
              </a:solidFill>
            </a:endParaRPr>
          </a:p>
        </p:txBody>
      </p:sp>
    </p:spTree>
  </p:cSld>
  <p:clrMapOvr>
    <a:masterClrMapping/>
  </p:clrMapOvr>
</p:sld>
</file>

<file path=ppt/tags/tag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i*1"/>
  <p:tag name="KSO_WM_UNIT_LAYERLEVEL" val="1"/>
  <p:tag name="KSO_WM_TAG_VERSION" val="1.0"/>
  <p:tag name="KSO_WM_BEAUTIFY_FLAG" val="#wm#"/>
  <p:tag name="KSO_WM_UNIT_TYPE" val="i"/>
  <p:tag name="KSO_WM_UNIT_INDEX" val="1"/>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i*2"/>
  <p:tag name="KSO_WM_UNIT_LAYERLEVEL" val="1"/>
  <p:tag name="KSO_WM_TAG_VERSION" val="1.0"/>
  <p:tag name="KSO_WM_BEAUTIFY_FLAG" val="#wm#"/>
  <p:tag name="KSO_WM_UNIT_TYPE" val="i"/>
  <p:tag name="KSO_WM_UNIT_INDEX" val="2"/>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i*1"/>
  <p:tag name="KSO_WM_UNIT_LAYERLEVEL" val="1"/>
  <p:tag name="KSO_WM_TAG_VERSION" val="1.0"/>
  <p:tag name="KSO_WM_BEAUTIFY_FLAG" val="#wm#"/>
  <p:tag name="KSO_WM_SLIDE_BACKGROUND_TYPE" val="general"/>
  <p:tag name="KSO_WM_SLIDE_BK_DARK_LIGHT" val="2"/>
  <p:tag name="KSO_WM_UNIT_TYPE" val="i"/>
  <p:tag name="KSO_WM_UNIT_INDEX" val="1"/>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 name="KSO_WM_SLIDE_BACKGROUND_TYPE" val="frame"/>
  <p:tag name="KSO_WM_SLIDE_BK_DARK_LIGHT" val="1"/>
</p:tagLst>
</file>

<file path=ppt/tags/tag75.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i*1"/>
  <p:tag name="KSO_WM_UNIT_LAYERLEVEL" val="1"/>
  <p:tag name="KSO_WM_TAG_VERSION" val="1.0"/>
  <p:tag name="KSO_WM_BEAUTIFY_FLAG" val="#wm#"/>
  <p:tag name="KSO_WM_UNIT_TYPE" val="i"/>
  <p:tag name="KSO_WM_UNIT_INDEX" val="1"/>
</p:tagLst>
</file>

<file path=ppt/tags/tag76.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i*2"/>
  <p:tag name="KSO_WM_UNIT_LAYERLEVEL" val="1"/>
  <p:tag name="KSO_WM_TAG_VERSION" val="1.0"/>
  <p:tag name="KSO_WM_BEAUTIFY_FLAG" val="#wm#"/>
  <p:tag name="KSO_WM_UNIT_TYPE" val="i"/>
  <p:tag name="KSO_WM_UNIT_INDEX" val="2"/>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1"/>
  <p:tag name="KSO_WM_UNIT_LAYERLEVEL" val="1"/>
  <p:tag name="KSO_WM_TAG_VERSION" val="1.0"/>
  <p:tag name="KSO_WM_BEAUTIFY_FLAG" val="#wm#"/>
  <p:tag name="KSO_WM_SLIDE_BACKGROUND_TYPE" val="leftRight"/>
  <p:tag name="KSO_WM_SLIDE_BK_DARK_LIGHT" val="2"/>
</p:tagLst>
</file>

<file path=ppt/tags/tag8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1"/>
  <p:tag name="KSO_WM_UNIT_LAYERLEVEL" val="1"/>
  <p:tag name="KSO_WM_TAG_VERSION" val="1.0"/>
  <p:tag name="KSO_WM_BEAUTIFY_FLAG" val="#wm#"/>
  <p:tag name="KSO_WM_SLIDE_BACKGROUND_TYPE" val="topBottom"/>
  <p:tag name="KSO_WM_SLIDE_BK_DARK_LIGHT" val="2"/>
</p:tagLst>
</file>

<file path=ppt/tags/tag91.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1"/>
  <p:tag name="KSO_WM_UNIT_LAYERLEVEL" val="1"/>
  <p:tag name="KSO_WM_TAG_VERSION" val="1.0"/>
  <p:tag name="KSO_WM_BEAUTIFY_FLAG" val="#wm#"/>
  <p:tag name="KSO_WM_SLIDE_BACKGROUND_TYPE" val="bottomTop"/>
  <p:tag name="KSO_WM_SLIDE_BK_DARK_LIGHT" val="2"/>
</p:tagLst>
</file>

<file path=ppt/tags/tag99.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Lst>
</file>

<file path=ppt/tags/tag100.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i*2"/>
  <p:tag name="KSO_WM_UNIT_LAYERLEVEL" val="1"/>
  <p:tag name="KSO_WM_TAG_VERSION" val="1.0"/>
  <p:tag name="KSO_WM_BEAUTIFY_FLAG" val="#wm#"/>
  <p:tag name="KSO_WM_UNIT_TYPE" val="i"/>
  <p:tag name="KSO_WM_UNIT_INDEX" val="2"/>
</p:tagLst>
</file>

<file path=ppt/tags/tag10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i*3"/>
  <p:tag name="KSO_WM_UNIT_LAYERLEVEL" val="1"/>
  <p:tag name="KSO_WM_TAG_VERSION" val="1.0"/>
  <p:tag name="KSO_WM_BEAUTIFY_FLAG" val="#wm#"/>
  <p:tag name="KSO_WM_UNIT_TYPE" val="i"/>
  <p:tag name="KSO_WM_UNIT_INDEX" val="3"/>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1"/>
  <p:tag name="KSO_WM_UNIT_LAYERLEVEL" val="1"/>
  <p:tag name="KSO_WM_TAG_VERSION" val="1.0"/>
  <p:tag name="KSO_WM_BEAUTIFY_FLAG" val="#wm#"/>
  <p:tag name="KSO_WM_SLIDE_BACKGROUND_TYPE" val="navigation"/>
  <p:tag name="KSO_WM_SLIDE_BK_DARK_LIGHT" val="2"/>
</p:tagLst>
</file>

<file path=ppt/tags/tag109.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 name="KSO_WM_SLIDE_BACKGROUND_TYPE" val="belt"/>
  <p:tag name="KSO_WM_SLIDE_BK_DARK_LIGHT" val="1"/>
</p:tagLst>
</file>

<file path=ppt/tags/tag119.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Lst>
</file>

<file path=ppt/tags/tag120.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i*2"/>
  <p:tag name="KSO_WM_UNIT_LAYERLEVEL" val="1"/>
  <p:tag name="KSO_WM_TAG_VERSION" val="1.0"/>
  <p:tag name="KSO_WM_BEAUTIFY_FLAG" val="#wm#"/>
  <p:tag name="KSO_WM_UNIT_TYPE" val="i"/>
  <p:tag name="KSO_WM_UNIT_INDEX" val="2"/>
</p:tagLst>
</file>

<file path=ppt/tags/tag121.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i*3"/>
  <p:tag name="KSO_WM_UNIT_LAYERLEVEL" val="1"/>
  <p:tag name="KSO_WM_TAG_VERSION" val="1.0"/>
  <p:tag name="KSO_WM_BEAUTIFY_FLAG" val="#wm#"/>
  <p:tag name="KSO_WM_UNIT_TYPE" val="i"/>
  <p:tag name="KSO_WM_UNIT_INDEX" val="3"/>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1"/>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1"/>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1"/>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1"/>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1"/>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655"/>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655"/>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2.xml><?xml version="1.0" encoding="utf-8"?>
<p:tagLst xmlns:p="http://schemas.openxmlformats.org/presentationml/2006/main">
  <p:tag name="KSO_WM_TEMPLATE_SUBCATEGORY" val="0"/>
  <p:tag name="KSO_WM_TEMPLATE_MASTER_TYPE" val="1"/>
  <p:tag name="KSO_WM_TEMPLATE_COLOR_TYPE" val="0"/>
  <p:tag name="KSO_WM_TAG_VERSION" val="1.0"/>
  <p:tag name="KSO_WM_BEAUTIFY_FLAG" val="#wm#"/>
  <p:tag name="KSO_WM_TEMPLATE_CATEGORY" val="custom"/>
  <p:tag name="KSO_WM_TEMPLATE_INDEX" val="20202655"/>
  <p:tag name="KSO_WM_TEMPLATE_THUMBS_INDEX" val="1、6、7、8、9、10、11、12、13、14、15"/>
</p:tagLst>
</file>

<file path=ppt/tags/tag133.xml><?xml version="1.0" encoding="utf-8"?>
<p:tagLst xmlns:p="http://schemas.openxmlformats.org/presentationml/2006/main">
  <p:tag name="KSO_WM_UNIT_ISCONTENTSTITLE" val="0"/>
  <p:tag name="KSO_WM_UNIT_PRESET_TEXT" val="Kindergarten Opening Ceremony"/>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655_1*a*1"/>
  <p:tag name="KSO_WM_TEMPLATE_CATEGORY" val="custom"/>
  <p:tag name="KSO_WM_TEMPLATE_INDEX" val="20202655"/>
  <p:tag name="KSO_WM_UNIT_LAYERLEVEL" val="1"/>
  <p:tag name="KSO_WM_TAG_VERSION" val="1.0"/>
  <p:tag name="KSO_WM_BEAUTIFY_FLAG" val="#wm#"/>
</p:tagLst>
</file>

<file path=ppt/tags/tag134.xml><?xml version="1.0" encoding="utf-8"?>
<p:tagLst xmlns:p="http://schemas.openxmlformats.org/presentationml/2006/main">
  <p:tag name="KSO_WM_UNIT_ISCONTENTSTITLE" val="0"/>
  <p:tag name="KSO_WM_UNIT_PRESET_TEXT" val="Kindergarten Opening Ceremony"/>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655_1*a*1"/>
  <p:tag name="KSO_WM_TEMPLATE_CATEGORY" val="custom"/>
  <p:tag name="KSO_WM_TEMPLATE_INDEX" val="20202655"/>
  <p:tag name="KSO_WM_UNIT_LAYERLEVEL" val="1"/>
  <p:tag name="KSO_WM_TAG_VERSION" val="1.0"/>
  <p:tag name="KSO_WM_BEAUTIFY_FLAG" val="#wm#"/>
</p:tagLst>
</file>

<file path=ppt/tags/tag135.xml><?xml version="1.0" encoding="utf-8"?>
<p:tagLst xmlns:p="http://schemas.openxmlformats.org/presentationml/2006/main">
  <p:tag name="KSO_WM_SLIDE_ID" val="custom2020265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2655"/>
  <p:tag name="KSO_WM_SLIDE_LAYOUT" val="a_b"/>
  <p:tag name="KSO_WM_SLIDE_LAYOUT_CNT" val="1_1"/>
  <p:tag name="KSO_WM_TEMPLATE_THUMBS_INDEX" val="1、6、7、8、9、10、11、12、13、14、15"/>
  <p:tag name="KSO_WM_TEMPLATE_MASTER_THUMB_INDEX" val="12"/>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655_2*a*1"/>
  <p:tag name="KSO_WM_TEMPLATE_CATEGORY" val="custom"/>
  <p:tag name="KSO_WM_TEMPLATE_INDEX" val="20202655"/>
  <p:tag name="KSO_WM_UNIT_LAYERLEVEL" val="1"/>
  <p:tag name="KSO_WM_TAG_VERSION" val="1.0"/>
  <p:tag name="KSO_WM_BEAUTIFY_FLAG" val="#wm#"/>
  <p:tag name="KSO_WM_UNIT_ISCONTENTSTITLE" val="1"/>
  <p:tag name="KSO_WM_UNIT_NOCLEAR" val="0"/>
  <p:tag name="KSO_WM_UNIT_VALUE" val="2"/>
  <p:tag name="KSO_WM_DIAGRAM_GROUP_CODE" val="l1-1"/>
  <p:tag name="KSO_WM_UNIT_TYPE" val="a"/>
  <p:tag name="KSO_WM_UNIT_INDEX" val="1"/>
  <p:tag name="KSO_WM_UNIT_PRESET_TEXT" val="CONTENTS"/>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655_2*i*3"/>
  <p:tag name="KSO_WM_TEMPLATE_CATEGORY" val="custom"/>
  <p:tag name="KSO_WM_TEMPLATE_INDEX" val="20202655"/>
  <p:tag name="KSO_WM_UNIT_LAYERLEVEL" val="1"/>
  <p:tag name="KSO_WM_TAG_VERSION" val="1.0"/>
  <p:tag name="KSO_WM_BEAUTIFY_FLAG" val="#wm#"/>
  <p:tag name="KSO_WM_DIAGRAM_GROUP_CODE" val="l1-1"/>
  <p:tag name="KSO_WM_UNIT_TYPE" val="i"/>
  <p:tag name="KSO_WM_UNIT_INDEX" val="3"/>
</p:tagLst>
</file>

<file path=ppt/tags/tag138.xml><?xml version="1.0" encoding="utf-8"?>
<p:tagLst xmlns:p="http://schemas.openxmlformats.org/presentationml/2006/main">
  <p:tag name="KSO_WM_SLIDE_ID" val="custom20202655_2"/>
  <p:tag name="KSO_WM_TEMPLATE_SUBCATEGORY" val="0"/>
  <p:tag name="KSO_WM_TEMPLATE_MASTER_TYPE" val="1"/>
  <p:tag name="KSO_WM_TEMPLATE_COLOR_TYPE" val="1"/>
  <p:tag name="KSO_WM_SLIDE_ITEM_CNT" val="2"/>
  <p:tag name="KSO_WM_SLIDE_INDEX" val="2"/>
  <p:tag name="KSO_WM_TAG_VERSION" val="1.0"/>
  <p:tag name="KSO_WM_BEAUTIFY_FLAG" val="#wm#"/>
  <p:tag name="KSO_WM_TEMPLATE_CATEGORY" val="custom"/>
  <p:tag name="KSO_WM_TEMPLATE_INDEX" val="20202655"/>
  <p:tag name="KSO_WM_SLIDE_TYPE" val="contents"/>
  <p:tag name="KSO_WM_SLIDE_SUBTYPE" val="diag"/>
  <p:tag name="KSO_WM_DIAGRAM_GROUP_CODE" val="l1-1"/>
  <p:tag name="KSO_WM_SLIDE_DIAGTYPE" val="l"/>
  <p:tag name="KSO_WM_SLIDE_LAYOUT" val="a_b_l"/>
  <p:tag name="KSO_WM_SLIDE_LAYOUT_CNT" val="1_1_1"/>
</p:tagLst>
</file>

<file path=ppt/theme/theme1.xml><?xml version="1.0" encoding="utf-8"?>
<a:theme xmlns:a="http://schemas.openxmlformats.org/drawingml/2006/main" name="Office 主题​​">
  <a:themeElements>
    <a:clrScheme name="自定义 61">
      <a:dk1>
        <a:srgbClr val="000000"/>
      </a:dk1>
      <a:lt1>
        <a:srgbClr val="FFFFFF"/>
      </a:lt1>
      <a:dk2>
        <a:srgbClr val="343739"/>
      </a:dk2>
      <a:lt2>
        <a:srgbClr val="FFFFFF"/>
      </a:lt2>
      <a:accent1>
        <a:srgbClr val="E59E51"/>
      </a:accent1>
      <a:accent2>
        <a:srgbClr val="D5AF4C"/>
      </a:accent2>
      <a:accent3>
        <a:srgbClr val="BFBE50"/>
      </a:accent3>
      <a:accent4>
        <a:srgbClr val="A5CE62"/>
      </a:accent4>
      <a:accent5>
        <a:srgbClr val="80D3A3"/>
      </a:accent5>
      <a:accent6>
        <a:srgbClr val="6ADCB1"/>
      </a:accent6>
      <a:hlink>
        <a:srgbClr val="BFBFBF"/>
      </a:hlink>
      <a:folHlink>
        <a:srgbClr val="BFBFB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3.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WPS Presentation</Application>
  <ScaleCrop>0</ScaleCrop>
  <LinksUpToDate>0</LinksUpToDate>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creator>Redmi Note 4</dc:creator>
  <cp:lastModifiedBy>s_qianhanru</cp:lastModifiedBy>
  <dcterms:created xsi:type="dcterms:W3CDTF">2019-08-22T00:14:00Z</dcterms:created>
  <dcterms:modified xsi:type="dcterms:W3CDTF">2020-01-14T07:50:04Z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1033-11.2.0.8991</vt:lpwstr>
  </property>
</Properties>
</file>