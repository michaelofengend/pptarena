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1" d="100"/>
          <a:sy n="181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65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27564" y="126016"/>
            <a:ext cx="1215858" cy="32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Our Team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Victor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6576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Jamie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4008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Morgan</a:t>
            </a:r>
            <a:endParaRPr lang="en-US" sz="1400" dirty="0"/>
          </a:p>
        </p:txBody>
      </p:sp>
      <p:pic>
        <p:nvPicPr>
          <p:cNvPr id="1026" name="Picture 2" descr="Marion Morgan, vaudeville actress (SAYRE 6328) - PICRYL - Public Domain  Media Search Engine Public Domain Search">
            <a:extLst>
              <a:ext uri="{FF2B5EF4-FFF2-40B4-BE49-F238E27FC236}">
                <a16:creationId xmlns:a16="http://schemas.microsoft.com/office/drawing/2014/main" id="{569A4942-93DE-BF82-B7DB-31E1D9BF3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19" b="16019"/>
          <a:stretch>
            <a:fillRect/>
          </a:stretch>
        </p:blipFill>
        <p:spPr bwMode="auto">
          <a:xfrm>
            <a:off x="6583256" y="2286000"/>
            <a:ext cx="1371600" cy="13716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ikolaj Coster-Waldau - Wikipedia">
            <a:extLst>
              <a:ext uri="{FF2B5EF4-FFF2-40B4-BE49-F238E27FC236}">
                <a16:creationId xmlns:a16="http://schemas.microsoft.com/office/drawing/2014/main" id="{22FDE854-0EC2-1F62-8EAC-9F553BD37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667"/>
          <a:stretch>
            <a:fillRect/>
          </a:stretch>
        </p:blipFill>
        <p:spPr bwMode="auto">
          <a:xfrm>
            <a:off x="3886200" y="2286000"/>
            <a:ext cx="1371600" cy="13716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C91924F-81D6-D8B1-FAA5-1E20BAF6F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9" b="8489"/>
          <a:stretch>
            <a:fillRect/>
          </a:stretch>
        </p:blipFill>
        <p:spPr bwMode="auto">
          <a:xfrm>
            <a:off x="1361299" y="2286000"/>
            <a:ext cx="1371600" cy="13716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</Words>
  <Application>Microsoft Macintosh PowerPoint</Application>
  <PresentationFormat>On-screen Show (16:9)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Ofengenden</cp:lastModifiedBy>
  <cp:revision>2</cp:revision>
  <dcterms:created xsi:type="dcterms:W3CDTF">2025-10-06T07:58:53Z</dcterms:created>
  <dcterms:modified xsi:type="dcterms:W3CDTF">2025-10-06T19:04:04Z</dcterms:modified>
</cp:coreProperties>
</file>