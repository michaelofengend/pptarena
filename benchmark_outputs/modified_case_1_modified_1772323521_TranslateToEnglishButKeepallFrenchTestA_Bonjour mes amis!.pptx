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kk-KZ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k-KZ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r>
              <a:t>Le repas, une alimentation </a:t>
            </a:r>
          </a:p>
          <a:p>
            <a:r>
              <a:t>=</a:t>
            </a:r>
          </a:p>
          <a:p>
            <a:r>
              <a:t>food, provisions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t>Lesson objective: </a:t>
            </a:r>
          </a:p>
          <a:p/>
          <a:p>
            <a:r>
              <a:t>Familiarize with new words related to food and be able to use them. Familiarize with new verbs related to the kitchen. </a:t>
            </a:r>
          </a:p>
          <a:p/>
          <a:p>
            <a:r>
              <a:t>Apprendre à connaître de nouveaux mots relatives une alimentation. Apprenez de nouveaux verbes relatives de la cuisine.</a:t>
            </a:r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1722801"/>
          </a:xfrm>
        </p:spPr>
        <p:txBody>
          <a:bodyPr>
            <a:normAutofit fontScale="90000"/>
          </a:bodyPr>
          <a:lstStyle/>
          <a:p>
            <a:r>
              <a:t>Lesson plan: </a:t>
            </a:r>
          </a:p>
          <a:p/>
          <a:p>
            <a:r>
              <a:t>1. checking homework</a:t>
            </a:r>
          </a:p>
          <a:p>
            <a:r>
              <a:t>2. new words</a:t>
            </a:r>
          </a:p>
          <a:p>
            <a:r>
              <a:t>2. new verbs and their conjugation </a:t>
            </a:r>
          </a:p>
          <a:p>
            <a:r>
              <a:t>3. practical tasks</a:t>
            </a:r>
          </a:p>
          <a:p>
            <a:r>
              <a:t>4. feedback</a:t>
            </a:r>
          </a:p>
          <a:p>
            <a:r>
              <a:t>5. homework</a:t>
            </a: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127403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bread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salt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sugar 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butter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cheese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meat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sausage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fish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flour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5"/>
              </p:ext>
            </p:extLst>
          </p:nvPr>
        </p:nvGraphicFramePr>
        <p:xfrm>
          <a:off x="6734176" y="2099806"/>
          <a:ext cx="4051300" cy="195681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candy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bisquits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cookies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jam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honey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cake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sweet bun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481719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tea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coffee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milk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juice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lemonade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19819"/>
              </p:ext>
            </p:extLst>
          </p:nvPr>
        </p:nvGraphicFramePr>
        <p:xfrm>
          <a:off x="2933700" y="163830"/>
          <a:ext cx="6381750" cy="65227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vegetables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cabbage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tomato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cucumber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carrots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kk-K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onion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beetroot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449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watermelon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152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melon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821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potato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363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fruits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590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apple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006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pear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grapes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plum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apricot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peach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strawberry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raspberry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cherry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1. dining room (in the)</a:t>
            </a:r>
          </a:p>
          <a:p/>
          <a:p>
            <a:r>
              <a:t>2. home (at)</a:t>
            </a:r>
          </a:p>
          <a:p/>
          <a:p>
            <a:r>
              <a:t>3. restaurant (in the)</a:t>
            </a:r>
          </a:p>
          <a:p/>
          <a:p>
            <a:r>
              <a:t>4. cafe (in the)</a:t>
            </a:r>
          </a:p>
          <a:p/>
          <a:p>
            <a:r>
              <a:t>5. school (at)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To eat</a:t>
            </a:r>
          </a:p>
          <a:p>
            <a:r>
              <a:t>To drink</a:t>
            </a:r>
          </a:p>
          <a:p>
            <a:r>
              <a:t>To be hungry</a:t>
            </a:r>
          </a:p>
          <a:p>
            <a:r>
              <a:t>To be thirsty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</a:t>
            </a: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conjugaison des verbes : </a:t>
            </a:r>
            <a:endParaRPr lang="fr-FR" sz="20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nous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</a:t>
            </a:r>
            <a:r>
              <a:rPr lang="fr-FR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</a:p>
          <a:p>
            <a:endParaRPr lang="ru-RU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Exercise </a:t>
            </a:r>
            <a:r>
              <a:rPr lang="en-US" sz="2000" dirty="0" smtClean="0">
                <a:solidFill>
                  <a:srgbClr val="FF0000"/>
                </a:solidFill>
              </a:rPr>
              <a:t>2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_____.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</a:t>
            </a:r>
            <a:r>
              <a:rPr lang="kk-KZ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________.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_______.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mange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_______.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ne mange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Exercise </a:t>
            </a:r>
            <a:r>
              <a:rPr lang="en-US" sz="2000" dirty="0" smtClean="0">
                <a:solidFill>
                  <a:srgbClr val="FF0000"/>
                </a:solidFill>
              </a:rPr>
              <a:t>3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t>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4209" y="2558034"/>
            <a:ext cx="32235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Was the lesson clear?</a:t>
            </a:r>
          </a:p>
          <a:p/>
          <a:p>
            <a:r>
              <a:t>What did you like and what didn't you like?</a:t>
            </a:r>
          </a:p>
          <a:p/>
          <a:p>
            <a: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471</Words>
  <Application>Microsoft Office PowerPoint</Application>
  <PresentationFormat>Широкоэкранный</PresentationFormat>
  <Paragraphs>165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Brush Script MT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Презентация PowerPoint</vt:lpstr>
      <vt:lpstr>Le repas, une alimentation  = тамақ, азық - түлік</vt:lpstr>
      <vt:lpstr>Сабақтың мақсаты:   Азық түлікке қатысты жаңа сөздермен танысу және оларды қолдана алу. Асханаға қатысты жаңа етістіктермен танысу.   Apprendre à connaître de nouveaux mots relatives une alimentation. Apprenez de nouveaux verbes relatives de la cuisine. </vt:lpstr>
      <vt:lpstr>Сабақ жоспары:   1.үй жұмысын тексеру 2. жаңа сөздер 2. жаңа етістіктер және оның жіктелуі  3.  практикалық тапсырмалар 4. кері байланыс 5. үй жұмысы</vt:lpstr>
      <vt:lpstr>Презентация PowerPoint</vt:lpstr>
      <vt:lpstr>Презентация PowerPoint</vt:lpstr>
      <vt:lpstr>Презентация PowerPoint</vt:lpstr>
      <vt:lpstr>1. (dans la) salle à manger  2. à la maison  3. dans un restaurant  4. dans le café  5. à l'école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Кері байланыс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77751210749</cp:lastModifiedBy>
  <cp:revision>20</cp:revision>
  <dcterms:created xsi:type="dcterms:W3CDTF">2022-10-01T19:11:08Z</dcterms:created>
  <dcterms:modified xsi:type="dcterms:W3CDTF">2022-10-05T19:13:01Z</dcterms:modified>
</cp:coreProperties>
</file>