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eebo" pitchFamily="2" charset="-79"/>
      <p:regular r:id="rId9"/>
      <p:bold r:id="rId10"/>
    </p:embeddedFont>
    <p:embeddedFont>
      <p:font typeface="Heebo Black" panose="020F0502020204030204" pitchFamily="34" charset="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C06D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200" y="1612275"/>
            <a:ext cx="8332751" cy="7062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-222362" y="214137"/>
            <a:ext cx="18732725" cy="814563"/>
            <a:chOff x="0" y="0"/>
            <a:chExt cx="24976966" cy="1086084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" name="Google Shape;19;p3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" name="Google Shape;20;p3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1" name="Google Shape;21;p3"/>
          <p:cNvGrpSpPr/>
          <p:nvPr/>
        </p:nvGrpSpPr>
        <p:grpSpPr>
          <a:xfrm>
            <a:off x="-222362" y="9258300"/>
            <a:ext cx="18732725" cy="814563"/>
            <a:chOff x="0" y="0"/>
            <a:chExt cx="24976966" cy="1086084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" name="Google Shape;23;p3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" name="Google Shape;24;p3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22362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5" y="0"/>
                </a:lnTo>
                <a:lnTo>
                  <a:pt x="6492895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4"/>
          <p:cNvSpPr/>
          <p:nvPr/>
        </p:nvSpPr>
        <p:spPr>
          <a:xfrm>
            <a:off x="5897552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6" y="0"/>
                </a:lnTo>
                <a:lnTo>
                  <a:pt x="6492896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" name="Google Shape;28;p4"/>
          <p:cNvSpPr/>
          <p:nvPr/>
        </p:nvSpPr>
        <p:spPr>
          <a:xfrm>
            <a:off x="12017467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5" y="0"/>
                </a:lnTo>
                <a:lnTo>
                  <a:pt x="6492895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" name="Google Shape;29;p4"/>
          <p:cNvGrpSpPr/>
          <p:nvPr/>
        </p:nvGrpSpPr>
        <p:grpSpPr>
          <a:xfrm>
            <a:off x="1028700" y="6315678"/>
            <a:ext cx="3348635" cy="3971369"/>
            <a:chOff x="0" y="-38100"/>
            <a:chExt cx="954000" cy="1131412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1" name="Google Shape;31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/>
          <p:nvPr/>
        </p:nvSpPr>
        <p:spPr>
          <a:xfrm>
            <a:off x="1028700" y="3320125"/>
            <a:ext cx="3348460" cy="3129288"/>
          </a:xfrm>
          <a:custGeom>
            <a:avLst/>
            <a:gdLst/>
            <a:ahLst/>
            <a:cxnLst/>
            <a:rect l="l" t="t" r="r" b="b"/>
            <a:pathLst>
              <a:path w="3348460" h="3129288" extrusionOk="0">
                <a:moveTo>
                  <a:pt x="0" y="0"/>
                </a:moveTo>
                <a:lnTo>
                  <a:pt x="3348460" y="0"/>
                </a:lnTo>
                <a:lnTo>
                  <a:pt x="3348460" y="3129288"/>
                </a:lnTo>
                <a:lnTo>
                  <a:pt x="0" y="312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3" name="Google Shape;33;p4"/>
          <p:cNvGrpSpPr/>
          <p:nvPr/>
        </p:nvGrpSpPr>
        <p:grpSpPr>
          <a:xfrm>
            <a:off x="1028700" y="6315678"/>
            <a:ext cx="3348635" cy="481235"/>
            <a:chOff x="0" y="-38100"/>
            <a:chExt cx="954000" cy="137100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35" name="Google Shape;35;p4"/>
            <p:cNvSpPr txBox="1"/>
            <p:nvPr/>
          </p:nvSpPr>
          <p:spPr>
            <a:xfrm>
              <a:off x="0" y="-38100"/>
              <a:ext cx="9540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5383780" y="5663665"/>
            <a:ext cx="3348635" cy="3971369"/>
            <a:chOff x="0" y="-38100"/>
            <a:chExt cx="954000" cy="1131412"/>
          </a:xfrm>
        </p:grpSpPr>
        <p:sp>
          <p:nvSpPr>
            <p:cNvPr id="37" name="Google Shape;37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8" name="Google Shape;38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5383780" y="5663665"/>
            <a:ext cx="3348635" cy="481235"/>
            <a:chOff x="0" y="-38100"/>
            <a:chExt cx="954000" cy="137100"/>
          </a:xfrm>
        </p:grpSpPr>
        <p:sp>
          <p:nvSpPr>
            <p:cNvPr id="40" name="Google Shape;40;p4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41" name="Google Shape;41;p4"/>
            <p:cNvSpPr txBox="1"/>
            <p:nvPr/>
          </p:nvSpPr>
          <p:spPr>
            <a:xfrm>
              <a:off x="0" y="-38100"/>
              <a:ext cx="9540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>
            <a:off x="9732365" y="4844483"/>
            <a:ext cx="3348635" cy="3971369"/>
            <a:chOff x="0" y="-38100"/>
            <a:chExt cx="954000" cy="1131412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4" name="Google Shape;44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9738643" y="4844483"/>
            <a:ext cx="3342317" cy="481235"/>
            <a:chOff x="0" y="-38100"/>
            <a:chExt cx="952200" cy="137100"/>
          </a:xfrm>
        </p:grpSpPr>
        <p:sp>
          <p:nvSpPr>
            <p:cNvPr id="46" name="Google Shape;46;p4"/>
            <p:cNvSpPr/>
            <p:nvPr/>
          </p:nvSpPr>
          <p:spPr>
            <a:xfrm>
              <a:off x="0" y="0"/>
              <a:ext cx="952173" cy="98946"/>
            </a:xfrm>
            <a:custGeom>
              <a:avLst/>
              <a:gdLst/>
              <a:ahLst/>
              <a:cxnLst/>
              <a:rect l="l" t="t" r="r" b="b"/>
              <a:pathLst>
                <a:path w="952173" h="98946" extrusionOk="0">
                  <a:moveTo>
                    <a:pt x="0" y="0"/>
                  </a:moveTo>
                  <a:lnTo>
                    <a:pt x="952173" y="0"/>
                  </a:lnTo>
                  <a:lnTo>
                    <a:pt x="952173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47" name="Google Shape;47;p4"/>
            <p:cNvSpPr txBox="1"/>
            <p:nvPr/>
          </p:nvSpPr>
          <p:spPr>
            <a:xfrm>
              <a:off x="0" y="-38100"/>
              <a:ext cx="9522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14084198" y="3622346"/>
            <a:ext cx="3348635" cy="3971369"/>
            <a:chOff x="0" y="-38100"/>
            <a:chExt cx="954000" cy="1131412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50" name="Google Shape;50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4080950" y="3603447"/>
            <a:ext cx="3351794" cy="465426"/>
            <a:chOff x="0" y="-38100"/>
            <a:chExt cx="954900" cy="132600"/>
          </a:xfrm>
        </p:grpSpPr>
        <p:sp>
          <p:nvSpPr>
            <p:cNvPr id="52" name="Google Shape;52;p4"/>
            <p:cNvSpPr/>
            <p:nvPr/>
          </p:nvSpPr>
          <p:spPr>
            <a:xfrm>
              <a:off x="0" y="0"/>
              <a:ext cx="954887" cy="94495"/>
            </a:xfrm>
            <a:custGeom>
              <a:avLst/>
              <a:gdLst/>
              <a:ahLst/>
              <a:cxnLst/>
              <a:rect l="l" t="t" r="r" b="b"/>
              <a:pathLst>
                <a:path w="954887" h="94495" extrusionOk="0">
                  <a:moveTo>
                    <a:pt x="0" y="0"/>
                  </a:moveTo>
                  <a:lnTo>
                    <a:pt x="954887" y="0"/>
                  </a:lnTo>
                  <a:lnTo>
                    <a:pt x="954887" y="94495"/>
                  </a:lnTo>
                  <a:lnTo>
                    <a:pt x="0" y="9449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53" name="Google Shape;53;p4"/>
            <p:cNvSpPr txBox="1"/>
            <p:nvPr/>
          </p:nvSpPr>
          <p:spPr>
            <a:xfrm>
              <a:off x="0" y="-38100"/>
              <a:ext cx="9549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4"/>
          <p:cNvSpPr/>
          <p:nvPr/>
        </p:nvSpPr>
        <p:spPr>
          <a:xfrm>
            <a:off x="5387333" y="2835636"/>
            <a:ext cx="3344908" cy="2961764"/>
          </a:xfrm>
          <a:custGeom>
            <a:avLst/>
            <a:gdLst/>
            <a:ahLst/>
            <a:cxnLst/>
            <a:rect l="l" t="t" r="r" b="b"/>
            <a:pathLst>
              <a:path w="3344908" h="2961764" extrusionOk="0">
                <a:moveTo>
                  <a:pt x="0" y="0"/>
                </a:moveTo>
                <a:lnTo>
                  <a:pt x="3344907" y="0"/>
                </a:lnTo>
                <a:lnTo>
                  <a:pt x="3344907" y="2961764"/>
                </a:lnTo>
                <a:lnTo>
                  <a:pt x="0" y="296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" name="Google Shape;55;p4"/>
          <p:cNvSpPr/>
          <p:nvPr/>
        </p:nvSpPr>
        <p:spPr>
          <a:xfrm>
            <a:off x="9732365" y="1812401"/>
            <a:ext cx="3348460" cy="3165817"/>
          </a:xfrm>
          <a:custGeom>
            <a:avLst/>
            <a:gdLst/>
            <a:ahLst/>
            <a:cxnLst/>
            <a:rect l="l" t="t" r="r" b="b"/>
            <a:pathLst>
              <a:path w="3348460" h="3165817" extrusionOk="0">
                <a:moveTo>
                  <a:pt x="0" y="0"/>
                </a:moveTo>
                <a:lnTo>
                  <a:pt x="3348460" y="0"/>
                </a:lnTo>
                <a:lnTo>
                  <a:pt x="3348460" y="3165817"/>
                </a:lnTo>
                <a:lnTo>
                  <a:pt x="0" y="3165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4"/>
          <p:cNvSpPr/>
          <p:nvPr/>
        </p:nvSpPr>
        <p:spPr>
          <a:xfrm>
            <a:off x="14090475" y="735964"/>
            <a:ext cx="3342183" cy="3020118"/>
          </a:xfrm>
          <a:custGeom>
            <a:avLst/>
            <a:gdLst/>
            <a:ahLst/>
            <a:cxnLst/>
            <a:rect l="l" t="t" r="r" b="b"/>
            <a:pathLst>
              <a:path w="3342183" h="3020118" extrusionOk="0">
                <a:moveTo>
                  <a:pt x="0" y="0"/>
                </a:moveTo>
                <a:lnTo>
                  <a:pt x="3342183" y="0"/>
                </a:lnTo>
                <a:lnTo>
                  <a:pt x="3342183" y="3020117"/>
                </a:lnTo>
                <a:lnTo>
                  <a:pt x="0" y="302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222362" y="4736218"/>
            <a:ext cx="18732725" cy="814563"/>
            <a:chOff x="0" y="0"/>
            <a:chExt cx="24976966" cy="1086084"/>
          </a:xfrm>
        </p:grpSpPr>
        <p:sp>
          <p:nvSpPr>
            <p:cNvPr id="59" name="Google Shape;59;p5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0" name="Google Shape;60;p5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1" name="Google Shape;61;p5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62" name="Google Shape;62;p5"/>
          <p:cNvGrpSpPr/>
          <p:nvPr/>
        </p:nvGrpSpPr>
        <p:grpSpPr>
          <a:xfrm>
            <a:off x="2640472" y="4822295"/>
            <a:ext cx="728513" cy="728513"/>
            <a:chOff x="0" y="0"/>
            <a:chExt cx="812800" cy="812800"/>
          </a:xfrm>
        </p:grpSpPr>
        <p:sp>
          <p:nvSpPr>
            <p:cNvPr id="63" name="Google Shape;63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946003" y="282374"/>
            <a:ext cx="4117474" cy="3741416"/>
            <a:chOff x="0" y="-38100"/>
            <a:chExt cx="1173036" cy="1065900"/>
          </a:xfrm>
        </p:grpSpPr>
        <p:sp>
          <p:nvSpPr>
            <p:cNvPr id="66" name="Google Shape;66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67" name="Google Shape;67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5"/>
          <p:cNvGrpSpPr/>
          <p:nvPr/>
        </p:nvGrpSpPr>
        <p:grpSpPr>
          <a:xfrm>
            <a:off x="1461665" y="2846628"/>
            <a:ext cx="3086120" cy="1975679"/>
            <a:chOff x="0" y="-1005"/>
            <a:chExt cx="812800" cy="520340"/>
          </a:xfrm>
        </p:grpSpPr>
        <p:sp>
          <p:nvSpPr>
            <p:cNvPr id="69" name="Google Shape;69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70" name="Google Shape;70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5"/>
          <p:cNvGrpSpPr/>
          <p:nvPr/>
        </p:nvGrpSpPr>
        <p:grpSpPr>
          <a:xfrm>
            <a:off x="8779757" y="4822295"/>
            <a:ext cx="728513" cy="728513"/>
            <a:chOff x="0" y="0"/>
            <a:chExt cx="812800" cy="812800"/>
          </a:xfrm>
        </p:grpSpPr>
        <p:sp>
          <p:nvSpPr>
            <p:cNvPr id="72" name="Google Shape;72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5"/>
          <p:cNvGrpSpPr/>
          <p:nvPr/>
        </p:nvGrpSpPr>
        <p:grpSpPr>
          <a:xfrm>
            <a:off x="7158050" y="282374"/>
            <a:ext cx="4117474" cy="3741416"/>
            <a:chOff x="0" y="-38100"/>
            <a:chExt cx="1173036" cy="1065900"/>
          </a:xfrm>
        </p:grpSpPr>
        <p:sp>
          <p:nvSpPr>
            <p:cNvPr id="75" name="Google Shape;75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76" name="Google Shape;76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5"/>
          <p:cNvGrpSpPr/>
          <p:nvPr/>
        </p:nvGrpSpPr>
        <p:grpSpPr>
          <a:xfrm>
            <a:off x="7600950" y="2846628"/>
            <a:ext cx="3086120" cy="1975679"/>
            <a:chOff x="0" y="-1005"/>
            <a:chExt cx="812800" cy="520340"/>
          </a:xfrm>
        </p:grpSpPr>
        <p:sp>
          <p:nvSpPr>
            <p:cNvPr id="78" name="Google Shape;78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79" name="Google Shape;79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5"/>
          <p:cNvGrpSpPr/>
          <p:nvPr/>
        </p:nvGrpSpPr>
        <p:grpSpPr>
          <a:xfrm>
            <a:off x="14923078" y="4822295"/>
            <a:ext cx="728513" cy="728513"/>
            <a:chOff x="0" y="0"/>
            <a:chExt cx="812800" cy="812800"/>
          </a:xfrm>
        </p:grpSpPr>
        <p:sp>
          <p:nvSpPr>
            <p:cNvPr id="81" name="Google Shape;8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5"/>
          <p:cNvGrpSpPr/>
          <p:nvPr/>
        </p:nvGrpSpPr>
        <p:grpSpPr>
          <a:xfrm>
            <a:off x="13228609" y="282374"/>
            <a:ext cx="4117474" cy="3741416"/>
            <a:chOff x="0" y="-38100"/>
            <a:chExt cx="1173036" cy="1065900"/>
          </a:xfrm>
        </p:grpSpPr>
        <p:sp>
          <p:nvSpPr>
            <p:cNvPr id="84" name="Google Shape;84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85" name="Google Shape;85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13744271" y="2846628"/>
            <a:ext cx="3086120" cy="1975679"/>
            <a:chOff x="0" y="-1005"/>
            <a:chExt cx="812800" cy="520340"/>
          </a:xfrm>
        </p:grpSpPr>
        <p:sp>
          <p:nvSpPr>
            <p:cNvPr id="87" name="Google Shape;87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88" name="Google Shape;88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5"/>
          <p:cNvGrpSpPr/>
          <p:nvPr/>
        </p:nvGrpSpPr>
        <p:grpSpPr>
          <a:xfrm rot="10800000">
            <a:off x="5705433" y="4913824"/>
            <a:ext cx="728513" cy="728513"/>
            <a:chOff x="0" y="0"/>
            <a:chExt cx="812800" cy="812800"/>
          </a:xfrm>
        </p:grpSpPr>
        <p:sp>
          <p:nvSpPr>
            <p:cNvPr id="90" name="Google Shape;90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5"/>
          <p:cNvGrpSpPr/>
          <p:nvPr/>
        </p:nvGrpSpPr>
        <p:grpSpPr>
          <a:xfrm rot="10800000">
            <a:off x="4010940" y="6440842"/>
            <a:ext cx="4117474" cy="3741416"/>
            <a:chOff x="0" y="-38100"/>
            <a:chExt cx="1173036" cy="1065900"/>
          </a:xfrm>
        </p:grpSpPr>
        <p:sp>
          <p:nvSpPr>
            <p:cNvPr id="93" name="Google Shape;93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94" name="Google Shape;94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5"/>
          <p:cNvGrpSpPr/>
          <p:nvPr/>
        </p:nvGrpSpPr>
        <p:grpSpPr>
          <a:xfrm rot="10800000">
            <a:off x="4526632" y="5642325"/>
            <a:ext cx="3086120" cy="1975679"/>
            <a:chOff x="0" y="-1005"/>
            <a:chExt cx="812800" cy="520340"/>
          </a:xfrm>
        </p:grpSpPr>
        <p:sp>
          <p:nvSpPr>
            <p:cNvPr id="96" name="Google Shape;96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97" name="Google Shape;97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5"/>
          <p:cNvGrpSpPr/>
          <p:nvPr/>
        </p:nvGrpSpPr>
        <p:grpSpPr>
          <a:xfrm rot="10800000">
            <a:off x="11834969" y="4913824"/>
            <a:ext cx="728513" cy="728513"/>
            <a:chOff x="0" y="0"/>
            <a:chExt cx="812800" cy="812800"/>
          </a:xfrm>
        </p:grpSpPr>
        <p:sp>
          <p:nvSpPr>
            <p:cNvPr id="99" name="Google Shape;99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5"/>
          <p:cNvGrpSpPr/>
          <p:nvPr/>
        </p:nvGrpSpPr>
        <p:grpSpPr>
          <a:xfrm rot="10800000">
            <a:off x="10140476" y="6440842"/>
            <a:ext cx="4117474" cy="3741416"/>
            <a:chOff x="0" y="-38100"/>
            <a:chExt cx="1173036" cy="1065900"/>
          </a:xfrm>
        </p:grpSpPr>
        <p:sp>
          <p:nvSpPr>
            <p:cNvPr id="102" name="Google Shape;102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03" name="Google Shape;103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5"/>
          <p:cNvGrpSpPr/>
          <p:nvPr/>
        </p:nvGrpSpPr>
        <p:grpSpPr>
          <a:xfrm rot="10800000">
            <a:off x="10656168" y="5642325"/>
            <a:ext cx="3086120" cy="1975679"/>
            <a:chOff x="0" y="-1005"/>
            <a:chExt cx="812800" cy="520340"/>
          </a:xfrm>
        </p:grpSpPr>
        <p:sp>
          <p:nvSpPr>
            <p:cNvPr id="105" name="Google Shape;105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06" name="Google Shape;106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6"/>
          <p:cNvGrpSpPr/>
          <p:nvPr/>
        </p:nvGrpSpPr>
        <p:grpSpPr>
          <a:xfrm>
            <a:off x="1028700" y="8004125"/>
            <a:ext cx="3164355" cy="700265"/>
            <a:chOff x="0" y="-38100"/>
            <a:chExt cx="901500" cy="199500"/>
          </a:xfrm>
        </p:grpSpPr>
        <p:sp>
          <p:nvSpPr>
            <p:cNvPr id="109" name="Google Shape;109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110" name="Google Shape;110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6"/>
          <p:cNvGrpSpPr/>
          <p:nvPr/>
        </p:nvGrpSpPr>
        <p:grpSpPr>
          <a:xfrm>
            <a:off x="4295392" y="8004125"/>
            <a:ext cx="3164355" cy="700265"/>
            <a:chOff x="0" y="-38100"/>
            <a:chExt cx="901500" cy="199500"/>
          </a:xfrm>
        </p:grpSpPr>
        <p:sp>
          <p:nvSpPr>
            <p:cNvPr id="112" name="Google Shape;112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113" name="Google Shape;113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6"/>
          <p:cNvGrpSpPr/>
          <p:nvPr/>
        </p:nvGrpSpPr>
        <p:grpSpPr>
          <a:xfrm>
            <a:off x="7562083" y="8004125"/>
            <a:ext cx="3164355" cy="700265"/>
            <a:chOff x="0" y="-38100"/>
            <a:chExt cx="901500" cy="199500"/>
          </a:xfrm>
        </p:grpSpPr>
        <p:sp>
          <p:nvSpPr>
            <p:cNvPr id="115" name="Google Shape;115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116" name="Google Shape;116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6"/>
          <p:cNvGrpSpPr/>
          <p:nvPr/>
        </p:nvGrpSpPr>
        <p:grpSpPr>
          <a:xfrm>
            <a:off x="10828775" y="8004125"/>
            <a:ext cx="3164355" cy="700265"/>
            <a:chOff x="0" y="-38100"/>
            <a:chExt cx="901500" cy="199500"/>
          </a:xfrm>
        </p:grpSpPr>
        <p:sp>
          <p:nvSpPr>
            <p:cNvPr id="118" name="Google Shape;118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19" name="Google Shape;119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6"/>
          <p:cNvGrpSpPr/>
          <p:nvPr/>
        </p:nvGrpSpPr>
        <p:grpSpPr>
          <a:xfrm>
            <a:off x="14095467" y="8004125"/>
            <a:ext cx="3164355" cy="700265"/>
            <a:chOff x="0" y="-38100"/>
            <a:chExt cx="901500" cy="199500"/>
          </a:xfrm>
        </p:grpSpPr>
        <p:sp>
          <p:nvSpPr>
            <p:cNvPr id="121" name="Google Shape;121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122" name="Google Shape;122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3" name="Google Shape;123;p6"/>
          <p:cNvCxnSpPr/>
          <p:nvPr/>
        </p:nvCxnSpPr>
        <p:spPr>
          <a:xfrm rot="10800000">
            <a:off x="1259543" y="6290460"/>
            <a:ext cx="0" cy="1847400"/>
          </a:xfrm>
          <a:prstGeom prst="straightConnector1">
            <a:avLst/>
          </a:prstGeom>
          <a:noFill/>
          <a:ln w="95250" cap="flat" cmpd="sng">
            <a:solidFill>
              <a:srgbClr val="C24C5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p6"/>
          <p:cNvGrpSpPr/>
          <p:nvPr/>
        </p:nvGrpSpPr>
        <p:grpSpPr>
          <a:xfrm>
            <a:off x="1098941" y="6041469"/>
            <a:ext cx="321219" cy="321219"/>
            <a:chOff x="0" y="0"/>
            <a:chExt cx="812800" cy="812800"/>
          </a:xfrm>
        </p:grpSpPr>
        <p:sp>
          <p:nvSpPr>
            <p:cNvPr id="125" name="Google Shape;12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6"/>
          <p:cNvSpPr/>
          <p:nvPr/>
        </p:nvSpPr>
        <p:spPr>
          <a:xfrm>
            <a:off x="1757712" y="3931359"/>
            <a:ext cx="1972281" cy="1843186"/>
          </a:xfrm>
          <a:custGeom>
            <a:avLst/>
            <a:gdLst/>
            <a:ahLst/>
            <a:cxnLst/>
            <a:rect l="l" t="t" r="r" b="b"/>
            <a:pathLst>
              <a:path w="1972281" h="1843186" extrusionOk="0">
                <a:moveTo>
                  <a:pt x="0" y="0"/>
                </a:moveTo>
                <a:lnTo>
                  <a:pt x="1972281" y="0"/>
                </a:lnTo>
                <a:lnTo>
                  <a:pt x="1972281" y="1843187"/>
                </a:lnTo>
                <a:lnTo>
                  <a:pt x="0" y="1843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28" name="Google Shape;128;p6"/>
          <p:cNvCxnSpPr/>
          <p:nvPr/>
        </p:nvCxnSpPr>
        <p:spPr>
          <a:xfrm rot="10800000">
            <a:off x="4558973" y="4092081"/>
            <a:ext cx="0" cy="4220100"/>
          </a:xfrm>
          <a:prstGeom prst="straightConnector1">
            <a:avLst/>
          </a:prstGeom>
          <a:noFill/>
          <a:ln w="95250" cap="flat" cmpd="sng">
            <a:solidFill>
              <a:srgbClr val="8E3D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9" name="Google Shape;129;p6"/>
          <p:cNvGrpSpPr/>
          <p:nvPr/>
        </p:nvGrpSpPr>
        <p:grpSpPr>
          <a:xfrm>
            <a:off x="4394506" y="3770757"/>
            <a:ext cx="321219" cy="321219"/>
            <a:chOff x="0" y="0"/>
            <a:chExt cx="812800" cy="812800"/>
          </a:xfrm>
        </p:grpSpPr>
        <p:sp>
          <p:nvSpPr>
            <p:cNvPr id="130" name="Google Shape;13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6"/>
          <p:cNvSpPr/>
          <p:nvPr/>
        </p:nvSpPr>
        <p:spPr>
          <a:xfrm>
            <a:off x="4947905" y="1820211"/>
            <a:ext cx="1985002" cy="1757629"/>
          </a:xfrm>
          <a:custGeom>
            <a:avLst/>
            <a:gdLst/>
            <a:ahLst/>
            <a:cxnLst/>
            <a:rect l="l" t="t" r="r" b="b"/>
            <a:pathLst>
              <a:path w="1985002" h="1757629" extrusionOk="0">
                <a:moveTo>
                  <a:pt x="0" y="0"/>
                </a:moveTo>
                <a:lnTo>
                  <a:pt x="1985002" y="0"/>
                </a:lnTo>
                <a:lnTo>
                  <a:pt x="1985002" y="1757629"/>
                </a:lnTo>
                <a:lnTo>
                  <a:pt x="0" y="1757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3" name="Google Shape;133;p6"/>
          <p:cNvCxnSpPr/>
          <p:nvPr/>
        </p:nvCxnSpPr>
        <p:spPr>
          <a:xfrm rot="10800000">
            <a:off x="8067503" y="4920360"/>
            <a:ext cx="0" cy="3217500"/>
          </a:xfrm>
          <a:prstGeom prst="straightConnector1">
            <a:avLst/>
          </a:prstGeom>
          <a:noFill/>
          <a:ln w="95250" cap="flat" cmpd="sng">
            <a:solidFill>
              <a:srgbClr val="EC9A1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4" name="Google Shape;134;p6"/>
          <p:cNvGrpSpPr/>
          <p:nvPr/>
        </p:nvGrpSpPr>
        <p:grpSpPr>
          <a:xfrm>
            <a:off x="7906900" y="4725957"/>
            <a:ext cx="321219" cy="321219"/>
            <a:chOff x="0" y="0"/>
            <a:chExt cx="812800" cy="812800"/>
          </a:xfrm>
        </p:grpSpPr>
        <p:sp>
          <p:nvSpPr>
            <p:cNvPr id="135" name="Google Shape;13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6"/>
          <p:cNvSpPr/>
          <p:nvPr/>
        </p:nvSpPr>
        <p:spPr>
          <a:xfrm>
            <a:off x="8385324" y="2752255"/>
            <a:ext cx="2003247" cy="1893979"/>
          </a:xfrm>
          <a:custGeom>
            <a:avLst/>
            <a:gdLst/>
            <a:ahLst/>
            <a:cxnLst/>
            <a:rect l="l" t="t" r="r" b="b"/>
            <a:pathLst>
              <a:path w="2003247" h="1893979" extrusionOk="0">
                <a:moveTo>
                  <a:pt x="0" y="0"/>
                </a:moveTo>
                <a:lnTo>
                  <a:pt x="2003247" y="0"/>
                </a:lnTo>
                <a:lnTo>
                  <a:pt x="2003247" y="1893979"/>
                </a:lnTo>
                <a:lnTo>
                  <a:pt x="0" y="1893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8" name="Google Shape;138;p6"/>
          <p:cNvCxnSpPr/>
          <p:nvPr/>
        </p:nvCxnSpPr>
        <p:spPr>
          <a:xfrm rot="10800000">
            <a:off x="11448098" y="2851860"/>
            <a:ext cx="0" cy="5286000"/>
          </a:xfrm>
          <a:prstGeom prst="straightConnector1">
            <a:avLst/>
          </a:prstGeom>
          <a:noFill/>
          <a:ln w="95250" cap="flat" cmpd="sng">
            <a:solidFill>
              <a:srgbClr val="EA753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9" name="Google Shape;139;p6"/>
          <p:cNvGrpSpPr/>
          <p:nvPr/>
        </p:nvGrpSpPr>
        <p:grpSpPr>
          <a:xfrm>
            <a:off x="11287495" y="2640029"/>
            <a:ext cx="321219" cy="321219"/>
            <a:chOff x="0" y="0"/>
            <a:chExt cx="812800" cy="812800"/>
          </a:xfrm>
        </p:grpSpPr>
        <p:sp>
          <p:nvSpPr>
            <p:cNvPr id="140" name="Google Shape;14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-222362" y="483440"/>
            <a:ext cx="18732725" cy="814563"/>
            <a:chOff x="0" y="0"/>
            <a:chExt cx="24976966" cy="1086084"/>
          </a:xfrm>
        </p:grpSpPr>
        <p:sp>
          <p:nvSpPr>
            <p:cNvPr id="143" name="Google Shape;143;p6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4" name="Google Shape;144;p6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5" name="Google Shape;145;p6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46" name="Google Shape;146;p6"/>
          <p:cNvSpPr/>
          <p:nvPr/>
        </p:nvSpPr>
        <p:spPr>
          <a:xfrm>
            <a:off x="11724323" y="679267"/>
            <a:ext cx="1959042" cy="1770261"/>
          </a:xfrm>
          <a:custGeom>
            <a:avLst/>
            <a:gdLst/>
            <a:ahLst/>
            <a:cxnLst/>
            <a:rect l="l" t="t" r="r" b="b"/>
            <a:pathLst>
              <a:path w="1959042" h="1770261" extrusionOk="0">
                <a:moveTo>
                  <a:pt x="0" y="0"/>
                </a:moveTo>
                <a:lnTo>
                  <a:pt x="1959042" y="0"/>
                </a:lnTo>
                <a:lnTo>
                  <a:pt x="1959042" y="1770262"/>
                </a:lnTo>
                <a:lnTo>
                  <a:pt x="0" y="177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5159894" y="2415532"/>
            <a:ext cx="2099406" cy="1778769"/>
          </a:xfrm>
          <a:custGeom>
            <a:avLst/>
            <a:gdLst/>
            <a:ahLst/>
            <a:cxnLst/>
            <a:rect l="l" t="t" r="r" b="b"/>
            <a:pathLst>
              <a:path w="2099406" h="1778769" extrusionOk="0">
                <a:moveTo>
                  <a:pt x="0" y="0"/>
                </a:moveTo>
                <a:lnTo>
                  <a:pt x="2099406" y="0"/>
                </a:lnTo>
                <a:lnTo>
                  <a:pt x="2099406" y="1778770"/>
                </a:lnTo>
                <a:lnTo>
                  <a:pt x="0" y="1778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48" name="Google Shape;148;p6"/>
          <p:cNvCxnSpPr/>
          <p:nvPr/>
        </p:nvCxnSpPr>
        <p:spPr>
          <a:xfrm rot="10800000">
            <a:off x="14796622" y="4515762"/>
            <a:ext cx="0" cy="3782700"/>
          </a:xfrm>
          <a:prstGeom prst="straightConnector1">
            <a:avLst/>
          </a:prstGeom>
          <a:noFill/>
          <a:ln w="95250" cap="flat" cmpd="sng">
            <a:solidFill>
              <a:srgbClr val="393A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9" name="Google Shape;149;p6"/>
          <p:cNvGrpSpPr/>
          <p:nvPr/>
        </p:nvGrpSpPr>
        <p:grpSpPr>
          <a:xfrm>
            <a:off x="14636019" y="4325029"/>
            <a:ext cx="321219" cy="321219"/>
            <a:chOff x="0" y="0"/>
            <a:chExt cx="812800" cy="812800"/>
          </a:xfrm>
        </p:grpSpPr>
        <p:sp>
          <p:nvSpPr>
            <p:cNvPr id="150" name="Google Shape;15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00" y="1612275"/>
            <a:ext cx="8332751" cy="7062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7"/>
          <p:cNvGrpSpPr/>
          <p:nvPr/>
        </p:nvGrpSpPr>
        <p:grpSpPr>
          <a:xfrm>
            <a:off x="-222362" y="214137"/>
            <a:ext cx="18732724" cy="814563"/>
            <a:chOff x="0" y="0"/>
            <a:chExt cx="24976966" cy="1086084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5" name="Google Shape;165;p7"/>
          <p:cNvSpPr txBox="1"/>
          <p:nvPr/>
        </p:nvSpPr>
        <p:spPr>
          <a:xfrm>
            <a:off x="9479036" y="2308117"/>
            <a:ext cx="8585400" cy="40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PROJECT MANAGEMENT WORKFLOW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9479036" y="1564061"/>
            <a:ext cx="790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FFEB9C"/>
                </a:solidFill>
                <a:latin typeface="Heebo"/>
                <a:ea typeface="Heebo"/>
                <a:cs typeface="Heebo"/>
                <a:sym typeface="Heebo"/>
              </a:rPr>
              <a:t>INFOGRAPHIC PRESENTATION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9479036" y="6700769"/>
            <a:ext cx="58311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 maecenas phasellus mattis nascetur. </a:t>
            </a:r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0" y="10160000"/>
            <a:ext cx="3048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8"/>
          <p:cNvGrpSpPr/>
          <p:nvPr/>
        </p:nvGrpSpPr>
        <p:grpSpPr>
          <a:xfrm>
            <a:off x="1028700" y="6315680"/>
            <a:ext cx="3348460" cy="3971320"/>
            <a:chOff x="0" y="-38100"/>
            <a:chExt cx="953962" cy="1131412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/>
          <p:nvPr/>
        </p:nvSpPr>
        <p:spPr>
          <a:xfrm>
            <a:off x="1028700" y="3320125"/>
            <a:ext cx="3348460" cy="3129288"/>
          </a:xfrm>
          <a:custGeom>
            <a:avLst/>
            <a:gdLst/>
            <a:ahLst/>
            <a:cxnLst/>
            <a:rect l="l" t="t" r="r" b="b"/>
            <a:pathLst>
              <a:path w="3348460" h="3129288" extrusionOk="0">
                <a:moveTo>
                  <a:pt x="0" y="0"/>
                </a:moveTo>
                <a:lnTo>
                  <a:pt x="3348460" y="0"/>
                </a:lnTo>
                <a:lnTo>
                  <a:pt x="3348460" y="3129288"/>
                </a:lnTo>
                <a:lnTo>
                  <a:pt x="0" y="312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179" name="Google Shape;179;p8"/>
          <p:cNvGrpSpPr/>
          <p:nvPr/>
        </p:nvGrpSpPr>
        <p:grpSpPr>
          <a:xfrm>
            <a:off x="1028700" y="6315679"/>
            <a:ext cx="3348460" cy="481041"/>
            <a:chOff x="0" y="-38100"/>
            <a:chExt cx="953962" cy="137046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0" y="-38100"/>
              <a:ext cx="953962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5383780" y="5663667"/>
            <a:ext cx="3348460" cy="3971320"/>
            <a:chOff x="0" y="-38100"/>
            <a:chExt cx="953962" cy="1131412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5383780" y="5663666"/>
            <a:ext cx="3348460" cy="481041"/>
            <a:chOff x="0" y="-38100"/>
            <a:chExt cx="953962" cy="137046"/>
          </a:xfrm>
        </p:grpSpPr>
        <p:sp>
          <p:nvSpPr>
            <p:cNvPr id="186" name="Google Shape;186;p8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0" y="-38100"/>
              <a:ext cx="953962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9732365" y="4844485"/>
            <a:ext cx="3348460" cy="3971320"/>
            <a:chOff x="0" y="-38100"/>
            <a:chExt cx="953962" cy="1131412"/>
          </a:xfrm>
        </p:grpSpPr>
        <p:sp>
          <p:nvSpPr>
            <p:cNvPr id="189" name="Google Shape;189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8"/>
          <p:cNvGrpSpPr/>
          <p:nvPr/>
        </p:nvGrpSpPr>
        <p:grpSpPr>
          <a:xfrm>
            <a:off x="9738643" y="4844484"/>
            <a:ext cx="3342183" cy="481041"/>
            <a:chOff x="0" y="-38100"/>
            <a:chExt cx="952173" cy="137046"/>
          </a:xfrm>
        </p:grpSpPr>
        <p:sp>
          <p:nvSpPr>
            <p:cNvPr id="192" name="Google Shape;192;p8"/>
            <p:cNvSpPr/>
            <p:nvPr/>
          </p:nvSpPr>
          <p:spPr>
            <a:xfrm>
              <a:off x="0" y="0"/>
              <a:ext cx="952173" cy="98946"/>
            </a:xfrm>
            <a:custGeom>
              <a:avLst/>
              <a:gdLst/>
              <a:ahLst/>
              <a:cxnLst/>
              <a:rect l="l" t="t" r="r" b="b"/>
              <a:pathLst>
                <a:path w="952173" h="98946" extrusionOk="0">
                  <a:moveTo>
                    <a:pt x="0" y="0"/>
                  </a:moveTo>
                  <a:lnTo>
                    <a:pt x="952173" y="0"/>
                  </a:lnTo>
                  <a:lnTo>
                    <a:pt x="952173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0" y="-38100"/>
              <a:ext cx="952173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8"/>
          <p:cNvGrpSpPr/>
          <p:nvPr/>
        </p:nvGrpSpPr>
        <p:grpSpPr>
          <a:xfrm>
            <a:off x="14084198" y="3622348"/>
            <a:ext cx="3348460" cy="3971320"/>
            <a:chOff x="0" y="-38100"/>
            <a:chExt cx="953962" cy="1131412"/>
          </a:xfrm>
        </p:grpSpPr>
        <p:sp>
          <p:nvSpPr>
            <p:cNvPr id="195" name="Google Shape;195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8"/>
          <p:cNvGrpSpPr/>
          <p:nvPr/>
        </p:nvGrpSpPr>
        <p:grpSpPr>
          <a:xfrm>
            <a:off x="14080950" y="3603446"/>
            <a:ext cx="3351708" cy="465413"/>
            <a:chOff x="0" y="-38100"/>
            <a:chExt cx="954887" cy="132595"/>
          </a:xfrm>
        </p:grpSpPr>
        <p:sp>
          <p:nvSpPr>
            <p:cNvPr id="198" name="Google Shape;198;p8"/>
            <p:cNvSpPr/>
            <p:nvPr/>
          </p:nvSpPr>
          <p:spPr>
            <a:xfrm>
              <a:off x="0" y="0"/>
              <a:ext cx="954887" cy="94495"/>
            </a:xfrm>
            <a:custGeom>
              <a:avLst/>
              <a:gdLst/>
              <a:ahLst/>
              <a:cxnLst/>
              <a:rect l="l" t="t" r="r" b="b"/>
              <a:pathLst>
                <a:path w="954887" h="94495" extrusionOk="0">
                  <a:moveTo>
                    <a:pt x="0" y="0"/>
                  </a:moveTo>
                  <a:lnTo>
                    <a:pt x="954887" y="0"/>
                  </a:lnTo>
                  <a:lnTo>
                    <a:pt x="954887" y="94495"/>
                  </a:lnTo>
                  <a:lnTo>
                    <a:pt x="0" y="9449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0" y="-38100"/>
              <a:ext cx="954887" cy="132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8"/>
          <p:cNvSpPr/>
          <p:nvPr/>
        </p:nvSpPr>
        <p:spPr>
          <a:xfrm>
            <a:off x="5387333" y="2835636"/>
            <a:ext cx="3344908" cy="2961764"/>
          </a:xfrm>
          <a:custGeom>
            <a:avLst/>
            <a:gdLst/>
            <a:ahLst/>
            <a:cxnLst/>
            <a:rect l="l" t="t" r="r" b="b"/>
            <a:pathLst>
              <a:path w="3344908" h="2961764" extrusionOk="0">
                <a:moveTo>
                  <a:pt x="0" y="0"/>
                </a:moveTo>
                <a:lnTo>
                  <a:pt x="3344907" y="0"/>
                </a:lnTo>
                <a:lnTo>
                  <a:pt x="3344907" y="2961764"/>
                </a:lnTo>
                <a:lnTo>
                  <a:pt x="0" y="296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9732365" y="1812401"/>
            <a:ext cx="3348460" cy="3165817"/>
          </a:xfrm>
          <a:custGeom>
            <a:avLst/>
            <a:gdLst/>
            <a:ahLst/>
            <a:cxnLst/>
            <a:rect l="l" t="t" r="r" b="b"/>
            <a:pathLst>
              <a:path w="3348460" h="3165817" extrusionOk="0">
                <a:moveTo>
                  <a:pt x="0" y="0"/>
                </a:moveTo>
                <a:lnTo>
                  <a:pt x="3348460" y="0"/>
                </a:lnTo>
                <a:lnTo>
                  <a:pt x="3348460" y="3165817"/>
                </a:lnTo>
                <a:lnTo>
                  <a:pt x="0" y="3165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090475" y="735964"/>
            <a:ext cx="3342183" cy="3020118"/>
          </a:xfrm>
          <a:custGeom>
            <a:avLst/>
            <a:gdLst/>
            <a:ahLst/>
            <a:cxnLst/>
            <a:rect l="l" t="t" r="r" b="b"/>
            <a:pathLst>
              <a:path w="3342183" h="3020118" extrusionOk="0">
                <a:moveTo>
                  <a:pt x="0" y="0"/>
                </a:moveTo>
                <a:lnTo>
                  <a:pt x="3342183" y="0"/>
                </a:lnTo>
                <a:lnTo>
                  <a:pt x="3342183" y="3020117"/>
                </a:lnTo>
                <a:lnTo>
                  <a:pt x="0" y="302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1028692" y="865526"/>
            <a:ext cx="103809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0" u="none" strike="noStrike" cap="none">
                <a:solidFill>
                  <a:srgbClr val="393A3F"/>
                </a:solidFill>
                <a:latin typeface="Heebo Black"/>
                <a:ea typeface="Heebo Black"/>
                <a:cs typeface="Heebo Black"/>
                <a:sym typeface="Heebo Black"/>
              </a:rPr>
              <a:t>PROJECT MANAGEMENT WORKFLOW</a:t>
            </a:r>
            <a:endParaRPr/>
          </a:p>
        </p:txBody>
      </p:sp>
      <p:grpSp>
        <p:nvGrpSpPr>
          <p:cNvPr id="204" name="Google Shape;204;p8"/>
          <p:cNvGrpSpPr/>
          <p:nvPr/>
        </p:nvGrpSpPr>
        <p:grpSpPr>
          <a:xfrm>
            <a:off x="1304232" y="7185040"/>
            <a:ext cx="2797426" cy="2043671"/>
            <a:chOff x="0" y="66675"/>
            <a:chExt cx="3729900" cy="2724895"/>
          </a:xfrm>
        </p:grpSpPr>
        <p:sp>
          <p:nvSpPr>
            <p:cNvPr id="205" name="Google Shape;205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01</a:t>
              </a:r>
              <a:endParaRPr/>
            </a:p>
          </p:txBody>
        </p:sp>
        <p:sp>
          <p:nvSpPr>
            <p:cNvPr id="206" name="Google Shape;206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07" name="Google Shape;207;p8"/>
          <p:cNvGrpSpPr/>
          <p:nvPr/>
        </p:nvGrpSpPr>
        <p:grpSpPr>
          <a:xfrm>
            <a:off x="5661088" y="6473551"/>
            <a:ext cx="2797426" cy="2043671"/>
            <a:chOff x="0" y="66675"/>
            <a:chExt cx="3729900" cy="2724895"/>
          </a:xfrm>
        </p:grpSpPr>
        <p:sp>
          <p:nvSpPr>
            <p:cNvPr id="208" name="Google Shape;208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02</a:t>
              </a:r>
              <a:endParaRPr/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10005343" y="5648505"/>
            <a:ext cx="2797426" cy="2043671"/>
            <a:chOff x="0" y="66675"/>
            <a:chExt cx="3729900" cy="2724895"/>
          </a:xfrm>
        </p:grpSpPr>
        <p:sp>
          <p:nvSpPr>
            <p:cNvPr id="211" name="Google Shape;211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03</a:t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14362868" y="4372081"/>
            <a:ext cx="2797426" cy="2043671"/>
            <a:chOff x="0" y="66675"/>
            <a:chExt cx="3729900" cy="2724895"/>
          </a:xfrm>
        </p:grpSpPr>
        <p:sp>
          <p:nvSpPr>
            <p:cNvPr id="214" name="Google Shape;214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04</a:t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sp>
        <p:nvSpPr>
          <p:cNvPr id="216" name="Rectangle 215"/>
          <p:cNvSpPr/>
          <p:nvPr/>
        </p:nvSpPr>
        <p:spPr>
          <a:xfrm>
            <a:off x="0" y="10160000"/>
            <a:ext cx="6096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9"/>
          <p:cNvGrpSpPr/>
          <p:nvPr/>
        </p:nvGrpSpPr>
        <p:grpSpPr>
          <a:xfrm>
            <a:off x="1028700" y="8004127"/>
            <a:ext cx="3163833" cy="700043"/>
            <a:chOff x="0" y="-38100"/>
            <a:chExt cx="901362" cy="199439"/>
          </a:xfrm>
        </p:grpSpPr>
        <p:sp>
          <p:nvSpPr>
            <p:cNvPr id="221" name="Google Shape;221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Google Shape;222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9"/>
          <p:cNvGrpSpPr/>
          <p:nvPr/>
        </p:nvGrpSpPr>
        <p:grpSpPr>
          <a:xfrm>
            <a:off x="4295392" y="8004127"/>
            <a:ext cx="3163833" cy="700043"/>
            <a:chOff x="0" y="-38100"/>
            <a:chExt cx="901362" cy="199439"/>
          </a:xfrm>
        </p:grpSpPr>
        <p:sp>
          <p:nvSpPr>
            <p:cNvPr id="224" name="Google Shape;224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9"/>
          <p:cNvGrpSpPr/>
          <p:nvPr/>
        </p:nvGrpSpPr>
        <p:grpSpPr>
          <a:xfrm>
            <a:off x="7562083" y="8004127"/>
            <a:ext cx="3163833" cy="700043"/>
            <a:chOff x="0" y="-38100"/>
            <a:chExt cx="901362" cy="199439"/>
          </a:xfrm>
        </p:grpSpPr>
        <p:sp>
          <p:nvSpPr>
            <p:cNvPr id="227" name="Google Shape;227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10828775" y="8004127"/>
            <a:ext cx="3163833" cy="700043"/>
            <a:chOff x="0" y="-38100"/>
            <a:chExt cx="901362" cy="199439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14095467" y="8004127"/>
            <a:ext cx="3163833" cy="700043"/>
            <a:chOff x="0" y="-38100"/>
            <a:chExt cx="901362" cy="199439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5" name="Google Shape;235;p9"/>
          <p:cNvCxnSpPr/>
          <p:nvPr/>
        </p:nvCxnSpPr>
        <p:spPr>
          <a:xfrm rot="10800000">
            <a:off x="1259543" y="6290438"/>
            <a:ext cx="0" cy="1847422"/>
          </a:xfrm>
          <a:prstGeom prst="straightConnector1">
            <a:avLst/>
          </a:prstGeom>
          <a:noFill/>
          <a:ln w="95250" cap="flat" cmpd="sng">
            <a:solidFill>
              <a:srgbClr val="C24C5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6" name="Google Shape;236;p9"/>
          <p:cNvGrpSpPr/>
          <p:nvPr/>
        </p:nvGrpSpPr>
        <p:grpSpPr>
          <a:xfrm>
            <a:off x="1098941" y="6041469"/>
            <a:ext cx="321205" cy="321205"/>
            <a:chOff x="0" y="0"/>
            <a:chExt cx="812800" cy="812800"/>
          </a:xfrm>
        </p:grpSpPr>
        <p:sp>
          <p:nvSpPr>
            <p:cNvPr id="237" name="Google Shape;237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9"/>
          <p:cNvSpPr/>
          <p:nvPr/>
        </p:nvSpPr>
        <p:spPr>
          <a:xfrm>
            <a:off x="1757712" y="3931359"/>
            <a:ext cx="1972281" cy="1843186"/>
          </a:xfrm>
          <a:custGeom>
            <a:avLst/>
            <a:gdLst/>
            <a:ahLst/>
            <a:cxnLst/>
            <a:rect l="l" t="t" r="r" b="b"/>
            <a:pathLst>
              <a:path w="1972281" h="1843186" extrusionOk="0">
                <a:moveTo>
                  <a:pt x="0" y="0"/>
                </a:moveTo>
                <a:lnTo>
                  <a:pt x="1972281" y="0"/>
                </a:lnTo>
                <a:lnTo>
                  <a:pt x="1972281" y="1843187"/>
                </a:lnTo>
                <a:lnTo>
                  <a:pt x="0" y="1843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1757712" y="6098619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C24C5A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cxnSp>
        <p:nvCxnSpPr>
          <p:cNvPr id="241" name="Google Shape;241;p9"/>
          <p:cNvCxnSpPr/>
          <p:nvPr/>
        </p:nvCxnSpPr>
        <p:spPr>
          <a:xfrm rot="10800000">
            <a:off x="4558973" y="4091962"/>
            <a:ext cx="0" cy="4220219"/>
          </a:xfrm>
          <a:prstGeom prst="straightConnector1">
            <a:avLst/>
          </a:prstGeom>
          <a:noFill/>
          <a:ln w="95250" cap="flat" cmpd="sng">
            <a:solidFill>
              <a:srgbClr val="8E3D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2" name="Google Shape;242;p9"/>
          <p:cNvGrpSpPr/>
          <p:nvPr/>
        </p:nvGrpSpPr>
        <p:grpSpPr>
          <a:xfrm>
            <a:off x="4394506" y="3770757"/>
            <a:ext cx="321205" cy="321205"/>
            <a:chOff x="0" y="0"/>
            <a:chExt cx="812800" cy="812800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9"/>
          <p:cNvSpPr/>
          <p:nvPr/>
        </p:nvSpPr>
        <p:spPr>
          <a:xfrm>
            <a:off x="4947905" y="1820211"/>
            <a:ext cx="1985002" cy="1757629"/>
          </a:xfrm>
          <a:custGeom>
            <a:avLst/>
            <a:gdLst/>
            <a:ahLst/>
            <a:cxnLst/>
            <a:rect l="l" t="t" r="r" b="b"/>
            <a:pathLst>
              <a:path w="1985002" h="1757629" extrusionOk="0">
                <a:moveTo>
                  <a:pt x="0" y="0"/>
                </a:moveTo>
                <a:lnTo>
                  <a:pt x="1985002" y="0"/>
                </a:lnTo>
                <a:lnTo>
                  <a:pt x="1985002" y="1757629"/>
                </a:lnTo>
                <a:lnTo>
                  <a:pt x="0" y="1757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46" name="Google Shape;246;p9"/>
          <p:cNvCxnSpPr/>
          <p:nvPr/>
        </p:nvCxnSpPr>
        <p:spPr>
          <a:xfrm rot="10800000">
            <a:off x="8067503" y="4920215"/>
            <a:ext cx="0" cy="3217645"/>
          </a:xfrm>
          <a:prstGeom prst="straightConnector1">
            <a:avLst/>
          </a:prstGeom>
          <a:noFill/>
          <a:ln w="95250" cap="flat" cmpd="sng">
            <a:solidFill>
              <a:srgbClr val="EC9A1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7" name="Google Shape;247;p9"/>
          <p:cNvGrpSpPr/>
          <p:nvPr/>
        </p:nvGrpSpPr>
        <p:grpSpPr>
          <a:xfrm>
            <a:off x="7906900" y="4725957"/>
            <a:ext cx="321205" cy="321205"/>
            <a:chOff x="0" y="0"/>
            <a:chExt cx="812800" cy="812800"/>
          </a:xfrm>
        </p:grpSpPr>
        <p:sp>
          <p:nvSpPr>
            <p:cNvPr id="248" name="Google Shape;24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9"/>
          <p:cNvSpPr/>
          <p:nvPr/>
        </p:nvSpPr>
        <p:spPr>
          <a:xfrm>
            <a:off x="8385324" y="2752255"/>
            <a:ext cx="2003247" cy="1893979"/>
          </a:xfrm>
          <a:custGeom>
            <a:avLst/>
            <a:gdLst/>
            <a:ahLst/>
            <a:cxnLst/>
            <a:rect l="l" t="t" r="r" b="b"/>
            <a:pathLst>
              <a:path w="2003247" h="1893979" extrusionOk="0">
                <a:moveTo>
                  <a:pt x="0" y="0"/>
                </a:moveTo>
                <a:lnTo>
                  <a:pt x="2003247" y="0"/>
                </a:lnTo>
                <a:lnTo>
                  <a:pt x="2003247" y="1893979"/>
                </a:lnTo>
                <a:lnTo>
                  <a:pt x="0" y="1893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51" name="Google Shape;251;p9"/>
          <p:cNvCxnSpPr/>
          <p:nvPr/>
        </p:nvCxnSpPr>
        <p:spPr>
          <a:xfrm rot="10800000">
            <a:off x="11448098" y="2851801"/>
            <a:ext cx="0" cy="5286059"/>
          </a:xfrm>
          <a:prstGeom prst="straightConnector1">
            <a:avLst/>
          </a:prstGeom>
          <a:noFill/>
          <a:ln w="95250" cap="flat" cmpd="sng">
            <a:solidFill>
              <a:srgbClr val="EA753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2" name="Google Shape;252;p9"/>
          <p:cNvGrpSpPr/>
          <p:nvPr/>
        </p:nvGrpSpPr>
        <p:grpSpPr>
          <a:xfrm>
            <a:off x="11287495" y="2640029"/>
            <a:ext cx="321205" cy="321205"/>
            <a:chOff x="0" y="0"/>
            <a:chExt cx="812800" cy="812800"/>
          </a:xfrm>
        </p:grpSpPr>
        <p:sp>
          <p:nvSpPr>
            <p:cNvPr id="253" name="Google Shape;253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-222362" y="483440"/>
            <a:ext cx="18732724" cy="814563"/>
            <a:chOff x="0" y="0"/>
            <a:chExt cx="24976966" cy="1086084"/>
          </a:xfrm>
        </p:grpSpPr>
        <p:sp>
          <p:nvSpPr>
            <p:cNvPr id="256" name="Google Shape;256;p9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9" name="Google Shape;259;p9"/>
          <p:cNvSpPr/>
          <p:nvPr/>
        </p:nvSpPr>
        <p:spPr>
          <a:xfrm>
            <a:off x="11724323" y="679267"/>
            <a:ext cx="1959042" cy="1770261"/>
          </a:xfrm>
          <a:custGeom>
            <a:avLst/>
            <a:gdLst/>
            <a:ahLst/>
            <a:cxnLst/>
            <a:rect l="l" t="t" r="r" b="b"/>
            <a:pathLst>
              <a:path w="1959042" h="1770261" extrusionOk="0">
                <a:moveTo>
                  <a:pt x="0" y="0"/>
                </a:moveTo>
                <a:lnTo>
                  <a:pt x="1959042" y="0"/>
                </a:lnTo>
                <a:lnTo>
                  <a:pt x="1959042" y="1770262"/>
                </a:lnTo>
                <a:lnTo>
                  <a:pt x="0" y="177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5159894" y="2415532"/>
            <a:ext cx="2099406" cy="1778769"/>
          </a:xfrm>
          <a:custGeom>
            <a:avLst/>
            <a:gdLst/>
            <a:ahLst/>
            <a:cxnLst/>
            <a:rect l="l" t="t" r="r" b="b"/>
            <a:pathLst>
              <a:path w="2099406" h="1778769" extrusionOk="0">
                <a:moveTo>
                  <a:pt x="0" y="0"/>
                </a:moveTo>
                <a:lnTo>
                  <a:pt x="2099406" y="0"/>
                </a:lnTo>
                <a:lnTo>
                  <a:pt x="2099406" y="1778770"/>
                </a:lnTo>
                <a:lnTo>
                  <a:pt x="0" y="1778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1211918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01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1757712" y="6518770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63" name="Google Shape;263;p9"/>
          <p:cNvSpPr txBox="1"/>
          <p:nvPr/>
        </p:nvSpPr>
        <p:spPr>
          <a:xfrm>
            <a:off x="4558973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02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7745302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03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11011993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04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14278685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05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4947905" y="4268387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4947905" y="3827907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8E3D47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8385324" y="5427752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8385324" y="4893884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EC9A10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11724323" y="3231047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11724323" y="2697179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EA753B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cxnSp>
        <p:nvCxnSpPr>
          <p:cNvPr id="273" name="Google Shape;273;p9"/>
          <p:cNvCxnSpPr/>
          <p:nvPr/>
        </p:nvCxnSpPr>
        <p:spPr>
          <a:xfrm rot="10800000">
            <a:off x="14796622" y="4515652"/>
            <a:ext cx="0" cy="3782810"/>
          </a:xfrm>
          <a:prstGeom prst="straightConnector1">
            <a:avLst/>
          </a:prstGeom>
          <a:noFill/>
          <a:ln w="95250" cap="flat" cmpd="sng">
            <a:solidFill>
              <a:srgbClr val="393A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4" name="Google Shape;274;p9"/>
          <p:cNvGrpSpPr/>
          <p:nvPr/>
        </p:nvGrpSpPr>
        <p:grpSpPr>
          <a:xfrm>
            <a:off x="14636019" y="4325029"/>
            <a:ext cx="321205" cy="321205"/>
            <a:chOff x="0" y="0"/>
            <a:chExt cx="812800" cy="812800"/>
          </a:xfrm>
        </p:grpSpPr>
        <p:sp>
          <p:nvSpPr>
            <p:cNvPr id="275" name="Google Shape;275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9"/>
          <p:cNvSpPr txBox="1"/>
          <p:nvPr/>
        </p:nvSpPr>
        <p:spPr>
          <a:xfrm>
            <a:off x="15176299" y="5005833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15176299" y="4471964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393A3F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0" y="10160000"/>
            <a:ext cx="9144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222362" y="4736218"/>
            <a:ext cx="18732724" cy="814563"/>
            <a:chOff x="0" y="0"/>
            <a:chExt cx="24976966" cy="1086084"/>
          </a:xfrm>
        </p:grpSpPr>
        <p:sp>
          <p:nvSpPr>
            <p:cNvPr id="284" name="Google Shape;284;p10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2640472" y="4822295"/>
            <a:ext cx="728487" cy="728487"/>
            <a:chOff x="0" y="0"/>
            <a:chExt cx="812800" cy="812800"/>
          </a:xfrm>
        </p:grpSpPr>
        <p:sp>
          <p:nvSpPr>
            <p:cNvPr id="288" name="Google Shape;28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946003" y="282376"/>
            <a:ext cx="4117424" cy="3741354"/>
            <a:chOff x="0" y="-38100"/>
            <a:chExt cx="1173036" cy="1065896"/>
          </a:xfrm>
        </p:grpSpPr>
        <p:sp>
          <p:nvSpPr>
            <p:cNvPr id="291" name="Google Shape;291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0"/>
          <p:cNvGrpSpPr/>
          <p:nvPr/>
        </p:nvGrpSpPr>
        <p:grpSpPr>
          <a:xfrm>
            <a:off x="1461665" y="2846628"/>
            <a:ext cx="3086100" cy="1975667"/>
            <a:chOff x="0" y="-1005"/>
            <a:chExt cx="812800" cy="520340"/>
          </a:xfrm>
        </p:grpSpPr>
        <p:sp>
          <p:nvSpPr>
            <p:cNvPr id="294" name="Google Shape;294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8779757" y="4822295"/>
            <a:ext cx="728487" cy="728487"/>
            <a:chOff x="0" y="0"/>
            <a:chExt cx="812800" cy="812800"/>
          </a:xfrm>
        </p:grpSpPr>
        <p:sp>
          <p:nvSpPr>
            <p:cNvPr id="297" name="Google Shape;297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0"/>
          <p:cNvGrpSpPr/>
          <p:nvPr/>
        </p:nvGrpSpPr>
        <p:grpSpPr>
          <a:xfrm>
            <a:off x="7158050" y="282376"/>
            <a:ext cx="4117424" cy="3741354"/>
            <a:chOff x="0" y="-38100"/>
            <a:chExt cx="1173036" cy="1065896"/>
          </a:xfrm>
        </p:grpSpPr>
        <p:sp>
          <p:nvSpPr>
            <p:cNvPr id="300" name="Google Shape;300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0"/>
          <p:cNvGrpSpPr/>
          <p:nvPr/>
        </p:nvGrpSpPr>
        <p:grpSpPr>
          <a:xfrm>
            <a:off x="7600950" y="2846628"/>
            <a:ext cx="3086100" cy="1975667"/>
            <a:chOff x="0" y="-1005"/>
            <a:chExt cx="812800" cy="520340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Google Shape;304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0"/>
          <p:cNvGrpSpPr/>
          <p:nvPr/>
        </p:nvGrpSpPr>
        <p:grpSpPr>
          <a:xfrm>
            <a:off x="14923078" y="4822295"/>
            <a:ext cx="728487" cy="728487"/>
            <a:chOff x="0" y="0"/>
            <a:chExt cx="812800" cy="812800"/>
          </a:xfrm>
        </p:grpSpPr>
        <p:sp>
          <p:nvSpPr>
            <p:cNvPr id="306" name="Google Shape;30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13228609" y="282376"/>
            <a:ext cx="4117424" cy="3741354"/>
            <a:chOff x="0" y="-38100"/>
            <a:chExt cx="1173036" cy="1065896"/>
          </a:xfrm>
        </p:grpSpPr>
        <p:sp>
          <p:nvSpPr>
            <p:cNvPr id="309" name="Google Shape;309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0"/>
          <p:cNvGrpSpPr/>
          <p:nvPr/>
        </p:nvGrpSpPr>
        <p:grpSpPr>
          <a:xfrm>
            <a:off x="13744271" y="2846628"/>
            <a:ext cx="3086100" cy="1975667"/>
            <a:chOff x="0" y="-1005"/>
            <a:chExt cx="812800" cy="520340"/>
          </a:xfrm>
        </p:grpSpPr>
        <p:sp>
          <p:nvSpPr>
            <p:cNvPr id="312" name="Google Shape;312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Google Shape;313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0"/>
          <p:cNvGrpSpPr/>
          <p:nvPr/>
        </p:nvGrpSpPr>
        <p:grpSpPr>
          <a:xfrm rot="10800000">
            <a:off x="5705459" y="4913850"/>
            <a:ext cx="728487" cy="728487"/>
            <a:chOff x="0" y="0"/>
            <a:chExt cx="812800" cy="812800"/>
          </a:xfrm>
        </p:grpSpPr>
        <p:sp>
          <p:nvSpPr>
            <p:cNvPr id="315" name="Google Shape;315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0"/>
          <p:cNvGrpSpPr/>
          <p:nvPr/>
        </p:nvGrpSpPr>
        <p:grpSpPr>
          <a:xfrm rot="10800000">
            <a:off x="4010990" y="6248398"/>
            <a:ext cx="4117424" cy="3741354"/>
            <a:chOff x="0" y="-38100"/>
            <a:chExt cx="1173036" cy="1065896"/>
          </a:xfrm>
        </p:grpSpPr>
        <p:sp>
          <p:nvSpPr>
            <p:cNvPr id="318" name="Google Shape;318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Google Shape;319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0"/>
          <p:cNvGrpSpPr/>
          <p:nvPr/>
        </p:nvGrpSpPr>
        <p:grpSpPr>
          <a:xfrm rot="10800000">
            <a:off x="4526652" y="5642337"/>
            <a:ext cx="3086100" cy="1975667"/>
            <a:chOff x="0" y="-1005"/>
            <a:chExt cx="812800" cy="520340"/>
          </a:xfrm>
        </p:grpSpPr>
        <p:sp>
          <p:nvSpPr>
            <p:cNvPr id="321" name="Google Shape;321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Google Shape;322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10"/>
          <p:cNvGrpSpPr/>
          <p:nvPr/>
        </p:nvGrpSpPr>
        <p:grpSpPr>
          <a:xfrm rot="10800000">
            <a:off x="11834995" y="4913850"/>
            <a:ext cx="728487" cy="728487"/>
            <a:chOff x="0" y="0"/>
            <a:chExt cx="812800" cy="812800"/>
          </a:xfrm>
        </p:grpSpPr>
        <p:sp>
          <p:nvSpPr>
            <p:cNvPr id="324" name="Google Shape;324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0"/>
          <p:cNvGrpSpPr/>
          <p:nvPr/>
        </p:nvGrpSpPr>
        <p:grpSpPr>
          <a:xfrm rot="10800000">
            <a:off x="10159587" y="6248398"/>
            <a:ext cx="4117424" cy="3741354"/>
            <a:chOff x="0" y="-38100"/>
            <a:chExt cx="1173036" cy="1065896"/>
          </a:xfrm>
        </p:grpSpPr>
        <p:sp>
          <p:nvSpPr>
            <p:cNvPr id="327" name="Google Shape;327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10"/>
          <p:cNvGrpSpPr/>
          <p:nvPr/>
        </p:nvGrpSpPr>
        <p:grpSpPr>
          <a:xfrm rot="10800000">
            <a:off x="10656188" y="5642337"/>
            <a:ext cx="3086100" cy="1975667"/>
            <a:chOff x="0" y="-1005"/>
            <a:chExt cx="812800" cy="520340"/>
          </a:xfrm>
        </p:grpSpPr>
        <p:sp>
          <p:nvSpPr>
            <p:cNvPr id="330" name="Google Shape;330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Google Shape;331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0"/>
          <p:cNvGrpSpPr/>
          <p:nvPr/>
        </p:nvGrpSpPr>
        <p:grpSpPr>
          <a:xfrm>
            <a:off x="1606017" y="1272340"/>
            <a:ext cx="2797426" cy="2043671"/>
            <a:chOff x="0" y="66675"/>
            <a:chExt cx="3729900" cy="2724895"/>
          </a:xfrm>
        </p:grpSpPr>
        <p:sp>
          <p:nvSpPr>
            <p:cNvPr id="333" name="Google Shape;333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01</a:t>
              </a:r>
              <a:endParaRPr/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35" name="Google Shape;335;p10"/>
          <p:cNvGrpSpPr/>
          <p:nvPr/>
        </p:nvGrpSpPr>
        <p:grpSpPr>
          <a:xfrm>
            <a:off x="4671004" y="7313136"/>
            <a:ext cx="2797426" cy="2043671"/>
            <a:chOff x="0" y="66675"/>
            <a:chExt cx="3729900" cy="2724895"/>
          </a:xfrm>
        </p:grpSpPr>
        <p:sp>
          <p:nvSpPr>
            <p:cNvPr id="336" name="Google Shape;336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02</a:t>
              </a:r>
              <a:endParaRPr/>
            </a:p>
          </p:txBody>
        </p:sp>
        <p:sp>
          <p:nvSpPr>
            <p:cNvPr id="337" name="Google Shape;337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38" name="Google Shape;338;p10"/>
          <p:cNvGrpSpPr/>
          <p:nvPr/>
        </p:nvGrpSpPr>
        <p:grpSpPr>
          <a:xfrm>
            <a:off x="7745302" y="1272340"/>
            <a:ext cx="2797426" cy="2043671"/>
            <a:chOff x="0" y="66675"/>
            <a:chExt cx="3729900" cy="2724895"/>
          </a:xfrm>
        </p:grpSpPr>
        <p:sp>
          <p:nvSpPr>
            <p:cNvPr id="339" name="Google Shape;339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03</a:t>
              </a:r>
              <a:endParaRPr/>
            </a:p>
          </p:txBody>
        </p:sp>
        <p:sp>
          <p:nvSpPr>
            <p:cNvPr id="340" name="Google Shape;340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41" name="Google Shape;341;p10"/>
          <p:cNvGrpSpPr/>
          <p:nvPr/>
        </p:nvGrpSpPr>
        <p:grpSpPr>
          <a:xfrm>
            <a:off x="10800540" y="7313136"/>
            <a:ext cx="2797426" cy="2043671"/>
            <a:chOff x="0" y="66675"/>
            <a:chExt cx="3729900" cy="2724895"/>
          </a:xfrm>
        </p:grpSpPr>
        <p:sp>
          <p:nvSpPr>
            <p:cNvPr id="342" name="Google Shape;342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04</a:t>
              </a:r>
              <a:endParaRPr/>
            </a:p>
          </p:txBody>
        </p:sp>
        <p:sp>
          <p:nvSpPr>
            <p:cNvPr id="343" name="Google Shape;343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44" name="Google Shape;344;p10"/>
          <p:cNvGrpSpPr/>
          <p:nvPr/>
        </p:nvGrpSpPr>
        <p:grpSpPr>
          <a:xfrm>
            <a:off x="13888623" y="1272340"/>
            <a:ext cx="2797426" cy="2043671"/>
            <a:chOff x="0" y="66675"/>
            <a:chExt cx="3729900" cy="2724895"/>
          </a:xfrm>
        </p:grpSpPr>
        <p:sp>
          <p:nvSpPr>
            <p:cNvPr id="345" name="Google Shape;345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05</a:t>
              </a:r>
              <a:endParaRPr/>
            </a:p>
          </p:txBody>
        </p:sp>
        <p:sp>
          <p:nvSpPr>
            <p:cNvPr id="346" name="Google Shape;346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sp>
        <p:nvSpPr>
          <p:cNvPr id="347" name="Rectangle 346"/>
          <p:cNvSpPr/>
          <p:nvPr/>
        </p:nvSpPr>
        <p:spPr>
          <a:xfrm>
            <a:off x="0" y="10160000"/>
            <a:ext cx="12192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1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352" name="Google Shape;352;p11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extrusionOk="0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1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355" name="Google Shape;355;p11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1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358" name="Google Shape;358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1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361" name="Google Shape;361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1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364" name="Google Shape;364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1"/>
          <p:cNvGrpSpPr/>
          <p:nvPr/>
        </p:nvGrpSpPr>
        <p:grpSpPr>
          <a:xfrm>
            <a:off x="2060809" y="7832346"/>
            <a:ext cx="544595" cy="557359"/>
            <a:chOff x="0" y="-19050"/>
            <a:chExt cx="812800" cy="831850"/>
          </a:xfrm>
        </p:grpSpPr>
        <p:sp>
          <p:nvSpPr>
            <p:cNvPr id="367" name="Google Shape;36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0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1"/>
          <p:cNvGrpSpPr/>
          <p:nvPr/>
        </p:nvGrpSpPr>
        <p:grpSpPr>
          <a:xfrm>
            <a:off x="2687971" y="7832346"/>
            <a:ext cx="544595" cy="557359"/>
            <a:chOff x="0" y="-19050"/>
            <a:chExt cx="812800" cy="831850"/>
          </a:xfrm>
        </p:grpSpPr>
        <p:sp>
          <p:nvSpPr>
            <p:cNvPr id="370" name="Google Shape;37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B1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1"/>
          <p:cNvGrpSpPr/>
          <p:nvPr/>
        </p:nvGrpSpPr>
        <p:grpSpPr>
          <a:xfrm>
            <a:off x="3315133" y="7832346"/>
            <a:ext cx="544595" cy="557359"/>
            <a:chOff x="0" y="-19050"/>
            <a:chExt cx="812800" cy="831850"/>
          </a:xfrm>
        </p:grpSpPr>
        <p:sp>
          <p:nvSpPr>
            <p:cNvPr id="373" name="Google Shape;37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1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1693180" y="40714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10" b="0" i="0" u="none" strike="noStrike" cap="none">
              <a:solidFill>
                <a:srgbClr val="1E1C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HEADERS: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10" b="0" i="0" u="none" strike="noStrike" cap="none">
              <a:solidFill>
                <a:srgbClr val="1E1C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1892142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#C06D17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2519305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#FFB160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3146467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#C24C5A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11651615" y="9777291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grpSp>
        <p:nvGrpSpPr>
          <p:cNvPr id="387" name="Google Shape;387;p11"/>
          <p:cNvGrpSpPr/>
          <p:nvPr/>
        </p:nvGrpSpPr>
        <p:grpSpPr>
          <a:xfrm>
            <a:off x="3931492" y="7832346"/>
            <a:ext cx="544595" cy="557359"/>
            <a:chOff x="0" y="-19050"/>
            <a:chExt cx="812800" cy="831850"/>
          </a:xfrm>
        </p:grpSpPr>
        <p:sp>
          <p:nvSpPr>
            <p:cNvPr id="388" name="Google Shape;38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1"/>
          <p:cNvSpPr txBox="1"/>
          <p:nvPr/>
        </p:nvSpPr>
        <p:spPr>
          <a:xfrm>
            <a:off x="3762825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#8E3D47</a:t>
            </a:r>
            <a:endParaRPr/>
          </a:p>
        </p:txBody>
      </p:sp>
      <p:grpSp>
        <p:nvGrpSpPr>
          <p:cNvPr id="391" name="Google Shape;391;p11"/>
          <p:cNvGrpSpPr/>
          <p:nvPr/>
        </p:nvGrpSpPr>
        <p:grpSpPr>
          <a:xfrm>
            <a:off x="2329575" y="8665497"/>
            <a:ext cx="544595" cy="557359"/>
            <a:chOff x="0" y="-19050"/>
            <a:chExt cx="812800" cy="831850"/>
          </a:xfrm>
        </p:grpSpPr>
        <p:sp>
          <p:nvSpPr>
            <p:cNvPr id="392" name="Google Shape;39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1"/>
          <p:cNvSpPr txBox="1"/>
          <p:nvPr/>
        </p:nvSpPr>
        <p:spPr>
          <a:xfrm>
            <a:off x="2160908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#EC9A10</a:t>
            </a:r>
            <a:endParaRPr/>
          </a:p>
        </p:txBody>
      </p:sp>
      <p:grpSp>
        <p:nvGrpSpPr>
          <p:cNvPr id="395" name="Google Shape;395;p11"/>
          <p:cNvGrpSpPr/>
          <p:nvPr/>
        </p:nvGrpSpPr>
        <p:grpSpPr>
          <a:xfrm>
            <a:off x="3042836" y="8665497"/>
            <a:ext cx="544595" cy="557359"/>
            <a:chOff x="0" y="-19050"/>
            <a:chExt cx="812800" cy="831850"/>
          </a:xfrm>
        </p:grpSpPr>
        <p:sp>
          <p:nvSpPr>
            <p:cNvPr id="396" name="Google Shape;39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1"/>
          <p:cNvSpPr txBox="1"/>
          <p:nvPr/>
        </p:nvSpPr>
        <p:spPr>
          <a:xfrm>
            <a:off x="2874170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#EA753B</a:t>
            </a:r>
            <a:endParaRPr/>
          </a:p>
        </p:txBody>
      </p:sp>
      <p:grpSp>
        <p:nvGrpSpPr>
          <p:cNvPr id="399" name="Google Shape;399;p11"/>
          <p:cNvGrpSpPr/>
          <p:nvPr/>
        </p:nvGrpSpPr>
        <p:grpSpPr>
          <a:xfrm>
            <a:off x="3756097" y="8665497"/>
            <a:ext cx="544595" cy="557359"/>
            <a:chOff x="0" y="-19050"/>
            <a:chExt cx="812800" cy="831850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1"/>
          <p:cNvSpPr txBox="1"/>
          <p:nvPr/>
        </p:nvSpPr>
        <p:spPr>
          <a:xfrm>
            <a:off x="3587431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#393A3F</a:t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12216355" y="7126055"/>
            <a:ext cx="4652280" cy="583650"/>
          </a:xfrm>
          <a:custGeom>
            <a:avLst/>
            <a:gdLst/>
            <a:ahLst/>
            <a:cxnLst/>
            <a:rect l="l" t="t" r="r" b="b"/>
            <a:pathLst>
              <a:path w="4652280" h="583650" extrusionOk="0">
                <a:moveTo>
                  <a:pt x="0" y="0"/>
                </a:moveTo>
                <a:lnTo>
                  <a:pt x="4652280" y="0"/>
                </a:lnTo>
                <a:lnTo>
                  <a:pt x="4652280" y="583650"/>
                </a:lnTo>
                <a:lnTo>
                  <a:pt x="0" y="58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7042587" y="6412736"/>
            <a:ext cx="2151748" cy="2010907"/>
          </a:xfrm>
          <a:custGeom>
            <a:avLst/>
            <a:gdLst/>
            <a:ahLst/>
            <a:cxnLst/>
            <a:rect l="l" t="t" r="r" b="b"/>
            <a:pathLst>
              <a:path w="2151748" h="2010907" extrusionOk="0">
                <a:moveTo>
                  <a:pt x="0" y="0"/>
                </a:moveTo>
                <a:lnTo>
                  <a:pt x="2151749" y="0"/>
                </a:lnTo>
                <a:lnTo>
                  <a:pt x="2151749" y="2010907"/>
                </a:lnTo>
                <a:lnTo>
                  <a:pt x="0" y="2010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9627850" y="6454182"/>
            <a:ext cx="2271044" cy="2010907"/>
          </a:xfrm>
          <a:custGeom>
            <a:avLst/>
            <a:gdLst/>
            <a:ahLst/>
            <a:cxnLst/>
            <a:rect l="l" t="t" r="r" b="b"/>
            <a:pathLst>
              <a:path w="2271044" h="2010907" extrusionOk="0">
                <a:moveTo>
                  <a:pt x="0" y="0"/>
                </a:moveTo>
                <a:lnTo>
                  <a:pt x="2271044" y="0"/>
                </a:lnTo>
                <a:lnTo>
                  <a:pt x="2271044" y="2010906"/>
                </a:lnTo>
                <a:lnTo>
                  <a:pt x="0" y="2010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10650176" y="3605453"/>
            <a:ext cx="2323414" cy="2196682"/>
          </a:xfrm>
          <a:custGeom>
            <a:avLst/>
            <a:gdLst/>
            <a:ahLst/>
            <a:cxnLst/>
            <a:rect l="l" t="t" r="r" b="b"/>
            <a:pathLst>
              <a:path w="2323414" h="2196682" extrusionOk="0">
                <a:moveTo>
                  <a:pt x="0" y="0"/>
                </a:moveTo>
                <a:lnTo>
                  <a:pt x="2323414" y="0"/>
                </a:lnTo>
                <a:lnTo>
                  <a:pt x="2323414" y="2196682"/>
                </a:lnTo>
                <a:lnTo>
                  <a:pt x="0" y="2196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13886435" y="3586583"/>
            <a:ext cx="2472700" cy="2234422"/>
          </a:xfrm>
          <a:custGeom>
            <a:avLst/>
            <a:gdLst/>
            <a:ahLst/>
            <a:cxnLst/>
            <a:rect l="l" t="t" r="r" b="b"/>
            <a:pathLst>
              <a:path w="2472700" h="2234422" extrusionOk="0">
                <a:moveTo>
                  <a:pt x="0" y="0"/>
                </a:moveTo>
                <a:lnTo>
                  <a:pt x="2472700" y="0"/>
                </a:lnTo>
                <a:lnTo>
                  <a:pt x="2472700" y="2234422"/>
                </a:lnTo>
                <a:lnTo>
                  <a:pt x="0" y="2234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7264631" y="3560075"/>
            <a:ext cx="2699764" cy="2287437"/>
          </a:xfrm>
          <a:custGeom>
            <a:avLst/>
            <a:gdLst/>
            <a:ahLst/>
            <a:cxnLst/>
            <a:rect l="l" t="t" r="r" b="b"/>
            <a:pathLst>
              <a:path w="2699764" h="2287437" extrusionOk="0">
                <a:moveTo>
                  <a:pt x="0" y="0"/>
                </a:moveTo>
                <a:lnTo>
                  <a:pt x="2699764" y="0"/>
                </a:lnTo>
                <a:lnTo>
                  <a:pt x="2699764" y="2287437"/>
                </a:lnTo>
                <a:lnTo>
                  <a:pt x="0" y="228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Rectangle 408"/>
          <p:cNvSpPr/>
          <p:nvPr/>
        </p:nvSpPr>
        <p:spPr>
          <a:xfrm>
            <a:off x="0" y="10160000"/>
            <a:ext cx="15240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50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2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420" name="Rectangle 419"/>
          <p:cNvSpPr/>
          <p:nvPr/>
        </p:nvSpPr>
        <p:spPr>
          <a:xfrm>
            <a:off x="0" y="10160000"/>
            <a:ext cx="18288000" cy="127000"/>
          </a:xfrm>
          <a:prstGeom prst="rect">
            <a:avLst/>
          </a:prstGeom>
          <a:solidFill>
            <a:srgbClr val="393A3F"/>
          </a:solidFill>
          <a:ln>
            <a:solidFill>
              <a:srgbClr val="39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Macintosh PowerPoint</Application>
  <PresentationFormat>Custom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Heebo</vt:lpstr>
      <vt:lpstr>Heebo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2025-09-29T20:48:40Z</dcterms:modified>
</cp:coreProperties>
</file>