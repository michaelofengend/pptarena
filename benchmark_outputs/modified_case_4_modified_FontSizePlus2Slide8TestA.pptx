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aHn3hV84F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9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w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1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4" Type="http://schemas.openxmlformats.org/officeDocument/2006/relationships/customXml" Target="../ink/ink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30.wmf"/><Relationship Id="rId7" Type="http://schemas.openxmlformats.org/officeDocument/2006/relationships/image" Target="../media/image340.png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6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9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4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Connector 115"/>
            <p:cNvCxnSpPr/>
            <p:nvPr/>
          </p:nvCxnSpPr>
          <p:spPr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sz="22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