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removePersonalInfoOnSave="1">
  <p:sldMasterIdLst>
    <p:sldMasterId id="2147483688" r:id="rId1"/>
  </p:sldMasterIdLst>
  <p:notesMasterIdLst>
    <p:notesMasterId r:id="rId2"/>
  </p:notesMasterIdLst>
  <p:handoutMasterIdLst>
    <p:handoutMasterId r:id="rId3"/>
  </p:handoutMasterIdLst>
  <p:sldIdLst>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Lst>
  <p:sldSz type="screen16x9" cy="51435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xmlns:r="http://schemas.openxmlformats.org/officeDocument/2006/relationships" xmlns:a="http://schemas.openxmlformats.org/drawingml/2006/main">
  <p:cmAuthor id="2" name="作者" initials="A" lastIdx="0" clrIdx="1"/>
</p:cmAuthorLst>
</file>

<file path=ppt/presProps.xml><?xml version="1.0" encoding="utf-8"?>
<p:presentationPr xmlns:p="http://schemas.openxmlformats.org/presentationml/2006/main" xmlns:r="http://schemas.openxmlformats.org/officeDocument/2006/relationships" xmlns:a="http://schemas.openxmlformats.org/drawingml/2006/main">
  <p:clrMru>
    <a:srgbClr val="2AA1B1"/>
    <a:srgbClr val="52E69F"/>
    <a:srgbClr val="343739"/>
    <a:srgbClr val="83DC7D"/>
    <a:srgbClr val="A5CE62"/>
    <a:srgbClr val="C0BF51"/>
    <a:srgbClr val="D6AF4C"/>
    <a:srgbClr val="E69F52"/>
    <a:srgbClr val="E2A856"/>
    <a:srgbClr val="D9AA5F"/>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0188" autoAdjust="0"/>
    <p:restoredTop sz="94660"/>
  </p:normalViewPr>
  <p:slideViewPr>
    <p:cSldViewPr showGuides="1" snapToGrid="0">
      <p:cViewPr varScale="1">
        <p:scale>
          <a:sx n="117" d="100"/>
          <a:sy n="117" d="100"/>
        </p:scale>
        <p:origin x="710" y="77"/>
      </p:cViewPr>
      <p:guideLst>
        <p:guide orient="horz" pos="1684"/>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tableStyles" Target="tableStyle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commentAuthors" Target="commentAuthors.xml"/><Relationship Id="rId2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84" name=""/>
        <p:cNvGrpSpPr/>
        <p:nvPr/>
      </p:nvGrpSpPr>
      <p:grpSpPr>
        <a:xfrm>
          <a:off x="0" y="0"/>
          <a:ext cx="0" cy="0"/>
          <a:chOff x="0" y="0"/>
          <a:chExt cx="0" cy="0"/>
        </a:xfrm>
      </p:grpSpPr>
      <p:sp>
        <p:nvSpPr>
          <p:cNvPr id="1048734"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35"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696C064A-D61B-4B21-B757-51A9B82445B8}" type="datetimeFigureOut">
              <a:rPr lang="en-US" smtClean="0"/>
            </a:fld>
            <a:endParaRPr lang="en-US"/>
          </a:p>
        </p:txBody>
      </p:sp>
      <p:sp>
        <p:nvSpPr>
          <p:cNvPr id="1048736"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37"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50305E07-67EA-4042-A3F6-853A8AD8D209}" type="slidenum">
              <a:rPr lang="en-US" smtClean="0"/>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3" name=""/>
        <p:cNvGrpSpPr/>
        <p:nvPr/>
      </p:nvGrpSpPr>
      <p:grpSpPr>
        <a:xfrm>
          <a:off x="0" y="0"/>
          <a:ext cx="0" cy="0"/>
          <a:chOff x="0" y="0"/>
          <a:chExt cx="0" cy="0"/>
        </a:xfrm>
      </p:grpSpPr>
      <p:sp>
        <p:nvSpPr>
          <p:cNvPr id="1048728"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29"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atin typeface="Arial" panose="020B0604020202020204" pitchFamily="34" charset="0"/>
                <a:ea typeface="Arial" panose="020B0604020202020204" pitchFamily="34" charset="0"/>
              </a:defRPr>
            </a:lvl1pPr>
          </a:lstStyle>
          <a:p>
            <a:fld id="{BFF339DE-EEE7-4EFD-934B-E270273A9911}" type="datetimeFigureOut">
              <a:rPr altLang="en-US" lang="zh-CN" smtClean="0"/>
            </a:fld>
            <a:endParaRPr altLang="en-US" lang="zh-CN"/>
          </a:p>
        </p:txBody>
      </p:sp>
      <p:sp>
        <p:nvSpPr>
          <p:cNvPr id="1048730"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731"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32"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33"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atin typeface="Arial" panose="020B0604020202020204" pitchFamily="34" charset="0"/>
                <a:ea typeface="Arial" panose="020B0604020202020204" pitchFamily="34" charset="0"/>
              </a:defRPr>
            </a:lvl1pPr>
          </a:lstStyle>
          <a:p>
            <a:fld id="{5F3E38BA-6584-4C93-AF50-D4036B68C5C3}"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Arial" panose="020B0604020202020204" pitchFamily="34" charset="0"/>
        <a:ea typeface="Arial" panose="020B0604020202020204" pitchFamily="34" charset="0"/>
        <a:cs typeface="+mn-cs"/>
      </a:defRPr>
    </a:lvl1pPr>
    <a:lvl2pPr algn="l" defTabSz="914400" eaLnBrk="1" hangingPunct="1" latinLnBrk="0" marL="457200" rtl="0">
      <a:defRPr sz="1200" kern="1200">
        <a:solidFill>
          <a:schemeClr val="tx1"/>
        </a:solidFill>
        <a:latin typeface="Arial" panose="020B0604020202020204" pitchFamily="34" charset="0"/>
        <a:ea typeface="Arial" panose="020B0604020202020204" pitchFamily="34" charset="0"/>
        <a:cs typeface="+mn-cs"/>
      </a:defRPr>
    </a:lvl2pPr>
    <a:lvl3pPr algn="l" defTabSz="914400" eaLnBrk="1" hangingPunct="1" latinLnBrk="0" marL="914400" rtl="0">
      <a:defRPr sz="1200" kern="1200">
        <a:solidFill>
          <a:schemeClr val="tx1"/>
        </a:solidFill>
        <a:latin typeface="Arial" panose="020B0604020202020204" pitchFamily="34" charset="0"/>
        <a:ea typeface="Arial" panose="020B0604020202020204" pitchFamily="34" charset="0"/>
        <a:cs typeface="+mn-cs"/>
      </a:defRPr>
    </a:lvl3pPr>
    <a:lvl4pPr algn="l" defTabSz="914400" eaLnBrk="1" hangingPunct="1" latinLnBrk="0" marL="1371600" rtl="0">
      <a:defRPr sz="1200" kern="1200">
        <a:solidFill>
          <a:schemeClr val="tx1"/>
        </a:solidFill>
        <a:latin typeface="Arial" panose="020B0604020202020204" pitchFamily="34" charset="0"/>
        <a:ea typeface="Arial" panose="020B0604020202020204" pitchFamily="34" charset="0"/>
        <a:cs typeface="+mn-cs"/>
      </a:defRPr>
    </a:lvl4pPr>
    <a:lvl5pPr algn="l" defTabSz="914400" eaLnBrk="1" hangingPunct="1" latinLnBrk="0" marL="1828800" rtl="0">
      <a:defRPr sz="1200" kern="1200">
        <a:solidFill>
          <a:schemeClr val="tx1"/>
        </a:solidFill>
        <a:latin typeface="Arial" panose="020B0604020202020204" pitchFamily="34" charset="0"/>
        <a:ea typeface="Arial" panose="020B0604020202020204" pitchFamily="34" charset="0"/>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1.png"/><Relationship Id="rId3" Type="http://schemas.openxmlformats.org/officeDocument/2006/relationships/tags" Target="../tags/tag2.xml"/><Relationship Id="rId4" Type="http://schemas.openxmlformats.org/officeDocument/2006/relationships/image" Target="../media/image2.png"/><Relationship Id="rId5" Type="http://schemas.openxmlformats.org/officeDocument/2006/relationships/tags" Target="../tags/tag3.xml"/><Relationship Id="rId6" Type="http://schemas.openxmlformats.org/officeDocument/2006/relationships/image" Target="../media/image3.png"/><Relationship Id="rId7" Type="http://schemas.openxmlformats.org/officeDocument/2006/relationships/tags" Target="../tags/tag4.xml"/><Relationship Id="rId8" Type="http://schemas.openxmlformats.org/officeDocument/2006/relationships/tags" Target="../tags/tag5.xml"/><Relationship Id="rId9" Type="http://schemas.openxmlformats.org/officeDocument/2006/relationships/tags" Target="../tags/tag6.xml"/><Relationship Id="rId10" Type="http://schemas.openxmlformats.org/officeDocument/2006/relationships/tags" Target="../tags/tag7.xml"/><Relationship Id="rId1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image" Target="../media/image4.png"/><Relationship Id="rId4" Type="http://schemas.openxmlformats.org/officeDocument/2006/relationships/tags" Target="../tags/tag10.xml"/><Relationship Id="rId5" Type="http://schemas.openxmlformats.org/officeDocument/2006/relationships/image" Target="../media/image5.png"/><Relationship Id="rId6" Type="http://schemas.openxmlformats.org/officeDocument/2006/relationships/tags" Target="../tags/tag11.xml"/><Relationship Id="rId7" Type="http://schemas.openxmlformats.org/officeDocument/2006/relationships/tags" Target="../tags/tag12.xml"/><Relationship Id="rId8" Type="http://schemas.openxmlformats.org/officeDocument/2006/relationships/tags" Target="../tags/tag13.xml"/><Relationship Id="rId9" Type="http://schemas.openxmlformats.org/officeDocument/2006/relationships/tags" Target="../tags/tag14.xml"/><Relationship Id="rId10" Type="http://schemas.openxmlformats.org/officeDocument/2006/relationships/tags" Target="../tags/tag15.xml"/><Relationship Id="rId1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6.xm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image" Target="../media/image4.png"/><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image" Target="../media/image4.png"/><Relationship Id="rId3" Type="http://schemas.openxmlformats.org/officeDocument/2006/relationships/tags" Target="../tags/tag29.xml"/><Relationship Id="rId4" Type="http://schemas.openxmlformats.org/officeDocument/2006/relationships/tags" Target="../tags/tag30.xml"/><Relationship Id="rId5" Type="http://schemas.openxmlformats.org/officeDocument/2006/relationships/tags" Target="../tags/tag31.xml"/><Relationship Id="rId6" Type="http://schemas.openxmlformats.org/officeDocument/2006/relationships/tags" Target="../tags/tag32.xml"/><Relationship Id="rId7" Type="http://schemas.openxmlformats.org/officeDocument/2006/relationships/tags" Target="../tags/tag33.xml"/><Relationship Id="rId8" Type="http://schemas.openxmlformats.org/officeDocument/2006/relationships/tags" Target="../tags/tag34.xml"/><Relationship Id="rId9" Type="http://schemas.openxmlformats.org/officeDocument/2006/relationships/tags" Target="../tags/tag35.xml"/><Relationship Id="rId10" Type="http://schemas.openxmlformats.org/officeDocument/2006/relationships/tags" Target="../tags/tag36.xml"/><Relationship Id="rId1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7.xml"/><Relationship Id="rId3" Type="http://schemas.openxmlformats.org/officeDocument/2006/relationships/image" Target="../media/image7.png"/><Relationship Id="rId4" Type="http://schemas.openxmlformats.org/officeDocument/2006/relationships/tags" Target="../tags/tag38.xml"/><Relationship Id="rId5" Type="http://schemas.openxmlformats.org/officeDocument/2006/relationships/image" Target="../media/image8.png"/><Relationship Id="rId6" Type="http://schemas.openxmlformats.org/officeDocument/2006/relationships/tags" Target="../tags/tag39.xml"/><Relationship Id="rId7" Type="http://schemas.openxmlformats.org/officeDocument/2006/relationships/tags" Target="../tags/tag40.xml"/><Relationship Id="rId8" Type="http://schemas.openxmlformats.org/officeDocument/2006/relationships/tags" Target="../tags/tag41.xml"/><Relationship Id="rId9" Type="http://schemas.openxmlformats.org/officeDocument/2006/relationships/tags" Target="../tags/tag42.xml"/><Relationship Id="rId10"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image" Target="../media/image4.png"/><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image" Target="../media/image4.png"/><Relationship Id="rId3" Type="http://schemas.openxmlformats.org/officeDocument/2006/relationships/tags" Target="../tags/tag54.xml"/><Relationship Id="rId4" Type="http://schemas.openxmlformats.org/officeDocument/2006/relationships/tags" Target="../tags/tag55.xml"/><Relationship Id="rId5" Type="http://schemas.openxmlformats.org/officeDocument/2006/relationships/tags" Target="../tags/tag56.xml"/><Relationship Id="rId6" Type="http://schemas.openxmlformats.org/officeDocument/2006/relationships/tags" Target="../tags/tag57.xml"/><Relationship Id="rId7" Type="http://schemas.openxmlformats.org/officeDocument/2006/relationships/tags" Target="../tags/tag58.xml"/><Relationship Id="rId8"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image" Target="../media/image4.png"/><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tags" Target="../tags/tag62.xml"/><Relationship Id="rId6" Type="http://schemas.openxmlformats.org/officeDocument/2006/relationships/tags" Target="../tags/tag63.xml"/><Relationship Id="rId7"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4.xml"/><Relationship Id="rId3" Type="http://schemas.openxmlformats.org/officeDocument/2006/relationships/image" Target="../media/image3.png"/><Relationship Id="rId4" Type="http://schemas.openxmlformats.org/officeDocument/2006/relationships/tags" Target="../tags/tag65.xml"/><Relationship Id="rId5" Type="http://schemas.openxmlformats.org/officeDocument/2006/relationships/tags" Target="../tags/tag66.xml"/><Relationship Id="rId6" Type="http://schemas.openxmlformats.org/officeDocument/2006/relationships/tags" Target="../tags/tag67.xml"/><Relationship Id="rId7" Type="http://schemas.openxmlformats.org/officeDocument/2006/relationships/tags" Target="../tags/tag68.xml"/><Relationship Id="rId8"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image" Target="../media/image4.png"/><Relationship Id="rId3" Type="http://schemas.openxmlformats.org/officeDocument/2006/relationships/tags" Target="../tags/tag70.xml"/><Relationship Id="rId4" Type="http://schemas.openxmlformats.org/officeDocument/2006/relationships/tags" Target="../tags/tag71.xml"/><Relationship Id="rId5" Type="http://schemas.openxmlformats.org/officeDocument/2006/relationships/tags" Target="../tags/tag72.xml"/><Relationship Id="rId6" Type="http://schemas.openxmlformats.org/officeDocument/2006/relationships/tags" Target="../tags/tag73.xml"/><Relationship Id="rId7"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image" Target="../media/image5.png"/><Relationship Id="rId4" Type="http://schemas.openxmlformats.org/officeDocument/2006/relationships/tags" Target="../tags/tag76.xml"/><Relationship Id="rId5" Type="http://schemas.openxmlformats.org/officeDocument/2006/relationships/image" Target="../media/image4.png"/><Relationship Id="rId6" Type="http://schemas.openxmlformats.org/officeDocument/2006/relationships/tags" Target="../tags/tag77.xml"/><Relationship Id="rId7" Type="http://schemas.openxmlformats.org/officeDocument/2006/relationships/tags" Target="../tags/tag78.xml"/><Relationship Id="rId8" Type="http://schemas.openxmlformats.org/officeDocument/2006/relationships/tags" Target="../tags/tag79.xml"/><Relationship Id="rId9" Type="http://schemas.openxmlformats.org/officeDocument/2006/relationships/tags" Target="../tags/tag80.xml"/><Relationship Id="rId10" Type="http://schemas.openxmlformats.org/officeDocument/2006/relationships/tags" Target="../tags/tag81.xml"/><Relationship Id="rId1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image" Target="../media/image4.png"/><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 Id="rId10"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image" Target="../media/image4.png"/><Relationship Id="rId4" Type="http://schemas.openxmlformats.org/officeDocument/2006/relationships/tags" Target="../tags/tag92.xml"/><Relationship Id="rId5" Type="http://schemas.openxmlformats.org/officeDocument/2006/relationships/tags" Target="../tags/tag93.xml"/><Relationship Id="rId6" Type="http://schemas.openxmlformats.org/officeDocument/2006/relationships/tags" Target="../tags/tag94.xml"/><Relationship Id="rId7" Type="http://schemas.openxmlformats.org/officeDocument/2006/relationships/tags" Target="../tags/tag95.xml"/><Relationship Id="rId8" Type="http://schemas.openxmlformats.org/officeDocument/2006/relationships/tags" Target="../tags/tag96.xml"/><Relationship Id="rId9" Type="http://schemas.openxmlformats.org/officeDocument/2006/relationships/tags" Target="../tags/tag97.xml"/><Relationship Id="rId10"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tags" Target="../tags/tag99.xml"/><Relationship Id="rId3" Type="http://schemas.openxmlformats.org/officeDocument/2006/relationships/tags" Target="../tags/tag100.xml"/><Relationship Id="rId4" Type="http://schemas.openxmlformats.org/officeDocument/2006/relationships/image" Target="../media/image5.png"/><Relationship Id="rId5" Type="http://schemas.openxmlformats.org/officeDocument/2006/relationships/tags" Target="../tags/tag101.xml"/><Relationship Id="rId6" Type="http://schemas.openxmlformats.org/officeDocument/2006/relationships/image" Target="../media/image4.png"/><Relationship Id="rId7" Type="http://schemas.openxmlformats.org/officeDocument/2006/relationships/tags" Target="../tags/tag102.xml"/><Relationship Id="rId8" Type="http://schemas.openxmlformats.org/officeDocument/2006/relationships/tags" Target="../tags/tag103.xml"/><Relationship Id="rId9" Type="http://schemas.openxmlformats.org/officeDocument/2006/relationships/tags" Target="../tags/tag104.xml"/><Relationship Id="rId10" Type="http://schemas.openxmlformats.org/officeDocument/2006/relationships/tags" Target="../tags/tag105.xml"/><Relationship Id="rId11" Type="http://schemas.openxmlformats.org/officeDocument/2006/relationships/tags" Target="../tags/tag106.xml"/><Relationship Id="rId12" Type="http://schemas.openxmlformats.org/officeDocument/2006/relationships/tags" Target="../tags/tag107.xml"/><Relationship Id="rId1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tags" Target="../tags/tag109.xml"/><Relationship Id="rId3" Type="http://schemas.openxmlformats.org/officeDocument/2006/relationships/image" Target="../media/image4.png"/><Relationship Id="rId4" Type="http://schemas.openxmlformats.org/officeDocument/2006/relationships/tags" Target="../tags/tag110.xml"/><Relationship Id="rId5" Type="http://schemas.openxmlformats.org/officeDocument/2006/relationships/tags" Target="../tags/tag111.xml"/><Relationship Id="rId6" Type="http://schemas.openxmlformats.org/officeDocument/2006/relationships/tags" Target="../tags/tag112.xml"/><Relationship Id="rId7" Type="http://schemas.openxmlformats.org/officeDocument/2006/relationships/tags" Target="../tags/tag113.xml"/><Relationship Id="rId8" Type="http://schemas.openxmlformats.org/officeDocument/2006/relationships/tags" Target="../tags/tag114.xml"/><Relationship Id="rId9" Type="http://schemas.openxmlformats.org/officeDocument/2006/relationships/tags" Target="../tags/tag115.xml"/><Relationship Id="rId10" Type="http://schemas.openxmlformats.org/officeDocument/2006/relationships/tags" Target="../tags/tag116.xml"/><Relationship Id="rId11" Type="http://schemas.openxmlformats.org/officeDocument/2006/relationships/tags" Target="../tags/tag117.xml"/><Relationship Id="rId1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image" Target="../media/image5.png"/><Relationship Id="rId5" Type="http://schemas.openxmlformats.org/officeDocument/2006/relationships/tags" Target="../tags/tag121.xml"/><Relationship Id="rId6" Type="http://schemas.openxmlformats.org/officeDocument/2006/relationships/image" Target="../media/image4.png"/><Relationship Id="rId7" Type="http://schemas.openxmlformats.org/officeDocument/2006/relationships/tags" Target="../tags/tag122.xml"/><Relationship Id="rId8" Type="http://schemas.openxmlformats.org/officeDocument/2006/relationships/tags" Target="../tags/tag123.xml"/><Relationship Id="rId9" Type="http://schemas.openxmlformats.org/officeDocument/2006/relationships/tags" Target="../tags/tag124.xml"/><Relationship Id="rId10" Type="http://schemas.openxmlformats.org/officeDocument/2006/relationships/tags" Target="../tags/tag125.xml"/><Relationship Id="rId11" Type="http://schemas.openxmlformats.org/officeDocument/2006/relationships/tags" Target="../tags/tag126.xml"/><Relationship Id="rId1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bg>
      <p:bgPr>
        <a:solidFill>
          <a:schemeClr val="bg2"/>
        </a:solidFill>
      </p:bgPr>
    </p:bg>
    <p:spTree>
      <p:nvGrpSpPr>
        <p:cNvPr id="32" name=""/>
        <p:cNvGrpSpPr/>
        <p:nvPr/>
      </p:nvGrpSpPr>
      <p:grpSpPr>
        <a:xfrm>
          <a:off x="0" y="0"/>
          <a:ext cx="0" cy="0"/>
          <a:chOff x="0" y="0"/>
          <a:chExt cx="0" cy="0"/>
        </a:xfrm>
      </p:grpSpPr>
      <p:pic>
        <p:nvPicPr>
          <p:cNvPr id="2097152" name="图片 4"/>
          <p:cNvPicPr>
            <a:picLocks noChangeAspect="1"/>
          </p:cNvPicPr>
          <p:nvPr userDrawn="1">
            <p:custDataLst>
              <p:tags r:id="rId1"/>
            </p:custDataLst>
          </p:nvPr>
        </p:nvPicPr>
        <p:blipFill>
          <a:blip xmlns:r="http://schemas.openxmlformats.org/officeDocument/2006/relationships" r:embed="rId2"/>
          <a:stretch>
            <a:fillRect/>
          </a:stretch>
        </p:blipFill>
        <p:spPr>
          <a:xfrm>
            <a:off x="0" y="2286"/>
            <a:ext cx="9144000" cy="5138927"/>
          </a:xfrm>
          <a:prstGeom prst="rect"/>
        </p:spPr>
      </p:pic>
      <p:pic>
        <p:nvPicPr>
          <p:cNvPr id="2097153" name="图片 6"/>
          <p:cNvPicPr>
            <a:picLocks noChangeAspect="1"/>
          </p:cNvPicPr>
          <p:nvPr userDrawn="1">
            <p:custDataLst>
              <p:tags r:id="rId3"/>
            </p:custDataLst>
          </p:nvPr>
        </p:nvPicPr>
        <p:blipFill>
          <a:blip xmlns:r="http://schemas.openxmlformats.org/officeDocument/2006/relationships" r:embed="rId4" cstate="print"/>
          <a:stretch>
            <a:fillRect/>
          </a:stretch>
        </p:blipFill>
        <p:spPr>
          <a:xfrm>
            <a:off x="0" y="571500"/>
            <a:ext cx="9144000" cy="4572000"/>
          </a:xfrm>
          <a:prstGeom prst="rect"/>
        </p:spPr>
      </p:pic>
      <p:sp>
        <p:nvSpPr>
          <p:cNvPr id="1048582" name="标题 1"/>
          <p:cNvSpPr>
            <a:spLocks noGrp="1"/>
          </p:cNvSpPr>
          <p:nvPr>
            <p:ph type="ctrTitle" hasCustomPrompt="1"/>
            <p:custDataLst>
              <p:tags r:id="rId5"/>
            </p:custDataLst>
          </p:nvPr>
        </p:nvSpPr>
        <p:spPr>
          <a:xfrm>
            <a:off x="1423035" y="1428750"/>
            <a:ext cx="6298565" cy="1186815"/>
          </a:xfrm>
        </p:spPr>
        <p:txBody>
          <a:bodyPr anchor="b" anchorCtr="0" bIns="0" lIns="90000" rIns="90000" tIns="46800">
            <a:normAutofit/>
          </a:bodyPr>
          <a:lstStyle>
            <a:lvl1pPr algn="ctr">
              <a:defRPr baseline="0" sz="5400" spc="450">
                <a:blipFill>
                  <a:blip xmlns:r="http://schemas.openxmlformats.org/officeDocument/2006/relationships" r:embed="rId6"/>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583" name="副标题 2"/>
          <p:cNvSpPr>
            <a:spLocks noGrp="1"/>
          </p:cNvSpPr>
          <p:nvPr>
            <p:ph type="subTitle" idx="1" hasCustomPrompt="1"/>
            <p:custDataLst>
              <p:tags r:id="rId7"/>
            </p:custDataLst>
          </p:nvPr>
        </p:nvSpPr>
        <p:spPr>
          <a:xfrm>
            <a:off x="1422780" y="2674620"/>
            <a:ext cx="6298440" cy="504009"/>
          </a:xfrm>
        </p:spPr>
        <p:txBody>
          <a:bodyPr bIns="46800" lIns="90000" rIns="90000" tIns="0">
            <a:normAutofit/>
          </a:bodyPr>
          <a:lstStyle>
            <a:lvl1pPr algn="ctr" eaLnBrk="1" fontAlgn="auto" hangingPunct="1" indent="0" latinLnBrk="0" marL="0">
              <a:lnSpc>
                <a:spcPct val="100000"/>
              </a:lnSpc>
              <a:buNone/>
              <a:defRPr baseline="0" cap="none" sz="2400" kern="1200" normalizeH="0" spc="150" strike="noStrike" u="none">
                <a:solidFill>
                  <a:schemeClr val="bg1"/>
                </a:solidFill>
                <a:latin typeface="Arial" panose="020B0604020202020204" pitchFamily="34" charset="0"/>
                <a:ea typeface="Arial" panose="020B0604020202020204" pitchFamily="34" charset="0"/>
              </a:defRPr>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dirty="0" lang="zh-CN"/>
              <a:t>单击此处编辑副标题</a:t>
            </a:r>
            <a:endParaRPr altLang="en-US" dirty="0" lang="zh-CN"/>
          </a:p>
        </p:txBody>
      </p:sp>
      <p:sp>
        <p:nvSpPr>
          <p:cNvPr id="1048584" name="日期占位符 15"/>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585" name="页脚占位符 16"/>
          <p:cNvSpPr>
            <a:spLocks noGrp="1"/>
          </p:cNvSpPr>
          <p:nvPr>
            <p:ph type="ftr" sz="quarter" idx="11"/>
            <p:custDataLst>
              <p:tags r:id="rId9"/>
            </p:custDataLst>
          </p:nvPr>
        </p:nvSpPr>
        <p:spPr/>
        <p:txBody>
          <a:bodyPr/>
          <a:p>
            <a:endParaRPr altLang="en-US" dirty="0" lang="zh-CN"/>
          </a:p>
        </p:txBody>
      </p:sp>
      <p:sp>
        <p:nvSpPr>
          <p:cNvPr id="1048586" name="灯片编号占位符 17"/>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bg>
      <p:bgPr>
        <a:solidFill>
          <a:schemeClr val="bg2"/>
        </a:solidFill>
      </p:bgPr>
    </p:bg>
    <p:spTree>
      <p:nvGrpSpPr>
        <p:cNvPr id="79" name=""/>
        <p:cNvGrpSpPr/>
        <p:nvPr/>
      </p:nvGrpSpPr>
      <p:grpSpPr>
        <a:xfrm>
          <a:off x="0" y="0"/>
          <a:ext cx="0" cy="0"/>
          <a:chOff x="0" y="0"/>
          <a:chExt cx="0" cy="0"/>
        </a:xfrm>
      </p:grpSpPr>
      <p:grpSp>
        <p:nvGrpSpPr>
          <p:cNvPr id="80" name="组合 10"/>
          <p:cNvGrpSpPr/>
          <p:nvPr userDrawn="1">
            <p:custDataLst>
              <p:tags r:id="rId1"/>
            </p:custDataLst>
          </p:nvPr>
        </p:nvGrpSpPr>
        <p:grpSpPr>
          <a:xfrm>
            <a:off x="30522" y="20451"/>
            <a:ext cx="9074108" cy="5097649"/>
            <a:chOff x="30522" y="20451"/>
            <a:chExt cx="9074108" cy="5097649"/>
          </a:xfrm>
        </p:grpSpPr>
        <p:pic>
          <p:nvPicPr>
            <p:cNvPr id="2097175" name="图片 6"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8419465" y="4690745"/>
              <a:ext cx="685165" cy="427355"/>
            </a:xfrm>
            <a:prstGeom prst="rect"/>
          </p:spPr>
        </p:pic>
        <p:pic>
          <p:nvPicPr>
            <p:cNvPr id="2097176" name="图片 9" descr="图层 2"/>
            <p:cNvPicPr>
              <a:picLocks noChangeAspect="1"/>
            </p:cNvPicPr>
            <p:nvPr userDrawn="1">
              <p:custDataLst>
                <p:tags r:id="rId4"/>
              </p:custDataLst>
            </p:nvPr>
          </p:nvPicPr>
          <p:blipFill>
            <a:blip xmlns:r="http://schemas.openxmlformats.org/officeDocument/2006/relationships" r:embed="rId5"/>
            <a:stretch>
              <a:fillRect/>
            </a:stretch>
          </p:blipFill>
          <p:spPr>
            <a:xfrm>
              <a:off x="30522" y="20451"/>
              <a:ext cx="471888" cy="331893"/>
            </a:xfrm>
            <a:prstGeom prst="rect"/>
          </p:spPr>
        </p:pic>
      </p:grpSp>
      <p:sp>
        <p:nvSpPr>
          <p:cNvPr id="1048714" name="标题 1"/>
          <p:cNvSpPr>
            <a:spLocks noGrp="1"/>
          </p:cNvSpPr>
          <p:nvPr userDrawn="1">
            <p:ph type="title"/>
            <p:custDataLst>
              <p:tags r:id="rId6"/>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15" name="内容占位符 2"/>
          <p:cNvSpPr>
            <a:spLocks noGrp="1"/>
          </p:cNvSpPr>
          <p:nvPr userDrawn="1">
            <p:ph idx="1"/>
            <p:custDataLst>
              <p:tags r:id="rId7"/>
            </p:custDataLst>
          </p:nvPr>
        </p:nvSpPr>
        <p:spPr>
          <a:xfrm>
            <a:off x="502412" y="714382"/>
            <a:ext cx="8139178"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16" name="日期占位符 3"/>
          <p:cNvSpPr>
            <a:spLocks noGrp="1"/>
          </p:cNvSpPr>
          <p:nvPr userDrawn="1">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717" name="页脚占位符 4"/>
          <p:cNvSpPr>
            <a:spLocks noGrp="1"/>
          </p:cNvSpPr>
          <p:nvPr userDrawn="1">
            <p:ph type="ftr" sz="quarter" idx="11"/>
            <p:custDataLst>
              <p:tags r:id="rId9"/>
            </p:custDataLst>
          </p:nvPr>
        </p:nvSpPr>
        <p:spPr/>
        <p:txBody>
          <a:bodyPr/>
          <a:p>
            <a:endParaRPr altLang="en-US" lang="zh-CN"/>
          </a:p>
        </p:txBody>
      </p:sp>
      <p:sp>
        <p:nvSpPr>
          <p:cNvPr id="1048718" name="灯片编号占位符 5"/>
          <p:cNvSpPr>
            <a:spLocks noGrp="1"/>
          </p:cNvSpPr>
          <p:nvPr userDrawn="1">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bg>
      <p:bgPr>
        <a:blipFill rotWithShape="1" dpi="0">
          <a:blip xmlns:r="http://schemas.openxmlformats.org/officeDocument/2006/relationships" r:embed="rId1">
            <a:lum/>
          </a:blip>
          <a:srcRect/>
          <a:stretch>
            <a:fillRect/>
          </a:stretch>
        </a:blipFill>
      </p:bgPr>
    </p:bg>
    <p:spTree>
      <p:nvGrpSpPr>
        <p:cNvPr id="77" name=""/>
        <p:cNvGrpSpPr/>
        <p:nvPr/>
      </p:nvGrpSpPr>
      <p:grpSpPr>
        <a:xfrm>
          <a:off x="0" y="0"/>
          <a:ext cx="0" cy="0"/>
          <a:chOff x="0" y="0"/>
          <a:chExt cx="0" cy="0"/>
        </a:xfrm>
      </p:grpSpPr>
      <p:sp>
        <p:nvSpPr>
          <p:cNvPr id="1048703" name="标题 1"/>
          <p:cNvSpPr>
            <a:spLocks noGrp="1"/>
          </p:cNvSpPr>
          <p:nvPr>
            <p:ph type="title" hasCustomPrompt="1"/>
            <p:custDataLst>
              <p:tags r:id="rId2"/>
            </p:custDataLst>
          </p:nvPr>
        </p:nvSpPr>
        <p:spPr>
          <a:xfrm>
            <a:off x="2278279" y="1971675"/>
            <a:ext cx="4698718" cy="695711"/>
          </a:xfrm>
        </p:spPr>
        <p:txBody>
          <a:bodyPr anchor="b" anchorCtr="0" bIns="0" lIns="90000" rIns="90000" tIns="46800">
            <a:normAutofit/>
          </a:bodyPr>
          <a:lstStyle>
            <a:lvl1pPr algn="ctr">
              <a:defRPr baseline="0" cap="none" sz="3600" kern="1200" normalizeH="0" spc="225"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704" name="文本占位符 2"/>
          <p:cNvSpPr>
            <a:spLocks noGrp="1"/>
          </p:cNvSpPr>
          <p:nvPr>
            <p:ph type="body" idx="1"/>
            <p:custDataLst>
              <p:tags r:id="rId4"/>
            </p:custDataLst>
          </p:nvPr>
        </p:nvSpPr>
        <p:spPr>
          <a:xfrm>
            <a:off x="2278275" y="2725961"/>
            <a:ext cx="4698718" cy="808489"/>
          </a:xfrm>
        </p:spPr>
        <p:txBody>
          <a:bodyPr bIns="46800" lIns="90000" rIns="90000" tIns="0">
            <a:normAutofit/>
          </a:bodyPr>
          <a:lstStyle>
            <a:lvl1pPr algn="ctr" eaLnBrk="1" fontAlgn="auto" hangingPunct="1" indent="0" latinLnBrk="0" marL="0">
              <a:buNone/>
              <a:defRPr altLang="en-US" baseline="0" b="0" cap="none" sz="1800" i="0" kern="1200" kumimoji="0" lang="zh-CN" noProof="1" normalizeH="0" spc="113" strike="noStrike" u="none">
                <a:solidFill>
                  <a:schemeClr val="bg1"/>
                </a:solidFill>
                <a:latin typeface="Arial" panose="020B0604020202020204" pitchFamily="34" charset="0"/>
                <a:ea typeface="Arial" panose="020B0604020202020204" pitchFamily="34" charset="0"/>
                <a:cs typeface="+mn-cs"/>
                <a:sym typeface="+mn-ea"/>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pPr lvl="0"/>
            <a:r>
              <a:rPr altLang="en-US" dirty="0" lang="zh-CN"/>
              <a:t>单击此处编辑母版文本样式</a:t>
            </a:r>
            <a:endParaRPr altLang="en-US" dirty="0" lang="zh-CN"/>
          </a:p>
        </p:txBody>
      </p:sp>
      <p:sp>
        <p:nvSpPr>
          <p:cNvPr id="1048705"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06" name="页脚占位符 4"/>
          <p:cNvSpPr>
            <a:spLocks noGrp="1"/>
          </p:cNvSpPr>
          <p:nvPr>
            <p:ph type="ftr" sz="quarter" idx="11"/>
            <p:custDataLst>
              <p:tags r:id="rId6"/>
            </p:custDataLst>
          </p:nvPr>
        </p:nvSpPr>
        <p:spPr/>
        <p:txBody>
          <a:bodyPr/>
          <a:p>
            <a:endParaRPr altLang="en-US" lang="zh-CN"/>
          </a:p>
        </p:txBody>
      </p:sp>
      <p:sp>
        <p:nvSpPr>
          <p:cNvPr id="1048707"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bg>
      <p:bgPr>
        <a:solidFill>
          <a:schemeClr val="bg2"/>
        </a:solidFill>
      </p:bgPr>
    </p:bg>
    <p:spTree>
      <p:nvGrpSpPr>
        <p:cNvPr id="68" name=""/>
        <p:cNvGrpSpPr/>
        <p:nvPr/>
      </p:nvGrpSpPr>
      <p:grpSpPr>
        <a:xfrm>
          <a:off x="0" y="0"/>
          <a:ext cx="0" cy="0"/>
          <a:chOff x="0" y="0"/>
          <a:chExt cx="0" cy="0"/>
        </a:xfrm>
      </p:grpSpPr>
      <p:pic>
        <p:nvPicPr>
          <p:cNvPr id="2097169"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0" y="26023"/>
            <a:ext cx="685165" cy="427355"/>
          </a:xfrm>
          <a:prstGeom prst="rect"/>
        </p:spPr>
      </p:pic>
      <p:sp>
        <p:nvSpPr>
          <p:cNvPr id="104866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667" name="内容占位符 2"/>
          <p:cNvSpPr>
            <a:spLocks noGrp="1"/>
          </p:cNvSpPr>
          <p:nvPr>
            <p:ph sz="half"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68" name="内容占位符 3"/>
          <p:cNvSpPr>
            <a:spLocks noGrp="1"/>
          </p:cNvSpPr>
          <p:nvPr>
            <p:ph sz="half" idx="2"/>
            <p:custDataLst>
              <p:tags r:id="rId5"/>
            </p:custDataLst>
          </p:nvPr>
        </p:nvSpPr>
        <p:spPr>
          <a:xfrm>
            <a:off x="4679158" y="714382"/>
            <a:ext cx="3962432" cy="4041680"/>
          </a:xfrm>
        </p:spPr>
        <p:txBody>
          <a:bodyPr bIns="46990" lIns="90170" rIns="90170" tIns="46990">
            <a:normAutofit/>
          </a:bodyPr>
          <a:lstStyle>
            <a:lvl1pPr>
              <a:defRPr baseline="0" sz="1200">
                <a:latin typeface="Arial" panose="020B0604020202020204" pitchFamily="34" charset="0"/>
                <a:ea typeface="Arial" panose="020B0604020202020204" pitchFamily="34" charset="0"/>
              </a:defRPr>
            </a:lvl1pPr>
            <a:lvl2pPr>
              <a:defRPr baseline="0" sz="1200">
                <a:latin typeface="Arial" panose="020B0604020202020204" pitchFamily="34" charset="0"/>
                <a:ea typeface="Arial" panose="020B0604020202020204" pitchFamily="34" charset="0"/>
              </a:defRPr>
            </a:lvl2pPr>
            <a:lvl3pPr>
              <a:defRPr baseline="0" sz="1200">
                <a:latin typeface="Arial" panose="020B0604020202020204" pitchFamily="34" charset="0"/>
                <a:ea typeface="Arial" panose="020B0604020202020204" pitchFamily="34" charset="0"/>
              </a:defRPr>
            </a:lvl3pPr>
            <a:lvl4pPr>
              <a:defRPr baseline="0" sz="1200">
                <a:latin typeface="Arial" panose="020B0604020202020204" pitchFamily="34" charset="0"/>
                <a:ea typeface="Arial" panose="020B0604020202020204" pitchFamily="34" charset="0"/>
              </a:defRPr>
            </a:lvl4pPr>
            <a:lvl5pPr>
              <a:defRPr baseline="0" sz="1200">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69" name="日期占位符 4"/>
          <p:cNvSpPr>
            <a:spLocks noGrp="1"/>
          </p:cNvSpPr>
          <p:nvPr>
            <p:ph type="dt" sz="half" idx="10"/>
            <p:custDataLst>
              <p:tags r:id="rId6"/>
            </p:custDataLst>
          </p:nvPr>
        </p:nvSpPr>
        <p:spPr/>
        <p:txBody>
          <a:bodyPr/>
          <a:p>
            <a:fld id="{760FBDFE-C587-4B4C-A407-44438C67B59E}" type="datetimeFigureOut">
              <a:rPr altLang="en-US" lang="zh-CN" smtClean="0"/>
            </a:fld>
            <a:endParaRPr altLang="en-US" lang="zh-CN"/>
          </a:p>
        </p:txBody>
      </p:sp>
      <p:sp>
        <p:nvSpPr>
          <p:cNvPr id="1048670" name="页脚占位符 5"/>
          <p:cNvSpPr>
            <a:spLocks noGrp="1"/>
          </p:cNvSpPr>
          <p:nvPr>
            <p:ph type="ftr" sz="quarter" idx="11"/>
            <p:custDataLst>
              <p:tags r:id="rId7"/>
            </p:custDataLst>
          </p:nvPr>
        </p:nvSpPr>
        <p:spPr/>
        <p:txBody>
          <a:bodyPr/>
          <a:p>
            <a:endParaRPr altLang="en-US" lang="zh-CN"/>
          </a:p>
        </p:txBody>
      </p:sp>
      <p:sp>
        <p:nvSpPr>
          <p:cNvPr id="1048671" name="灯片编号占位符 6"/>
          <p:cNvSpPr>
            <a:spLocks noGrp="1"/>
          </p:cNvSpPr>
          <p:nvPr>
            <p:ph type="sldNum" sz="quarter" idx="12"/>
            <p:custDataLst>
              <p:tags r:id="rId8"/>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bg>
      <p:bgPr>
        <a:solidFill>
          <a:schemeClr val="bg2"/>
        </a:solidFill>
      </p:bgPr>
    </p:bg>
    <p:spTree>
      <p:nvGrpSpPr>
        <p:cNvPr id="71" name=""/>
        <p:cNvGrpSpPr/>
        <p:nvPr/>
      </p:nvGrpSpPr>
      <p:grpSpPr>
        <a:xfrm>
          <a:off x="0" y="0"/>
          <a:ext cx="0" cy="0"/>
          <a:chOff x="0" y="0"/>
          <a:chExt cx="0" cy="0"/>
        </a:xfrm>
      </p:grpSpPr>
      <p:pic>
        <p:nvPicPr>
          <p:cNvPr id="2097170" name="图片 9"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378175" y="91369"/>
            <a:ext cx="685165" cy="427355"/>
          </a:xfrm>
          <a:prstGeom prst="rect"/>
        </p:spPr>
      </p:pic>
      <p:sp>
        <p:nvSpPr>
          <p:cNvPr id="104867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677" name="文本占位符 2"/>
          <p:cNvSpPr>
            <a:spLocks noGrp="1"/>
          </p:cNvSpPr>
          <p:nvPr>
            <p:ph type="body" idx="1" hasCustomPrompt="1"/>
            <p:custDataLst>
              <p:tags r:id="rId4"/>
            </p:custDataLst>
          </p:nvPr>
        </p:nvSpPr>
        <p:spPr>
          <a:xfrm>
            <a:off x="502447" y="714382"/>
            <a:ext cx="3962432" cy="285752"/>
          </a:xfrm>
        </p:spPr>
        <p:txBody>
          <a:bodyPr anchor="t" anchorCtr="0" bIns="46990" lIns="90170" rIns="90170" tIns="46990">
            <a:normAutofit fontScale="93333" lnSpcReduction="20000"/>
          </a:bodyPr>
          <a:lstStyle>
            <a:lvl1pPr eaLnBrk="1" fontAlgn="auto" hangingPunct="1" indent="0" latinLnBrk="0" marL="0">
              <a:lnSpc>
                <a:spcPct val="100000"/>
              </a:lnSpc>
              <a:spcAft>
                <a:spcPts val="0"/>
              </a:spcAft>
              <a:buNone/>
              <a:defRPr baseline="0" b="0" cap="none" sz="1500" kern="1200" normalizeH="0" spc="150" strike="noStrike" u="none">
                <a:solidFill>
                  <a:schemeClr val="tx1">
                    <a:lumMod val="85000"/>
                    <a:lumOff val="15000"/>
                  </a:schemeClr>
                </a:solidFill>
                <a:latin typeface="Arial" panose="020B0604020202020204" pitchFamily="34" charset="0"/>
                <a:ea typeface="Arial" panose="020B0604020202020204" pitchFamily="34" charset="0"/>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dirty="0" lang="zh-CN"/>
              <a:t>单击此处编辑文本</a:t>
            </a:r>
            <a:endParaRPr altLang="en-US" dirty="0" lang="zh-CN"/>
          </a:p>
        </p:txBody>
      </p:sp>
      <p:sp>
        <p:nvSpPr>
          <p:cNvPr id="1048678" name="内容占位符 3"/>
          <p:cNvSpPr>
            <a:spLocks noGrp="1"/>
          </p:cNvSpPr>
          <p:nvPr>
            <p:ph sz="half" idx="2"/>
            <p:custDataLst>
              <p:tags r:id="rId5"/>
            </p:custDataLst>
          </p:nvPr>
        </p:nvSpPr>
        <p:spPr>
          <a:xfrm>
            <a:off x="502444" y="1054894"/>
            <a:ext cx="3962400"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79" name="文本占位符 4"/>
          <p:cNvSpPr>
            <a:spLocks noGrp="1"/>
          </p:cNvSpPr>
          <p:nvPr>
            <p:ph type="body" sz="quarter" idx="3" hasCustomPrompt="1"/>
            <p:custDataLst>
              <p:tags r:id="rId6"/>
            </p:custDataLst>
          </p:nvPr>
        </p:nvSpPr>
        <p:spPr>
          <a:xfrm>
            <a:off x="4676812" y="714382"/>
            <a:ext cx="3962432" cy="285752"/>
          </a:xfrm>
        </p:spPr>
        <p:txBody>
          <a:bodyPr anchor="t" anchorCtr="0" bIns="46990" lIns="90170" rIns="90170" rtlCol="0" tIns="46990" vert="horz">
            <a:normAutofit fontScale="93333" lnSpcReduction="20000"/>
          </a:bodyPr>
          <a:lstStyle>
            <a:lvl1pPr algn="l" defTabSz="685800" eaLnBrk="1" fontAlgn="auto" hangingPunct="1" indent="0" latinLnBrk="0" lvl="0" marL="0" marR="0" rtl="0">
              <a:lnSpc>
                <a:spcPct val="100000"/>
              </a:lnSpc>
              <a:spcBef>
                <a:spcPts val="0"/>
              </a:spcBef>
              <a:spcAft>
                <a:spcPts val="0"/>
              </a:spcAft>
              <a:buFont typeface="Arial" panose="020B0604020202020204" pitchFamily="34" charset="0"/>
              <a:buNone/>
              <a:defRPr altLang="en-US" baseline="0" b="0" cap="none" dirty="0" sz="15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sym typeface="+mn-ea"/>
              </a:rPr>
              <a:t>单击此处编辑文本</a:t>
            </a:r>
            <a:endParaRPr>
              <a:sym typeface="+mn-ea"/>
            </a:endParaRPr>
          </a:p>
        </p:txBody>
      </p:sp>
      <p:sp>
        <p:nvSpPr>
          <p:cNvPr id="1048680" name="内容占位符 5"/>
          <p:cNvSpPr>
            <a:spLocks noGrp="1"/>
          </p:cNvSpPr>
          <p:nvPr>
            <p:ph sz="quarter" idx="4"/>
            <p:custDataLst>
              <p:tags r:id="rId7"/>
            </p:custDataLst>
          </p:nvPr>
        </p:nvSpPr>
        <p:spPr>
          <a:xfrm>
            <a:off x="4676812" y="1054894"/>
            <a:ext cx="3962432"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81" name="日期占位符 6"/>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2" name="页脚占位符 7"/>
          <p:cNvSpPr>
            <a:spLocks noGrp="1"/>
          </p:cNvSpPr>
          <p:nvPr>
            <p:ph type="ftr" sz="quarter" idx="11"/>
            <p:custDataLst>
              <p:tags r:id="rId9"/>
            </p:custDataLst>
          </p:nvPr>
        </p:nvSpPr>
        <p:spPr/>
        <p:txBody>
          <a:bodyPr/>
          <a:p>
            <a:endParaRPr altLang="en-US" lang="zh-CN"/>
          </a:p>
        </p:txBody>
      </p:sp>
      <p:sp>
        <p:nvSpPr>
          <p:cNvPr id="1048683" name="灯片编号占位符 8"/>
          <p:cNvSpPr>
            <a:spLocks noGrp="1"/>
          </p:cNvSpPr>
          <p:nvPr>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bg>
      <p:bgPr>
        <a:blipFill rotWithShape="1" dpi="0">
          <a:blip xmlns:r="http://schemas.openxmlformats.org/officeDocument/2006/relationships" r:embed="rId1">
            <a:lum/>
          </a:blip>
          <a:srcRect/>
          <a:stretch>
            <a:fillRect/>
          </a:stretch>
        </a:blipFill>
      </p:bgPr>
    </p:bg>
    <p:spTree>
      <p:nvGrpSpPr>
        <p:cNvPr id="44" name=""/>
        <p:cNvGrpSpPr/>
        <p:nvPr/>
      </p:nvGrpSpPr>
      <p:grpSpPr>
        <a:xfrm>
          <a:off x="0" y="0"/>
          <a:ext cx="0" cy="0"/>
          <a:chOff x="0" y="0"/>
          <a:chExt cx="0" cy="0"/>
        </a:xfrm>
      </p:grpSpPr>
      <p:pic>
        <p:nvPicPr>
          <p:cNvPr id="2097154" name="图片 16"/>
          <p:cNvPicPr>
            <a:picLocks noChangeAspect="1"/>
          </p:cNvPicPr>
          <p:nvPr userDrawn="1">
            <p:custDataLst>
              <p:tags r:id="rId2"/>
            </p:custDataLst>
          </p:nvPr>
        </p:nvPicPr>
        <p:blipFill>
          <a:blip xmlns:r="http://schemas.openxmlformats.org/officeDocument/2006/relationships" r:embed="rId3"/>
          <a:stretch>
            <a:fillRect/>
          </a:stretch>
        </p:blipFill>
        <p:spPr>
          <a:xfrm>
            <a:off x="7308999" y="3910563"/>
            <a:ext cx="1745791" cy="1232937"/>
          </a:xfrm>
          <a:prstGeom prst="rect"/>
        </p:spPr>
      </p:pic>
      <p:pic>
        <p:nvPicPr>
          <p:cNvPr id="2097155" name="图片 24"/>
          <p:cNvPicPr>
            <a:picLocks noChangeAspect="1"/>
          </p:cNvPicPr>
          <p:nvPr userDrawn="1">
            <p:custDataLst>
              <p:tags r:id="rId4"/>
            </p:custDataLst>
          </p:nvPr>
        </p:nvPicPr>
        <p:blipFill>
          <a:blip xmlns:r="http://schemas.openxmlformats.org/officeDocument/2006/relationships" r:embed="rId5"/>
          <a:stretch>
            <a:fillRect/>
          </a:stretch>
        </p:blipFill>
        <p:spPr>
          <a:xfrm>
            <a:off x="455280" y="4070504"/>
            <a:ext cx="1717593" cy="1072995"/>
          </a:xfrm>
          <a:prstGeom prst="rect"/>
        </p:spPr>
      </p:pic>
      <p:sp>
        <p:nvSpPr>
          <p:cNvPr id="1048589" name="标题 1"/>
          <p:cNvSpPr>
            <a:spLocks noGrp="1"/>
          </p:cNvSpPr>
          <p:nvPr>
            <p:ph type="title"/>
            <p:custDataLst>
              <p:tags r:id="rId6"/>
            </p:custDataLst>
          </p:nvPr>
        </p:nvSpPr>
        <p:spPr>
          <a:xfrm>
            <a:off x="502412" y="332423"/>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bg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590" name="日期占位符 2"/>
          <p:cNvSpPr>
            <a:spLocks noGrp="1"/>
          </p:cNvSpPr>
          <p:nvPr>
            <p:ph type="dt" sz="half" idx="10"/>
            <p:custDataLst>
              <p:tags r:id="rId7"/>
            </p:custDataLst>
          </p:nvPr>
        </p:nvSpPr>
        <p:spPr/>
        <p:txBody>
          <a:bodyPr/>
          <a:p>
            <a:fld id="{760FBDFE-C587-4B4C-A407-44438C67B59E}" type="datetimeFigureOut">
              <a:rPr altLang="en-US" lang="zh-CN" smtClean="0"/>
            </a:fld>
            <a:endParaRPr altLang="en-US" lang="zh-CN"/>
          </a:p>
        </p:txBody>
      </p:sp>
      <p:sp>
        <p:nvSpPr>
          <p:cNvPr id="1048591" name="页脚占位符 3"/>
          <p:cNvSpPr>
            <a:spLocks noGrp="1"/>
          </p:cNvSpPr>
          <p:nvPr>
            <p:ph type="ftr" sz="quarter" idx="11"/>
            <p:custDataLst>
              <p:tags r:id="rId8"/>
            </p:custDataLst>
          </p:nvPr>
        </p:nvSpPr>
        <p:spPr/>
        <p:txBody>
          <a:bodyPr/>
          <a:p>
            <a:endParaRPr altLang="en-US" lang="zh-CN"/>
          </a:p>
        </p:txBody>
      </p:sp>
      <p:sp>
        <p:nvSpPr>
          <p:cNvPr id="1048592" name="灯片编号占位符 4"/>
          <p:cNvSpPr>
            <a:spLocks noGrp="1"/>
          </p:cNvSpPr>
          <p:nvPr>
            <p:ph type="sldNum" sz="quarter" idx="12"/>
            <p:custDataLst>
              <p:tags r:id="rId9"/>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bg>
      <p:bgPr>
        <a:solidFill>
          <a:schemeClr val="bg2"/>
        </a:solidFill>
      </p:bgPr>
    </p:bg>
    <p:spTree>
      <p:nvGrpSpPr>
        <p:cNvPr id="76" name=""/>
        <p:cNvGrpSpPr/>
        <p:nvPr/>
      </p:nvGrpSpPr>
      <p:grpSpPr>
        <a:xfrm>
          <a:off x="0" y="0"/>
          <a:ext cx="0" cy="0"/>
          <a:chOff x="0" y="0"/>
          <a:chExt cx="0" cy="0"/>
        </a:xfrm>
      </p:grpSpPr>
      <p:sp>
        <p:nvSpPr>
          <p:cNvPr id="1048700" name="日期占位符 1"/>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701" name="页脚占位符 2"/>
          <p:cNvSpPr>
            <a:spLocks noGrp="1"/>
          </p:cNvSpPr>
          <p:nvPr>
            <p:ph type="ftr" sz="quarter" idx="11"/>
            <p:custDataLst>
              <p:tags r:id="rId2"/>
            </p:custDataLst>
          </p:nvPr>
        </p:nvSpPr>
        <p:spPr/>
        <p:txBody>
          <a:bodyPr/>
          <a:p>
            <a:endParaRPr altLang="en-US" lang="zh-CN"/>
          </a:p>
        </p:txBody>
      </p:sp>
      <p:sp>
        <p:nvSpPr>
          <p:cNvPr id="1048702" name="灯片编号占位符 3"/>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p:bgPr>
    </p:bg>
    <p:spTree>
      <p:nvGrpSpPr>
        <p:cNvPr id="78" name=""/>
        <p:cNvGrpSpPr/>
        <p:nvPr/>
      </p:nvGrpSpPr>
      <p:grpSpPr>
        <a:xfrm>
          <a:off x="0" y="0"/>
          <a:ext cx="0" cy="0"/>
          <a:chOff x="0" y="0"/>
          <a:chExt cx="0" cy="0"/>
        </a:xfrm>
      </p:grpSpPr>
      <p:pic>
        <p:nvPicPr>
          <p:cNvPr id="2097174"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08" name="标题 1"/>
          <p:cNvSpPr>
            <a:spLocks noGrp="1"/>
          </p:cNvSpPr>
          <p:nvPr>
            <p:ph type="title"/>
            <p:custDataLst>
              <p:tags r:id="rId3"/>
            </p:custDataLst>
          </p:nvPr>
        </p:nvSpPr>
        <p:spPr>
          <a:xfrm>
            <a:off x="502448"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09" name="图片占位符 2"/>
          <p:cNvSpPr>
            <a:spLocks noGrp="1"/>
          </p:cNvSpPr>
          <p:nvPr>
            <p:ph type="pic"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0" latinLnBrk="0" lvl="0" marL="0" marR="0" rtl="0">
              <a:lnSpc>
                <a:spcPct val="130000"/>
              </a:lnSpc>
              <a:spcBef>
                <a:spcPts val="0"/>
              </a:spcBef>
              <a:spcAft>
                <a:spcPts val="750"/>
              </a:spcAft>
              <a:buFont typeface="Arial" panose="020B0604020202020204" pitchFamily="34" charset="0"/>
              <a:buNone/>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幼圆" panose="02010509060101010101" pitchFamily="49" charset="-122"/>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mn-lt"/>
                <a:ea typeface="+mn-ea"/>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5pPr>
          </a:lstStyle>
          <a:p>
            <a:pPr lvl="0"/>
            <a:endParaRPr dirty="0">
              <a:sym typeface="+mn-ea"/>
            </a:endParaRPr>
          </a:p>
        </p:txBody>
      </p:sp>
      <p:sp>
        <p:nvSpPr>
          <p:cNvPr id="1048710" name="文本占位符 3"/>
          <p:cNvSpPr>
            <a:spLocks noGrp="1"/>
          </p:cNvSpPr>
          <p:nvPr>
            <p:ph type="body" sz="half" idx="2"/>
            <p:custDataLst>
              <p:tags r:id="rId5"/>
            </p:custDataLst>
          </p:nvPr>
        </p:nvSpPr>
        <p:spPr>
          <a:xfrm>
            <a:off x="4679194"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stStyle>
          <a:p>
            <a:pPr lvl="0"/>
            <a:r>
              <a:rPr>
                <a:sym typeface="+mn-ea"/>
              </a:rPr>
              <a:t>单击此处编辑母版文本样式</a:t>
            </a:r>
            <a:endParaRPr>
              <a:sym typeface="+mn-ea"/>
            </a:endParaRPr>
          </a:p>
        </p:txBody>
      </p:sp>
      <p:sp>
        <p:nvSpPr>
          <p:cNvPr id="1048711" name="日期占位符 4"/>
          <p:cNvSpPr>
            <a:spLocks noGrp="1"/>
          </p:cNvSpPr>
          <p:nvPr>
            <p:ph type="dt" sz="half" idx="10"/>
            <p:custDataLst>
              <p:tags r:id="rId6"/>
            </p:custDataLst>
          </p:nvPr>
        </p:nvSpPr>
        <p:spPr/>
        <p:txBody>
          <a:bodyPr/>
          <a:p>
            <a:fld id="{9EFD9D74-47D9-4702-A33C-335B63B48DBF}" type="datetimeFigureOut">
              <a:rPr altLang="en-US" lang="zh-CN" smtClean="0"/>
            </a:fld>
            <a:endParaRPr altLang="en-US" dirty="0" lang="zh-CN"/>
          </a:p>
        </p:txBody>
      </p:sp>
      <p:sp>
        <p:nvSpPr>
          <p:cNvPr id="1048712" name="页脚占位符 5"/>
          <p:cNvSpPr>
            <a:spLocks noGrp="1"/>
          </p:cNvSpPr>
          <p:nvPr>
            <p:ph type="ftr" sz="quarter" idx="11"/>
            <p:custDataLst>
              <p:tags r:id="rId7"/>
            </p:custDataLst>
          </p:nvPr>
        </p:nvSpPr>
        <p:spPr/>
        <p:txBody>
          <a:bodyPr/>
          <a:p>
            <a:endParaRPr altLang="en-US" dirty="0" lang="zh-CN"/>
          </a:p>
        </p:txBody>
      </p:sp>
      <p:sp>
        <p:nvSpPr>
          <p:cNvPr id="1048713" name="灯片编号占位符 6"/>
          <p:cNvSpPr>
            <a:spLocks noGrp="1"/>
          </p:cNvSpPr>
          <p:nvPr>
            <p:ph type="sldNum" sz="quarter" idx="12"/>
            <p:custDataLst>
              <p:tags r:id="rId8"/>
            </p:custDataLst>
          </p:nvPr>
        </p:nvSpPr>
        <p:spPr/>
        <p:txBody>
          <a:bodyPr/>
          <a:p>
            <a:fld id="{FABC47A4-756D-490B-A52F-7D9E2C9FC05F}"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竖排标题与文本">
    <p:bg>
      <p:bgPr>
        <a:solidFill>
          <a:schemeClr val="bg2"/>
        </a:solidFill>
      </p:bgPr>
    </p:bg>
    <p:spTree>
      <p:nvGrpSpPr>
        <p:cNvPr id="81" name=""/>
        <p:cNvGrpSpPr/>
        <p:nvPr/>
      </p:nvGrpSpPr>
      <p:grpSpPr>
        <a:xfrm>
          <a:off x="0" y="0"/>
          <a:ext cx="0" cy="0"/>
          <a:chOff x="0" y="0"/>
          <a:chExt cx="0" cy="0"/>
        </a:xfrm>
      </p:grpSpPr>
      <p:pic>
        <p:nvPicPr>
          <p:cNvPr id="2097177" name="图片 6"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19" name="竖排标题 1"/>
          <p:cNvSpPr>
            <a:spLocks noGrp="1"/>
          </p:cNvSpPr>
          <p:nvPr>
            <p:ph type="title" orient="vert"/>
            <p:custDataLst>
              <p:tags r:id="rId3"/>
            </p:custDataLst>
          </p:nvPr>
        </p:nvSpPr>
        <p:spPr>
          <a:xfrm>
            <a:off x="7928351" y="714382"/>
            <a:ext cx="713238" cy="4041680"/>
          </a:xfrm>
        </p:spPr>
        <p:txBody>
          <a:bodyPr anchor="ctr" anchorCtr="0" bIns="46990" lIns="90170" rIns="90170" rtlCol="0" tIns="46990" vert="eaVert">
            <a:normAutofit/>
          </a:bodyPr>
          <a:lstStyle>
            <a:lvl1pPr algn="l" defTabSz="685800" eaLnBrk="1" fontAlgn="auto" hangingPunct="1" latinLnBrk="0" lvl="0" marL="0" marR="0" rtl="0">
              <a:lnSpc>
                <a:spcPct val="100000"/>
              </a:lnSpc>
              <a:spcAft>
                <a:spcPts val="0"/>
              </a:spcAft>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720" name="竖排文字占位符 2"/>
          <p:cNvSpPr>
            <a:spLocks noGrp="1"/>
          </p:cNvSpPr>
          <p:nvPr>
            <p:ph type="body" orient="vert" idx="1"/>
            <p:custDataLst>
              <p:tags r:id="rId4"/>
            </p:custDataLst>
          </p:nvPr>
        </p:nvSpPr>
        <p:spPr>
          <a:xfrm>
            <a:off x="502444" y="714376"/>
            <a:ext cx="7371076" cy="4041680"/>
          </a:xfrm>
        </p:spPr>
        <p:txBody>
          <a:bodyPr bIns="46990" lIns="90170" rIns="90170" tIns="46990" vert="eaVert">
            <a:normAutofit/>
          </a:bodyPr>
          <a:lstStyle>
            <a:lvl1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1pPr>
            <a:lvl2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2pPr>
            <a:lvl3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3pPr>
            <a:lvl4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4pPr>
            <a:lvl5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721"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22" name="页脚占位符 4"/>
          <p:cNvSpPr>
            <a:spLocks noGrp="1"/>
          </p:cNvSpPr>
          <p:nvPr>
            <p:ph type="ftr" sz="quarter" idx="11"/>
            <p:custDataLst>
              <p:tags r:id="rId6"/>
            </p:custDataLst>
          </p:nvPr>
        </p:nvSpPr>
        <p:spPr/>
        <p:txBody>
          <a:bodyPr/>
          <a:p>
            <a:endParaRPr altLang="en-US" lang="zh-CN"/>
          </a:p>
        </p:txBody>
      </p:sp>
      <p:sp>
        <p:nvSpPr>
          <p:cNvPr id="1048723"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p:bgPr>
    </p:bg>
    <p:spTree>
      <p:nvGrpSpPr>
        <p:cNvPr id="82" name=""/>
        <p:cNvGrpSpPr/>
        <p:nvPr/>
      </p:nvGrpSpPr>
      <p:grpSpPr>
        <a:xfrm>
          <a:off x="0" y="0"/>
          <a:ext cx="0" cy="0"/>
          <a:chOff x="0" y="0"/>
          <a:chExt cx="0" cy="0"/>
        </a:xfrm>
      </p:grpSpPr>
      <p:pic>
        <p:nvPicPr>
          <p:cNvPr id="2097178" name="图片 5"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24" name="日期占位符 2"/>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725" name="页脚占位符 3"/>
          <p:cNvSpPr>
            <a:spLocks noGrp="1"/>
          </p:cNvSpPr>
          <p:nvPr>
            <p:ph type="ftr" sz="quarter" idx="11"/>
            <p:custDataLst>
              <p:tags r:id="rId4"/>
            </p:custDataLst>
          </p:nvPr>
        </p:nvSpPr>
        <p:spPr/>
        <p:txBody>
          <a:bodyPr/>
          <a:p>
            <a:endParaRPr altLang="en-US" lang="zh-CN"/>
          </a:p>
        </p:txBody>
      </p:sp>
      <p:sp>
        <p:nvSpPr>
          <p:cNvPr id="1048726" name="灯片编号占位符 4"/>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
        <p:nvSpPr>
          <p:cNvPr id="1048727" name="内容占位符 6"/>
          <p:cNvSpPr>
            <a:spLocks noGrp="1"/>
          </p:cNvSpPr>
          <p:nvPr>
            <p:ph sz="quarter" idx="13"/>
            <p:custDataLst>
              <p:tags r:id="rId6"/>
            </p:custDataLst>
          </p:nvPr>
        </p:nvSpPr>
        <p:spPr>
          <a:xfrm>
            <a:off x="502448" y="714382"/>
            <a:ext cx="8139178" cy="4041680"/>
          </a:xfrm>
        </p:spPr>
        <p:txBody>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vl2pPr>
              <a:defRPr baseline="0">
                <a:solidFill>
                  <a:schemeClr val="tx1">
                    <a:lumMod val="85000"/>
                    <a:lumOff val="15000"/>
                  </a:schemeClr>
                </a:solidFill>
                <a:latin typeface="Arial" panose="020B0604020202020204" pitchFamily="34" charset="0"/>
                <a:ea typeface="Arial" panose="020B0604020202020204" pitchFamily="34" charset="0"/>
              </a:defRPr>
            </a:lvl2pPr>
            <a:lvl3pPr>
              <a:defRPr baseline="0">
                <a:solidFill>
                  <a:schemeClr val="tx1">
                    <a:lumMod val="85000"/>
                    <a:lumOff val="15000"/>
                  </a:schemeClr>
                </a:solidFill>
                <a:latin typeface="Arial" panose="020B0604020202020204" pitchFamily="34" charset="0"/>
                <a:ea typeface="Arial" panose="020B0604020202020204" pitchFamily="34" charset="0"/>
              </a:defRPr>
            </a:lvl3pPr>
            <a:lvl4pPr>
              <a:defRPr baseline="0">
                <a:solidFill>
                  <a:schemeClr val="tx1">
                    <a:lumMod val="85000"/>
                    <a:lumOff val="15000"/>
                  </a:schemeClr>
                </a:solidFill>
                <a:latin typeface="Arial" panose="020B0604020202020204" pitchFamily="34" charset="0"/>
                <a:ea typeface="Arial" panose="020B0604020202020204" pitchFamily="34" charset="0"/>
              </a:defRPr>
            </a:lvl4pPr>
            <a:lvl5pPr>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dpi="0">
          <a:blip xmlns:r="http://schemas.openxmlformats.org/officeDocument/2006/relationships" r:embed="rId1">
            <a:lum/>
          </a:blip>
          <a:srcRect/>
          <a:stretch>
            <a:fillRect/>
          </a:stretch>
        </a:blipFill>
      </p:bgPr>
    </p:bg>
    <p:spTree>
      <p:nvGrpSpPr>
        <p:cNvPr id="75" name=""/>
        <p:cNvGrpSpPr/>
        <p:nvPr/>
      </p:nvGrpSpPr>
      <p:grpSpPr>
        <a:xfrm>
          <a:off x="0" y="0"/>
          <a:ext cx="0" cy="0"/>
          <a:chOff x="0" y="0"/>
          <a:chExt cx="0" cy="0"/>
        </a:xfrm>
      </p:grpSpPr>
      <p:sp>
        <p:nvSpPr>
          <p:cNvPr id="1048695" name="标题 1"/>
          <p:cNvSpPr>
            <a:spLocks noGrp="1"/>
          </p:cNvSpPr>
          <p:nvPr>
            <p:ph type="title" hasCustomPrompt="1"/>
            <p:custDataLst>
              <p:tags r:id="rId2"/>
            </p:custDataLst>
          </p:nvPr>
        </p:nvSpPr>
        <p:spPr>
          <a:xfrm>
            <a:off x="2061845" y="1524635"/>
            <a:ext cx="5020945" cy="1237615"/>
          </a:xfrm>
        </p:spPr>
        <p:txBody>
          <a:bodyPr anchor="b" anchorCtr="0" bIns="0" lIns="90000" rIns="90000" rtlCol="0" tIns="46800" vert="horz">
            <a:normAutofit/>
          </a:bodyPr>
          <a:lstStyle>
            <a:lvl1pPr algn="ctr" defTabSz="685800" eaLnBrk="1" fontAlgn="auto" hangingPunct="1" latinLnBrk="0" marL="0" marR="0" rtl="0">
              <a:lnSpc>
                <a:spcPct val="100000"/>
              </a:lnSpc>
              <a:buNone/>
              <a:defRPr altLang="en-US" baseline="0" b="1" cap="none" dirty="0" sz="8000" i="0" kern="1200" kumimoji="0" lang="zh-CN" noProof="1" normalizeH="0" spc="450"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cs typeface="+mj-cs"/>
                <a:sym typeface="+mn-ea"/>
              </a:defRPr>
            </a:lvl1pPr>
          </a:lstStyle>
          <a:p>
            <a:pPr lvl="0"/>
            <a:r>
              <a:rPr dirty="0">
                <a:sym typeface="+mn-ea"/>
              </a:rPr>
              <a:t>编辑标题</a:t>
            </a:r>
            <a:endParaRPr dirty="0">
              <a:sym typeface="+mn-ea"/>
            </a:endParaRPr>
          </a:p>
        </p:txBody>
      </p:sp>
      <p:sp>
        <p:nvSpPr>
          <p:cNvPr id="1048696"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7" name="页脚占位符 3"/>
          <p:cNvSpPr>
            <a:spLocks noGrp="1"/>
          </p:cNvSpPr>
          <p:nvPr>
            <p:ph type="ftr" sz="quarter" idx="11"/>
            <p:custDataLst>
              <p:tags r:id="rId5"/>
            </p:custDataLst>
          </p:nvPr>
        </p:nvSpPr>
        <p:spPr/>
        <p:txBody>
          <a:bodyPr/>
          <a:p>
            <a:endParaRPr altLang="en-US" lang="zh-CN"/>
          </a:p>
        </p:txBody>
      </p:sp>
      <p:sp>
        <p:nvSpPr>
          <p:cNvPr id="1048698"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lang="zh-CN"/>
          </a:p>
        </p:txBody>
      </p:sp>
      <p:sp>
        <p:nvSpPr>
          <p:cNvPr id="1048699" name="文本占位符 8"/>
          <p:cNvSpPr>
            <a:spLocks noGrp="1"/>
          </p:cNvSpPr>
          <p:nvPr>
            <p:ph type="body" sz="quarter" idx="13" hasCustomPrompt="1"/>
            <p:custDataLst>
              <p:tags r:id="rId7"/>
            </p:custDataLst>
          </p:nvPr>
        </p:nvSpPr>
        <p:spPr>
          <a:xfrm>
            <a:off x="2061210" y="2809875"/>
            <a:ext cx="5021580" cy="638175"/>
          </a:xfrm>
        </p:spPr>
        <p:txBody>
          <a:bodyPr bIns="46800" lIns="90000" rIns="90000">
            <a:normAutofit/>
          </a:bodyPr>
          <a:lstStyle>
            <a:lvl1pPr algn="ctr" eaLnBrk="1" fontAlgn="auto" hangingPunct="1" indent="0" latinLnBrk="0" marL="0">
              <a:lnSpc>
                <a:spcPct val="100000"/>
              </a:lnSpc>
              <a:spcAft>
                <a:spcPts val="700"/>
              </a:spcAft>
              <a:buNone/>
              <a:defRPr baseline="0" sz="2400">
                <a:solidFill>
                  <a:schemeClr val="bg1"/>
                </a:solidFill>
                <a:latin typeface="Arial" panose="020B0604020202020204" pitchFamily="34" charset="0"/>
                <a:ea typeface="Arial" panose="020B0604020202020204" pitchFamily="34" charset="0"/>
              </a:defRPr>
            </a:lvl1pPr>
          </a:lstStyle>
          <a:p>
            <a:pPr lvl="0"/>
            <a:r>
              <a:rPr altLang="en-US" dirty="0" lang="zh-CN"/>
              <a:t>单击此处编辑文本</a:t>
            </a:r>
            <a:endParaRPr altLang="en-US" dirty="0"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p:bgPr>
    </p:bg>
    <p:spTree>
      <p:nvGrpSpPr>
        <p:cNvPr id="74" name=""/>
        <p:cNvGrpSpPr/>
        <p:nvPr/>
      </p:nvGrpSpPr>
      <p:grpSpPr>
        <a:xfrm>
          <a:off x="0" y="0"/>
          <a:ext cx="0" cy="0"/>
          <a:chOff x="0" y="0"/>
          <a:chExt cx="0" cy="0"/>
        </a:xfrm>
      </p:grpSpPr>
      <p:pic>
        <p:nvPicPr>
          <p:cNvPr id="2097173"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691" name="标题 1"/>
          <p:cNvSpPr>
            <a:spLocks noGrp="1"/>
          </p:cNvSpPr>
          <p:nvPr>
            <p:ph type="title"/>
            <p:custDataLst>
              <p:tags r:id="rId3"/>
            </p:custDataLst>
          </p:nvPr>
        </p:nvSpPr>
        <p:spPr/>
        <p:txBody>
          <a:bodyPr>
            <a:normAutofit/>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92"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3" name="页脚占位符 3"/>
          <p:cNvSpPr>
            <a:spLocks noGrp="1"/>
          </p:cNvSpPr>
          <p:nvPr>
            <p:ph type="ftr" sz="quarter" idx="11"/>
            <p:custDataLst>
              <p:tags r:id="rId5"/>
            </p:custDataLst>
          </p:nvPr>
        </p:nvSpPr>
        <p:spPr/>
        <p:txBody>
          <a:bodyPr/>
          <a:p>
            <a:endParaRPr altLang="en-US" dirty="0" lang="zh-CN"/>
          </a:p>
        </p:txBody>
      </p:sp>
      <p:sp>
        <p:nvSpPr>
          <p:cNvPr id="1048694"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p:bgPr>
    </p:bg>
    <p:spTree>
      <p:nvGrpSpPr>
        <p:cNvPr id="48" name=""/>
        <p:cNvGrpSpPr/>
        <p:nvPr/>
      </p:nvGrpSpPr>
      <p:grpSpPr>
        <a:xfrm>
          <a:off x="0" y="0"/>
          <a:ext cx="0" cy="0"/>
          <a:chOff x="0" y="0"/>
          <a:chExt cx="0" cy="0"/>
        </a:xfrm>
      </p:grpSpPr>
      <p:sp>
        <p:nvSpPr>
          <p:cNvPr id="1048606" name="矩形 5"/>
          <p:cNvSpPr/>
          <p:nvPr userDrawn="1">
            <p:custDataLst>
              <p:tags r:id="rId1"/>
            </p:custDataLst>
          </p:nvPr>
        </p:nvSpPr>
        <p:spPr>
          <a:xfrm>
            <a:off x="238601" y="204788"/>
            <a:ext cx="8769191" cy="4733925"/>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7" name="图片 7" descr="图层 2"/>
          <p:cNvPicPr>
            <a:picLocks noChangeAspect="1"/>
          </p:cNvPicPr>
          <p:nvPr userDrawn="1">
            <p:custDataLst>
              <p:tags r:id="rId2"/>
            </p:custDataLst>
          </p:nvPr>
        </p:nvPicPr>
        <p:blipFill>
          <a:blip xmlns:r="http://schemas.openxmlformats.org/officeDocument/2006/relationships" r:embed="rId3"/>
          <a:stretch>
            <a:fillRect/>
          </a:stretch>
        </p:blipFill>
        <p:spPr>
          <a:xfrm>
            <a:off x="8378825" y="4496435"/>
            <a:ext cx="629285" cy="442595"/>
          </a:xfrm>
          <a:prstGeom prst="rect"/>
        </p:spPr>
      </p:pic>
      <p:pic>
        <p:nvPicPr>
          <p:cNvPr id="2097158" name="图片 8" descr="图层 3"/>
          <p:cNvPicPr>
            <a:picLocks noChangeAspect="1"/>
          </p:cNvPicPr>
          <p:nvPr userDrawn="1">
            <p:custDataLst>
              <p:tags r:id="rId4"/>
            </p:custDataLst>
          </p:nvPr>
        </p:nvPicPr>
        <p:blipFill>
          <a:blip xmlns:r="http://schemas.openxmlformats.org/officeDocument/2006/relationships" r:embed="rId5"/>
          <a:stretch>
            <a:fillRect/>
          </a:stretch>
        </p:blipFill>
        <p:spPr>
          <a:xfrm>
            <a:off x="238760" y="4583430"/>
            <a:ext cx="657225" cy="409575"/>
          </a:xfrm>
          <a:prstGeom prst="rect"/>
        </p:spPr>
      </p:pic>
      <p:sp>
        <p:nvSpPr>
          <p:cNvPr id="1048607" name="标题 1"/>
          <p:cNvSpPr>
            <a:spLocks noGrp="1"/>
          </p:cNvSpPr>
          <p:nvPr>
            <p:ph type="title" hasCustomPrompt="1"/>
            <p:custDataLst>
              <p:tags r:id="rId6"/>
            </p:custDataLst>
          </p:nvPr>
        </p:nvSpPr>
        <p:spPr>
          <a:xfrm>
            <a:off x="961200" y="936900"/>
            <a:ext cx="7219800" cy="542700"/>
          </a:xfrm>
        </p:spPr>
        <p:txBody>
          <a:bodyPr anchor="ctr">
            <a:normAutofit/>
          </a:bodyPr>
          <a:lstStyle>
            <a:lvl1pP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08" name="内容占位符 6"/>
          <p:cNvSpPr>
            <a:spLocks noGrp="1"/>
          </p:cNvSpPr>
          <p:nvPr>
            <p:ph sz="quarter" idx="13"/>
            <p:custDataLst>
              <p:tags r:id="rId7"/>
            </p:custDataLst>
          </p:nvPr>
        </p:nvSpPr>
        <p:spPr>
          <a:xfrm>
            <a:off x="960835" y="1622700"/>
            <a:ext cx="7219950" cy="2583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09" name="页脚占位符 3"/>
          <p:cNvSpPr>
            <a:spLocks noGrp="1"/>
          </p:cNvSpPr>
          <p:nvPr>
            <p:ph type="ftr" sz="quarter" idx="11"/>
            <p:custDataLst>
              <p:tags r:id="rId8"/>
            </p:custDataLst>
          </p:nvPr>
        </p:nvSpPr>
        <p:spPr/>
        <p:txBody>
          <a:bodyPr/>
          <a:p>
            <a:endParaRPr altLang="en-US" dirty="0" lang="zh-CN"/>
          </a:p>
        </p:txBody>
      </p:sp>
      <p:sp>
        <p:nvSpPr>
          <p:cNvPr id="1048610"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
        <p:nvSpPr>
          <p:cNvPr id="104861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p:bgPr>
    </p:bg>
    <p:spTree>
      <p:nvGrpSpPr>
        <p:cNvPr id="57" name=""/>
        <p:cNvGrpSpPr/>
        <p:nvPr/>
      </p:nvGrpSpPr>
      <p:grpSpPr>
        <a:xfrm>
          <a:off x="0" y="0"/>
          <a:ext cx="0" cy="0"/>
          <a:chOff x="0" y="0"/>
          <a:chExt cx="0" cy="0"/>
        </a:xfrm>
      </p:grpSpPr>
      <p:sp>
        <p:nvSpPr>
          <p:cNvPr id="1048633" name="矩形 5"/>
          <p:cNvSpPr/>
          <p:nvPr userDrawn="1">
            <p:custDataLst>
              <p:tags r:id="rId1"/>
            </p:custDataLst>
          </p:nvPr>
        </p:nvSpPr>
        <p:spPr>
          <a:xfrm>
            <a:off x="-5715" y="-2857"/>
            <a:ext cx="3617595" cy="5149215"/>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3"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95885" y="4613910"/>
            <a:ext cx="685165" cy="427355"/>
          </a:xfrm>
          <a:prstGeom prst="rect"/>
        </p:spPr>
      </p:pic>
      <p:sp>
        <p:nvSpPr>
          <p:cNvPr id="1048634" name="标题 1"/>
          <p:cNvSpPr>
            <a:spLocks noGrp="1"/>
          </p:cNvSpPr>
          <p:nvPr>
            <p:ph type="title" hasCustomPrompt="1"/>
            <p:custDataLst>
              <p:tags r:id="rId4"/>
            </p:custDataLst>
          </p:nvPr>
        </p:nvSpPr>
        <p:spPr>
          <a:xfrm>
            <a:off x="325755" y="577850"/>
            <a:ext cx="3081655" cy="661670"/>
          </a:xfrm>
        </p:spPr>
        <p:txBody>
          <a:bodyPr anchor="ctr">
            <a:normAutofit/>
          </a:bodyPr>
          <a:lstStyle>
            <a:lvl1pPr>
              <a:defRPr baseline="0" sz="2700">
                <a:solidFill>
                  <a:schemeClr val="bg1"/>
                </a:solidFill>
                <a:latin typeface="Arial" panose="020B0604020202020204" pitchFamily="34" charset="0"/>
                <a:ea typeface="Arial" panose="020B0604020202020204" pitchFamily="34" charset="0"/>
              </a:defRPr>
            </a:lvl1pPr>
          </a:lstStyle>
          <a:p>
            <a:r>
              <a:rPr altLang="en-US" dirty="0" lang="zh-CN"/>
              <a:t>单击编辑标题</a:t>
            </a:r>
            <a:endParaRPr altLang="en-US" dirty="0" lang="zh-CN"/>
          </a:p>
        </p:txBody>
      </p:sp>
      <p:sp>
        <p:nvSpPr>
          <p:cNvPr id="1048635" name="页脚占位符 3"/>
          <p:cNvSpPr>
            <a:spLocks noGrp="1"/>
          </p:cNvSpPr>
          <p:nvPr>
            <p:ph type="ftr" sz="quarter" idx="11"/>
            <p:custDataLst>
              <p:tags r:id="rId5"/>
            </p:custDataLst>
          </p:nvPr>
        </p:nvSpPr>
        <p:spPr/>
        <p:txBody>
          <a:bodyPr/>
          <a:p>
            <a:endParaRPr altLang="en-US" dirty="0" lang="zh-CN"/>
          </a:p>
        </p:txBody>
      </p:sp>
      <p:sp>
        <p:nvSpPr>
          <p:cNvPr id="1048636"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
        <p:nvSpPr>
          <p:cNvPr id="1048637" name="文本占位符 6"/>
          <p:cNvSpPr>
            <a:spLocks noGrp="1"/>
          </p:cNvSpPr>
          <p:nvPr>
            <p:ph type="body" sz="quarter" idx="13"/>
            <p:custDataLst>
              <p:tags r:id="rId7"/>
            </p:custDataLst>
          </p:nvPr>
        </p:nvSpPr>
        <p:spPr>
          <a:xfrm>
            <a:off x="328930" y="1322705"/>
            <a:ext cx="3078480" cy="306959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8" name="内容占位符 8"/>
          <p:cNvSpPr>
            <a:spLocks noGrp="1"/>
          </p:cNvSpPr>
          <p:nvPr>
            <p:ph sz="quarter" idx="14"/>
            <p:custDataLst>
              <p:tags r:id="rId8"/>
            </p:custDataLst>
          </p:nvPr>
        </p:nvSpPr>
        <p:spPr>
          <a:xfrm>
            <a:off x="3825900" y="577454"/>
            <a:ext cx="4860000" cy="3815953"/>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9"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p:bgPr>
    </p:bg>
    <p:spTree>
      <p:nvGrpSpPr>
        <p:cNvPr id="46" name=""/>
        <p:cNvGrpSpPr/>
        <p:nvPr/>
      </p:nvGrpSpPr>
      <p:grpSpPr>
        <a:xfrm>
          <a:off x="0" y="0"/>
          <a:ext cx="0" cy="0"/>
          <a:chOff x="0" y="0"/>
          <a:chExt cx="0" cy="0"/>
        </a:xfrm>
      </p:grpSpPr>
      <p:sp>
        <p:nvSpPr>
          <p:cNvPr id="1048595" name="矩形 5"/>
          <p:cNvSpPr/>
          <p:nvPr userDrawn="1">
            <p:custDataLst>
              <p:tags r:id="rId1"/>
            </p:custDataLst>
          </p:nvPr>
        </p:nvSpPr>
        <p:spPr>
          <a:xfrm>
            <a:off x="0" y="-14764"/>
            <a:ext cx="9143524" cy="1997869"/>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6"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102235" y="66040"/>
            <a:ext cx="685165" cy="427355"/>
          </a:xfrm>
          <a:prstGeom prst="rect"/>
        </p:spPr>
      </p:pic>
      <p:sp>
        <p:nvSpPr>
          <p:cNvPr id="1048596" name="标题 1"/>
          <p:cNvSpPr>
            <a:spLocks noGrp="1"/>
          </p:cNvSpPr>
          <p:nvPr>
            <p:ph type="title"/>
            <p:custDataLst>
              <p:tags r:id="rId4"/>
            </p:custDataLst>
          </p:nvPr>
        </p:nvSpPr>
        <p:spPr>
          <a:xfrm>
            <a:off x="459000" y="585900"/>
            <a:ext cx="8232300" cy="469800"/>
          </a:xfrm>
        </p:spPr>
        <p:txBody>
          <a:bodyPr anchor="ctr">
            <a:normAutofit/>
          </a:bodyPr>
          <a:lstStyle>
            <a:lvl1pPr algn="ctr">
              <a:defRPr baseline="0" sz="2700">
                <a:solidFill>
                  <a:schemeClr val="bg1"/>
                </a:solidFill>
                <a:latin typeface="Arial" panose="020B0604020202020204" pitchFamily="34" charset="0"/>
                <a:ea typeface="Arial" panose="020B0604020202020204" pitchFamily="34" charset="0"/>
              </a:defRPr>
            </a:lvl1pPr>
          </a:lstStyle>
          <a:p>
            <a:r>
              <a:rPr altLang="en-US" lang="zh-CN"/>
              <a:t>单击此处编辑母版标题样式</a:t>
            </a:r>
            <a:endParaRPr altLang="en-US" lang="zh-CN"/>
          </a:p>
        </p:txBody>
      </p:sp>
      <p:sp>
        <p:nvSpPr>
          <p:cNvPr id="1048597"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598" name="页脚占位符 3"/>
          <p:cNvSpPr>
            <a:spLocks noGrp="1"/>
          </p:cNvSpPr>
          <p:nvPr>
            <p:ph type="ftr" sz="quarter" idx="11"/>
            <p:custDataLst>
              <p:tags r:id="rId6"/>
            </p:custDataLst>
          </p:nvPr>
        </p:nvSpPr>
        <p:spPr/>
        <p:txBody>
          <a:bodyPr/>
          <a:p>
            <a:endParaRPr altLang="en-US" dirty="0" lang="zh-CN"/>
          </a:p>
        </p:txBody>
      </p:sp>
      <p:sp>
        <p:nvSpPr>
          <p:cNvPr id="1048599"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00" name="文本占位符 6"/>
          <p:cNvSpPr>
            <a:spLocks noGrp="1"/>
          </p:cNvSpPr>
          <p:nvPr>
            <p:ph type="body" sz="quarter" idx="13"/>
            <p:custDataLst>
              <p:tags r:id="rId8"/>
            </p:custDataLst>
          </p:nvPr>
        </p:nvSpPr>
        <p:spPr>
          <a:xfrm>
            <a:off x="459000" y="1244700"/>
            <a:ext cx="8231981" cy="621000"/>
          </a:xfrm>
        </p:spPr>
        <p:txBody>
          <a:bodyPr>
            <a:normAutofit/>
          </a:bodyPr>
          <a:lstStyle>
            <a:lvl1pPr algn="ctr">
              <a:defRPr baseline="0">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01" name="内容占位符 8"/>
          <p:cNvSpPr>
            <a:spLocks noGrp="1"/>
          </p:cNvSpPr>
          <p:nvPr>
            <p:ph sz="quarter" idx="14"/>
            <p:custDataLst>
              <p:tags r:id="rId9"/>
            </p:custDataLst>
          </p:nvPr>
        </p:nvSpPr>
        <p:spPr>
          <a:xfrm>
            <a:off x="459581" y="2106000"/>
            <a:ext cx="8224200" cy="257310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p:bgPr>
    </p:bg>
    <p:spTree>
      <p:nvGrpSpPr>
        <p:cNvPr id="72" name=""/>
        <p:cNvGrpSpPr/>
        <p:nvPr/>
      </p:nvGrpSpPr>
      <p:grpSpPr>
        <a:xfrm>
          <a:off x="0" y="0"/>
          <a:ext cx="0" cy="0"/>
          <a:chOff x="0" y="0"/>
          <a:chExt cx="0" cy="0"/>
        </a:xfrm>
      </p:grpSpPr>
      <p:sp>
        <p:nvSpPr>
          <p:cNvPr id="1048684" name="矩形 5"/>
          <p:cNvSpPr/>
          <p:nvPr userDrawn="1">
            <p:custDataLst>
              <p:tags r:id="rId1"/>
            </p:custDataLst>
          </p:nvPr>
        </p:nvSpPr>
        <p:spPr>
          <a:xfrm>
            <a:off x="3334" y="3771900"/>
            <a:ext cx="9143524" cy="13716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73" name="组合 10"/>
          <p:cNvGrpSpPr/>
          <p:nvPr userDrawn="1">
            <p:custDataLst>
              <p:tags r:id="rId2"/>
            </p:custDataLst>
          </p:nvPr>
        </p:nvGrpSpPr>
        <p:grpSpPr>
          <a:xfrm>
            <a:off x="130175" y="59690"/>
            <a:ext cx="8933180" cy="442595"/>
            <a:chOff x="130175" y="59690"/>
            <a:chExt cx="8933180" cy="442595"/>
          </a:xfrm>
        </p:grpSpPr>
        <p:pic>
          <p:nvPicPr>
            <p:cNvPr id="2097171" name="图片 7"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130175" y="59690"/>
              <a:ext cx="629285" cy="442595"/>
            </a:xfrm>
            <a:prstGeom prst="rect"/>
          </p:spPr>
        </p:pic>
        <p:pic>
          <p:nvPicPr>
            <p:cNvPr id="2097172"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378190" y="74930"/>
              <a:ext cx="685165" cy="427355"/>
            </a:xfrm>
            <a:prstGeom prst="rect"/>
          </p:spPr>
        </p:pic>
      </p:grpSp>
      <p:sp>
        <p:nvSpPr>
          <p:cNvPr id="1048685" name="标题 1"/>
          <p:cNvSpPr>
            <a:spLocks noGrp="1"/>
          </p:cNvSpPr>
          <p:nvPr>
            <p:ph type="title"/>
            <p:custDataLst>
              <p:tags r:id="rId7"/>
            </p:custDataLst>
          </p:nvPr>
        </p:nvSpPr>
        <p:spPr>
          <a:xfrm>
            <a:off x="453600" y="502200"/>
            <a:ext cx="8232300" cy="423900"/>
          </a:xfrm>
        </p:spPr>
        <p:txBody>
          <a:bodyPr anchor="ctr">
            <a:normAutofit/>
          </a:bodyPr>
          <a:lstStyle>
            <a:lvl1pPr algn="ct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86"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7" name="页脚占位符 3"/>
          <p:cNvSpPr>
            <a:spLocks noGrp="1"/>
          </p:cNvSpPr>
          <p:nvPr>
            <p:ph type="ftr" sz="quarter" idx="11"/>
            <p:custDataLst>
              <p:tags r:id="rId9"/>
            </p:custDataLst>
          </p:nvPr>
        </p:nvSpPr>
        <p:spPr/>
        <p:txBody>
          <a:bodyPr/>
          <a:p>
            <a:endParaRPr altLang="en-US" dirty="0" lang="zh-CN"/>
          </a:p>
        </p:txBody>
      </p:sp>
      <p:sp>
        <p:nvSpPr>
          <p:cNvPr id="1048688"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89" name="内容占位符 6"/>
          <p:cNvSpPr>
            <a:spLocks noGrp="1"/>
          </p:cNvSpPr>
          <p:nvPr>
            <p:ph sz="quarter" idx="13"/>
            <p:custDataLst>
              <p:tags r:id="rId11"/>
            </p:custDataLst>
          </p:nvPr>
        </p:nvSpPr>
        <p:spPr>
          <a:xfrm>
            <a:off x="453628" y="1260900"/>
            <a:ext cx="8243100" cy="2408400"/>
          </a:xfrm>
        </p:spPr>
        <p:txBody>
          <a:bodyPr>
            <a:normAutofit/>
          </a:bodyPr>
          <a:lstStyle>
            <a:lvl1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1pPr>
            <a:lvl2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2pPr>
            <a:lvl3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3pPr>
            <a:lvl4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4pPr>
            <a:lvl5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90" name="文本占位符 8"/>
          <p:cNvSpPr>
            <a:spLocks noGrp="1"/>
          </p:cNvSpPr>
          <p:nvPr>
            <p:ph type="body" sz="quarter" idx="14"/>
            <p:custDataLst>
              <p:tags r:id="rId12"/>
            </p:custDataLst>
          </p:nvPr>
        </p:nvSpPr>
        <p:spPr>
          <a:xfrm>
            <a:off x="445500" y="3885300"/>
            <a:ext cx="8251200" cy="758700"/>
          </a:xfrm>
        </p:spPr>
        <p:txBody>
          <a:bodyPr/>
          <a:lstStyle>
            <a:lvl1pPr>
              <a:defRPr baseline="0" cap="none" kern="1200" normalizeH="0" spc="110" strike="noStrike" u="none">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p:bgPr>
    </p:bg>
    <p:spTree>
      <p:nvGrpSpPr>
        <p:cNvPr id="50" name=""/>
        <p:cNvGrpSpPr/>
        <p:nvPr/>
      </p:nvGrpSpPr>
      <p:grpSpPr>
        <a:xfrm>
          <a:off x="0" y="0"/>
          <a:ext cx="0" cy="0"/>
          <a:chOff x="0" y="0"/>
          <a:chExt cx="0" cy="0"/>
        </a:xfrm>
      </p:grpSpPr>
      <p:sp>
        <p:nvSpPr>
          <p:cNvPr id="1048613" name="矩形 5"/>
          <p:cNvSpPr/>
          <p:nvPr userDrawn="1">
            <p:custDataLst>
              <p:tags r:id="rId1"/>
            </p:custDataLst>
          </p:nvPr>
        </p:nvSpPr>
        <p:spPr>
          <a:xfrm>
            <a:off x="0" y="953"/>
            <a:ext cx="9143524" cy="6858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0"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0" y="4690745"/>
            <a:ext cx="685165" cy="427355"/>
          </a:xfrm>
          <a:prstGeom prst="rect"/>
        </p:spPr>
      </p:pic>
      <p:sp>
        <p:nvSpPr>
          <p:cNvPr id="1048614" name="标题 1"/>
          <p:cNvSpPr>
            <a:spLocks noGrp="1"/>
          </p:cNvSpPr>
          <p:nvPr>
            <p:ph type="title"/>
            <p:custDataLst>
              <p:tags r:id="rId4"/>
            </p:custDataLst>
          </p:nvPr>
        </p:nvSpPr>
        <p:spPr>
          <a:xfrm>
            <a:off x="434700" y="178200"/>
            <a:ext cx="8278200" cy="331473"/>
          </a:xfrm>
        </p:spPr>
        <p:txBody>
          <a:bodyPr>
            <a:normAutofit fontScale="90000"/>
          </a:bodyPr>
          <a:lstStyle>
            <a:lvl1pPr>
              <a:defRPr baseline="0" sz="2000">
                <a:solidFill>
                  <a:schemeClr val="bg1"/>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15"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616" name="页脚占位符 3"/>
          <p:cNvSpPr>
            <a:spLocks noGrp="1"/>
          </p:cNvSpPr>
          <p:nvPr>
            <p:ph type="ftr" sz="quarter" idx="11"/>
            <p:custDataLst>
              <p:tags r:id="rId6"/>
            </p:custDataLst>
          </p:nvPr>
        </p:nvSpPr>
        <p:spPr/>
        <p:txBody>
          <a:bodyPr/>
          <a:p>
            <a:endParaRPr altLang="en-US" dirty="0" lang="zh-CN"/>
          </a:p>
        </p:txBody>
      </p:sp>
      <p:sp>
        <p:nvSpPr>
          <p:cNvPr id="1048617"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18" name="内容占位符 6"/>
          <p:cNvSpPr>
            <a:spLocks noGrp="1"/>
          </p:cNvSpPr>
          <p:nvPr>
            <p:ph sz="quarter" idx="13"/>
            <p:custDataLst>
              <p:tags r:id="rId8"/>
            </p:custDataLst>
          </p:nvPr>
        </p:nvSpPr>
        <p:spPr>
          <a:xfrm>
            <a:off x="434700" y="1247400"/>
            <a:ext cx="40068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19" name="内容占位符 8"/>
          <p:cNvSpPr>
            <a:spLocks noGrp="1"/>
          </p:cNvSpPr>
          <p:nvPr>
            <p:ph sz="quarter" idx="14"/>
            <p:custDataLst>
              <p:tags r:id="rId9"/>
            </p:custDataLst>
          </p:nvPr>
        </p:nvSpPr>
        <p:spPr>
          <a:xfrm>
            <a:off x="4681800" y="1247400"/>
            <a:ext cx="40257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20" name="文本占位符 10"/>
          <p:cNvSpPr>
            <a:spLocks noGrp="1"/>
          </p:cNvSpPr>
          <p:nvPr>
            <p:ph type="body" sz="quarter" idx="15"/>
            <p:custDataLst>
              <p:tags r:id="rId10"/>
            </p:custDataLst>
          </p:nvPr>
        </p:nvSpPr>
        <p:spPr>
          <a:xfrm>
            <a:off x="429300" y="3612600"/>
            <a:ext cx="40068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21" name="文本占位符 12"/>
          <p:cNvSpPr>
            <a:spLocks noGrp="1"/>
          </p:cNvSpPr>
          <p:nvPr>
            <p:ph type="body" sz="quarter" idx="16"/>
            <p:custDataLst>
              <p:tags r:id="rId11"/>
            </p:custDataLst>
          </p:nvPr>
        </p:nvSpPr>
        <p:spPr>
          <a:xfrm>
            <a:off x="4689900" y="3609900"/>
            <a:ext cx="40257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p:bgPr>
    </p:bg>
    <p:spTree>
      <p:nvGrpSpPr>
        <p:cNvPr id="60" name=""/>
        <p:cNvGrpSpPr/>
        <p:nvPr/>
      </p:nvGrpSpPr>
      <p:grpSpPr>
        <a:xfrm>
          <a:off x="0" y="0"/>
          <a:ext cx="0" cy="0"/>
          <a:chOff x="0" y="0"/>
          <a:chExt cx="0" cy="0"/>
        </a:xfrm>
      </p:grpSpPr>
      <p:sp>
        <p:nvSpPr>
          <p:cNvPr id="1048647" name="矩形 7"/>
          <p:cNvSpPr/>
          <p:nvPr userDrawn="1">
            <p:custDataLst>
              <p:tags r:id="rId1"/>
            </p:custDataLst>
          </p:nvPr>
        </p:nvSpPr>
        <p:spPr>
          <a:xfrm>
            <a:off x="-1429" y="719614"/>
            <a:ext cx="9144476" cy="3704273"/>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61" name="组合 8"/>
          <p:cNvGrpSpPr/>
          <p:nvPr userDrawn="1">
            <p:custDataLst>
              <p:tags r:id="rId2"/>
            </p:custDataLst>
          </p:nvPr>
        </p:nvGrpSpPr>
        <p:grpSpPr>
          <a:xfrm>
            <a:off x="-635" y="276860"/>
            <a:ext cx="9144000" cy="4764405"/>
            <a:chOff x="-635" y="276860"/>
            <a:chExt cx="9144000" cy="4764405"/>
          </a:xfrm>
        </p:grpSpPr>
        <p:pic>
          <p:nvPicPr>
            <p:cNvPr id="2097165" name="图片 5"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635" y="276860"/>
              <a:ext cx="629285" cy="442595"/>
            </a:xfrm>
            <a:prstGeom prst="rect"/>
          </p:spPr>
        </p:pic>
        <p:pic>
          <p:nvPicPr>
            <p:cNvPr id="2097166"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458200" y="4613910"/>
              <a:ext cx="685165" cy="427355"/>
            </a:xfrm>
            <a:prstGeom prst="rect"/>
          </p:spPr>
        </p:pic>
      </p:grpSp>
      <p:sp>
        <p:nvSpPr>
          <p:cNvPr id="1048648" name="标题 1"/>
          <p:cNvSpPr>
            <a:spLocks noGrp="1"/>
          </p:cNvSpPr>
          <p:nvPr>
            <p:ph type="title" hasCustomPrompt="1"/>
            <p:custDataLst>
              <p:tags r:id="rId7"/>
            </p:custDataLst>
          </p:nvPr>
        </p:nvSpPr>
        <p:spPr>
          <a:xfrm>
            <a:off x="1142100" y="1004400"/>
            <a:ext cx="6858000" cy="1790100"/>
          </a:xfrm>
        </p:spPr>
        <p:txBody>
          <a:bodyPr anchor="b">
            <a:normAutofit/>
          </a:bodyPr>
          <a:lstStyle>
            <a:lvl1pPr algn="ctr">
              <a:defRPr baseline="0" sz="45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49"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50" name="页脚占位符 3"/>
          <p:cNvSpPr>
            <a:spLocks noGrp="1"/>
          </p:cNvSpPr>
          <p:nvPr>
            <p:ph type="ftr" sz="quarter" idx="11"/>
            <p:custDataLst>
              <p:tags r:id="rId9"/>
            </p:custDataLst>
          </p:nvPr>
        </p:nvSpPr>
        <p:spPr/>
        <p:txBody>
          <a:bodyPr/>
          <a:p>
            <a:endParaRPr altLang="en-US" dirty="0" lang="zh-CN"/>
          </a:p>
        </p:txBody>
      </p:sp>
      <p:sp>
        <p:nvSpPr>
          <p:cNvPr id="104865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52" name="文本占位符 6"/>
          <p:cNvSpPr>
            <a:spLocks noGrp="1"/>
          </p:cNvSpPr>
          <p:nvPr>
            <p:ph type="body" sz="quarter" idx="13"/>
            <p:custDataLst>
              <p:tags r:id="rId11"/>
            </p:custDataLst>
          </p:nvPr>
        </p:nvSpPr>
        <p:spPr>
          <a:xfrm>
            <a:off x="1141810" y="2897100"/>
            <a:ext cx="6858000" cy="1242000"/>
          </a:xfrm>
        </p:spPr>
        <p:txBody>
          <a:bodyPr>
            <a:normAutofit/>
          </a:bodyPr>
          <a:lstStyle>
            <a:lvl1pPr algn="ctr">
              <a:defRPr baseline="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ags" Target="../tags/tag127.xml"/><Relationship Id="rId20" Type="http://schemas.openxmlformats.org/officeDocument/2006/relationships/tags" Target="../tags/tag128.xml"/><Relationship Id="rId21" Type="http://schemas.openxmlformats.org/officeDocument/2006/relationships/tags" Target="../tags/tag129.xml"/><Relationship Id="rId22" Type="http://schemas.openxmlformats.org/officeDocument/2006/relationships/tags" Target="../tags/tag130.xml"/><Relationship Id="rId23" Type="http://schemas.openxmlformats.org/officeDocument/2006/relationships/tags" Target="../tags/tag131.xml"/><Relationship Id="rId24" Type="http://schemas.openxmlformats.org/officeDocument/2006/relationships/tags" Target="../tags/tag132.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502412" y="332423"/>
            <a:ext cx="8139178" cy="331473"/>
          </a:xfrm>
          <a:prstGeom prst="rect"/>
        </p:spPr>
        <p:txBody>
          <a:bodyPr anchor="t" anchorCtr="0" bIns="38100" lIns="101600" rIns="76200" rtlCol="0" tIns="38100" vert="horz">
            <a:noAutofit/>
          </a:bodyPr>
          <a:p>
            <a:r>
              <a:rPr altLang="en-US" dirty="0" lang="zh-CN"/>
              <a:t>单击此处编辑母版标题样式</a:t>
            </a:r>
            <a:endParaRPr altLang="en-US" dirty="0" lang="zh-CN"/>
          </a:p>
        </p:txBody>
      </p:sp>
      <p:sp>
        <p:nvSpPr>
          <p:cNvPr id="1048577" name="文本占位符 2"/>
          <p:cNvSpPr>
            <a:spLocks noGrp="1"/>
          </p:cNvSpPr>
          <p:nvPr>
            <p:ph type="body" idx="1"/>
            <p:custDataLst>
              <p:tags r:id="rId20"/>
            </p:custDataLst>
          </p:nvPr>
        </p:nvSpPr>
        <p:spPr>
          <a:xfrm>
            <a:off x="502412" y="714382"/>
            <a:ext cx="8139178" cy="4041680"/>
          </a:xfrm>
          <a:prstGeom prst="rect"/>
        </p:spPr>
        <p:txBody>
          <a:bodyPr bIns="0" lIns="101600" rIns="82550" rtlCol="0" tIns="0" vert="horz">
            <a:normAutofit/>
          </a:bodyPr>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578" name="日期占位符 3"/>
          <p:cNvSpPr>
            <a:spLocks noGrp="1"/>
          </p:cNvSpPr>
          <p:nvPr>
            <p:ph type="dt" sz="half" idx="2"/>
            <p:custDataLst>
              <p:tags r:id="rId21"/>
            </p:custDataLst>
          </p:nvPr>
        </p:nvSpPr>
        <p:spPr>
          <a:xfrm>
            <a:off x="659807" y="4762375"/>
            <a:ext cx="2025000" cy="237600"/>
          </a:xfrm>
          <a:prstGeom prst="rect"/>
        </p:spPr>
        <p:txBody>
          <a:bodyPr anchor="ctr" bIns="45720" lIns="91440" rIns="91440" rtlCol="0" tIns="45720" vert="horz">
            <a:normAutofit/>
          </a:bodyPr>
          <a:lstStyle>
            <a:lvl1pPr algn="l">
              <a:defRPr sz="900">
                <a:solidFill>
                  <a:schemeClr val="tx1">
                    <a:tint val="75000"/>
                  </a:schemeClr>
                </a:solidFill>
                <a:ea typeface="Arial" panose="020B0604020202020204" pitchFamily="34" charset="0"/>
              </a:defRPr>
            </a:lvl1pPr>
          </a:lstStyle>
          <a:p>
            <a:fld id="{760FBDFE-C587-4B4C-A407-44438C67B59E}" type="datetimeFigureOut">
              <a:rPr altLang="en-US" lang="zh-CN" smtClean="0"/>
            </a:fld>
            <a:endParaRPr altLang="en-US" lang="zh-CN"/>
          </a:p>
        </p:txBody>
      </p:sp>
      <p:sp>
        <p:nvSpPr>
          <p:cNvPr id="1048579" name="页脚占位符 4"/>
          <p:cNvSpPr>
            <a:spLocks noGrp="1"/>
          </p:cNvSpPr>
          <p:nvPr>
            <p:ph type="ftr" sz="quarter" idx="3"/>
            <p:custDataLst>
              <p:tags r:id="rId22"/>
            </p:custDataLst>
          </p:nvPr>
        </p:nvSpPr>
        <p:spPr>
          <a:xfrm>
            <a:off x="3087000" y="4762375"/>
            <a:ext cx="2970000" cy="237600"/>
          </a:xfrm>
          <a:prstGeom prst="rect"/>
        </p:spPr>
        <p:txBody>
          <a:bodyPr anchor="ctr" bIns="45720" lIns="91440" rIns="91440" rtlCol="0" tIns="45720" vert="horz">
            <a:normAutofit/>
          </a:bodyPr>
          <a:lstStyle>
            <a:lvl1pPr algn="ctr">
              <a:defRPr sz="900">
                <a:solidFill>
                  <a:schemeClr val="tx1">
                    <a:tint val="75000"/>
                  </a:schemeClr>
                </a:solidFill>
                <a:ea typeface="Arial" panose="020B0604020202020204" pitchFamily="34" charset="0"/>
              </a:defRPr>
            </a:lvl1pPr>
          </a:lstStyle>
          <a:p>
            <a:endParaRPr altLang="en-US" dirty="0" lang="zh-CN"/>
          </a:p>
        </p:txBody>
      </p:sp>
      <p:sp>
        <p:nvSpPr>
          <p:cNvPr id="1048580" name="灯片编号占位符 5"/>
          <p:cNvSpPr>
            <a:spLocks noGrp="1"/>
          </p:cNvSpPr>
          <p:nvPr>
            <p:ph type="sldNum" sz="quarter" idx="4"/>
            <p:custDataLst>
              <p:tags r:id="rId23"/>
            </p:custDataLst>
          </p:nvPr>
        </p:nvSpPr>
        <p:spPr>
          <a:xfrm>
            <a:off x="6457950" y="4762375"/>
            <a:ext cx="2025000" cy="237600"/>
          </a:xfrm>
          <a:prstGeom prst="rect"/>
        </p:spPr>
        <p:txBody>
          <a:bodyPr anchor="ctr" bIns="45720" lIns="91440" rIns="91440" rtlCol="0" tIns="45720" vert="horz">
            <a:normAutofit/>
          </a:bodyPr>
          <a:lstStyle>
            <a:lvl1pPr algn="r">
              <a:defRPr sz="900">
                <a:solidFill>
                  <a:schemeClr val="tx1">
                    <a:tint val="75000"/>
                  </a:schemeClr>
                </a:solidFill>
                <a:ea typeface="Arial" panose="020B0604020202020204" pitchFamily="34" charset="0"/>
              </a:defRPr>
            </a:lvl1pPr>
          </a:lstStyle>
          <a:p>
            <a:fld id="{49AE70B2-8BF9-45C0-BB95-33D1B9D3A854}" type="slidenum">
              <a:rPr altLang="en-US" lang="zh-CN" smtClean="0"/>
            </a:fld>
            <a:endParaRPr altLang="en-US" dirty="0" lang="zh-CN"/>
          </a:p>
        </p:txBody>
      </p:sp>
      <p:sp>
        <p:nvSpPr>
          <p:cNvPr id="1048581" name="KSO_TEMPLATE" hidden="1"/>
          <p:cNvSpPr/>
          <p:nvPr userDrawn="1">
            <p:custDataLst>
              <p:tags r:id="rId24"/>
            </p:custDataLst>
          </p:nvPr>
        </p:nvSpPr>
        <p:spPr>
          <a:xfrm>
            <a:off x="0" y="0"/>
            <a:ext cx="0" cy="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ea typeface="Arial" panose="020B0604020202020204" pitchFamily="34" charset="0"/>
            </a:endParaRPr>
          </a:p>
        </p:txBody>
      </p:sp>
    </p:spTree>
  </p:cSld>
  <p:clrMap accent1="accent1" accent2="accent2" accent3="accent3" accent4="accent4" accent5="accent5" accent6="accent6" bg1="lt1" bg2="lt2" tx1="dk1" tx2="dk2"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Lst>
  <p:txStyles>
    <p:titleStyle>
      <a:lvl1pPr algn="l" defTabSz="685800" eaLnBrk="1" fontAlgn="auto" hangingPunct="1" latinLnBrk="0" rtl="0">
        <a:lnSpc>
          <a:spcPct val="100000"/>
        </a:lnSpc>
        <a:spcBef>
          <a:spcPct val="0"/>
        </a:spcBef>
        <a:buNone/>
        <a:defRPr b="1" cap="none" sz="1800" kern="1200" normalizeH="0" spc="150" strike="noStrike" u="none">
          <a:solidFill>
            <a:schemeClr val="tx1"/>
          </a:solidFill>
          <a:latin typeface="Arial" panose="020B0604020202020204" pitchFamily="34" charset="0"/>
          <a:ea typeface="Arial" panose="020B0604020202020204" pitchFamily="34" charset="0"/>
          <a:cs typeface="+mj-cs"/>
        </a:defRPr>
      </a:lvl1pPr>
    </p:titleStyle>
    <p:body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33.xml"/><Relationship Id="rId2" Type="http://schemas.openxmlformats.org/officeDocument/2006/relationships/tags" Target="../tags/tag134.xml"/><Relationship Id="rId3" Type="http://schemas.openxmlformats.org/officeDocument/2006/relationships/image" Target="../media/image3.png"/><Relationship Id="rId4" Type="http://schemas.openxmlformats.org/officeDocument/2006/relationships/tags" Target="../tags/tag135.xml"/><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tags" Target="../tags/tag137.xml"/><Relationship Id="rId3" Type="http://schemas.openxmlformats.org/officeDocument/2006/relationships/tags" Target="../tags/tag138.xml"/><Relationship Id="rId4"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87" name="标题 2"/>
          <p:cNvSpPr>
            <a:spLocks noGrp="1"/>
          </p:cNvSpPr>
          <p:nvPr>
            <p:ph type="ctrTitle"/>
            <p:custDataLst>
              <p:tags r:id="rId1"/>
            </p:custDataLst>
          </p:nvPr>
        </p:nvSpPr>
        <p:spPr>
          <a:xfrm>
            <a:off x="1722260" y="1313062"/>
            <a:ext cx="6545991" cy="994916"/>
          </a:xfrm>
        </p:spPr>
        <p:txBody>
          <a:bodyPr>
            <a:noAutofit/>
          </a:bodyPr>
          <a:p>
            <a:r>
              <a:rPr altLang="zh-CN" b="1" dirty="0" sz="2400" lang="en-US">
                <a:solidFill/>
              </a:rPr>
              <a:t>INTRODUCTION TO SPECTROSCOPY AND APPLICATIONS IN NMR SPECTROSCOPY</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endParaRPr altLang="zh-CN" b="1" dirty="0" sz="2400" lang="en-US"/>
          </a:p>
        </p:txBody>
      </p:sp>
      <p:sp>
        <p:nvSpPr>
          <p:cNvPr id="1048588" name="标题 2"/>
          <p:cNvSpPr>
            <a:spLocks noGrp="1"/>
          </p:cNvSpPr>
          <p:nvPr>
            <p:ph type="ctrTitle"/>
            <p:custDataLst>
              <p:tags r:id="rId2"/>
            </p:custDataLst>
          </p:nvPr>
        </p:nvSpPr>
        <p:spPr>
          <a:xfrm>
            <a:off x="1238957" y="2571750"/>
            <a:ext cx="7512594" cy="1075755"/>
          </a:xfrm>
          <a:prstGeom prst="rect"/>
        </p:spPr>
        <p:txBody>
          <a:bodyPr anchor="b" anchorCtr="0" bIns="0" lIns="90000" rIns="90000" rtlCol="0" tIns="46800" vert="horz">
            <a:noAutofit/>
          </a:bodyPr>
          <a:lstStyle>
            <a:lvl1pPr algn="ctr" defTabSz="685800" eaLnBrk="1" fontAlgn="auto" hangingPunct="1" latinLnBrk="0" rtl="0">
              <a:lnSpc>
                <a:spcPct val="100000"/>
              </a:lnSpc>
              <a:buNone/>
              <a:defRPr baseline="0" sz="5400" spc="450">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zh-CN" b="1" dirty="0" sz="2000" lang="en-US">
                <a:solidFill/>
              </a:rPr>
              <a:t>PRESENTED BYK. RANJITHDEPARTMENT OF CHEMISTRYRESEARCH SCHOLAR</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br>
              <a:rPr altLang="zh-CN" b="1" dirty="0" sz="2000" lang="en-US"/>
            </a:b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br>
              <a:rPr altLang="zh-CN" b="1" dirty="0" sz="2000" lang="en-US"/>
            </a:b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br>
              <a:rPr altLang="zh-CN" b="1" dirty="0" sz="2000" lang="en-US"/>
            </a:b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endParaRPr altLang="zh-CN" b="1" dirty="0" sz="2000"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593" name="文本框 4"/>
          <p:cNvSpPr txBox="1"/>
          <p:nvPr>
            <p:custDataLst>
              <p:tags r:id="rId1"/>
            </p:custDataLst>
          </p:nvPr>
        </p:nvSpPr>
        <p:spPr>
          <a:xfrm>
            <a:off x="7647273" y="343301"/>
            <a:ext cx="1334234" cy="525649"/>
          </a:xfrm>
          <a:prstGeom prst="rect"/>
          <a:noFill/>
        </p:spPr>
        <p:txBody>
          <a:bodyPr anchor="b" anchorCtr="0" rtlCol="0" wrap="square">
            <a:normAutofit/>
          </a:bodyPr>
          <a:p>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ABOUT</a:t>
            </a:r>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
            </a:r>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
            </a:r>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
            </a:r>
            <a:endPar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endParaRPr>
          </a:p>
        </p:txBody>
      </p:sp>
      <p:cxnSp>
        <p:nvCxnSpPr>
          <p:cNvPr id="3145728" name="直接连接符 3"/>
          <p:cNvCxnSpPr>
            <a:cxnSpLocks/>
          </p:cNvCxnSpPr>
          <p:nvPr>
            <p:custDataLst>
              <p:tags r:id="rId2"/>
            </p:custDataLst>
          </p:nvPr>
        </p:nvCxnSpPr>
        <p:spPr>
          <a:xfrm flipH="1">
            <a:off x="7647273" y="868950"/>
            <a:ext cx="1415772" cy="0"/>
          </a:xfrm>
          <a:prstGeom prst="line"/>
          <a:ln>
            <a:solidFill>
              <a:schemeClr val="bg1"/>
            </a:solidFill>
          </a:ln>
        </p:spPr>
        <p:style>
          <a:lnRef idx="1">
            <a:schemeClr val="accent1"/>
          </a:lnRef>
          <a:fillRef idx="0">
            <a:schemeClr val="accent1"/>
          </a:fillRef>
          <a:effectRef idx="0">
            <a:schemeClr val="accent1"/>
          </a:effectRef>
          <a:fontRef idx="minor">
            <a:schemeClr val="tx1"/>
          </a:fontRef>
        </p:style>
      </p:cxnSp>
      <p:sp>
        <p:nvSpPr>
          <p:cNvPr id="1048594" name=""/>
          <p:cNvSpPr txBox="1"/>
          <p:nvPr/>
        </p:nvSpPr>
        <p:spPr>
          <a:xfrm>
            <a:off x="198941" y="868949"/>
            <a:ext cx="8662537" cy="2834640"/>
          </a:xfrm>
          <a:prstGeom prst="rect"/>
        </p:spPr>
        <p:txBody>
          <a:bodyPr rtlCol="0" wrap="square">
            <a:spAutoFit/>
          </a:bodyPr>
          <a:p>
            <a:pPr>
              <a:lnSpc>
                <a:spcPct val="150000"/>
              </a:lnSpc>
            </a:pPr>
            <a:r>
              <a:rPr b="1" sz="2000" i="0" lang="en-US" u="none">
                <a:solidFill>
                  <a:srgbClr val="FFFFFF"/>
                </a:solidFill>
              </a:rPr>
              <a:t>Mr. K. RANJITH</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Education : B.Sc., M.Sc. - Department of Chemistry</a:t>
            </a:r>
            <a:r>
              <a:rPr b="1" sz="2000" i="0" lang="en-GB" u="none">
                <a:solidFill>
                  <a:srgbClr val="FFFFFF"/>
                </a:solidFill>
              </a:rPr>
              <a:t/>
            </a:r>
            <a:r>
              <a:rPr b="1" sz="2000" i="0" lang="en-US" u="none">
                <a:solidFill>
                  <a:srgbClr val="FFFFFF"/>
                </a:solidFill>
              </a:rPr>
              <a:t/>
            </a:r>
            <a:r>
              <a:rPr b="1" sz="2000" i="0" lang="en-GB"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GB"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Research - Institute For Environmental Nanotechnology (IENT),</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AWE Care India Institute, Zigma Global Environ Solutions Pvt Ltd</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Journal Membership - Journal of American Chemical Society (ACS),</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Journal of Environmental Nanotechnology (JENT)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2" name=""/>
          <p:cNvSpPr>
            <a:spLocks noGrp="1"/>
          </p:cNvSpPr>
          <p:nvPr>
            <p:ph type="title"/>
          </p:nvPr>
        </p:nvSpPr>
        <p:spPr/>
        <p:txBody>
          <a:bodyPr>
            <a:normAutofit/>
          </a:bodyPr>
          <a:p>
            <a:r>
              <a:rPr sz="2400" lang="en-US">
                <a:solidFill/>
              </a:rPr>
              <a:t>INTRODUCTION TO SPECTROSCOPY</a:t>
            </a:r>
            <a:r>
              <a:rPr sz="2400" lang="en-US">
                <a:solidFill/>
              </a:rPr>
              <a:t/>
            </a:r>
            <a:r>
              <a:rPr sz="2400" lang="en-US">
                <a:solidFill/>
              </a:rPr>
              <a:t/>
            </a:r>
            <a:r>
              <a:rPr sz="2400" lang="en-US">
                <a:solidFill/>
              </a:rPr>
              <a:t/>
            </a:r>
            <a:r>
              <a:rPr sz="2400" lang="en-US">
                <a:solidFill/>
              </a:rPr>
              <a:t/>
            </a:r>
            <a:r>
              <a:rPr sz="2400" lang="en-US">
                <a:solidFill/>
              </a:rPr>
              <a:t/>
            </a:r>
            <a:r>
              <a:rPr sz="2400" lang="en-US">
                <a:solidFill/>
              </a:rPr>
              <a:t/>
            </a:r>
            <a:endParaRPr sz="2400" lang="en-GB"/>
          </a:p>
        </p:txBody>
      </p:sp>
      <p:sp>
        <p:nvSpPr>
          <p:cNvPr id="1048603" name=""/>
          <p:cNvSpPr>
            <a:spLocks noGrp="1"/>
          </p:cNvSpPr>
          <p:nvPr>
            <p:ph sz="quarter" idx="14"/>
          </p:nvPr>
        </p:nvSpPr>
        <p:spPr>
          <a:xfrm>
            <a:off x="124577" y="2106000"/>
            <a:ext cx="8894206" cy="2906282"/>
          </a:xfrm>
        </p:spPr>
        <p:txBody>
          <a:bodyPr/>
          <a:p>
            <a:endParaRPr lang="en-GB"/>
          </a:p>
        </p:txBody>
      </p:sp>
      <p:sp>
        <p:nvSpPr>
          <p:cNvPr id="1048604" name=""/>
          <p:cNvSpPr>
            <a:spLocks noGrp="1"/>
          </p:cNvSpPr>
          <p:nvPr>
            <p:ph type="title"/>
          </p:nvPr>
        </p:nvSpPr>
        <p:spPr>
          <a:xfrm>
            <a:off x="458999" y="1055699"/>
            <a:ext cx="8232300" cy="469800"/>
          </a:xfrm>
          <a:prstGeom prst="rect"/>
        </p:spPr>
        <p:txBody>
          <a:bodyPr anchor="ctr" anchorCtr="0" bIns="38100" lIns="101600" rIns="76200" rtlCol="0" tIns="38100" vert="horz">
            <a:normAutofit/>
          </a:bodyPr>
          <a:lstStyle>
            <a:lvl1pPr algn="ctr" defTabSz="685800" eaLnBrk="1" fontAlgn="auto" hangingPunct="1" latinLnBrk="0" rtl="0">
              <a:lnSpc>
                <a:spcPct val="100000"/>
              </a:lnSpc>
              <a:buNone/>
              <a:defRPr baseline="0" sz="2700">
                <a:solidFill>
                  <a:schemeClr val="bg1"/>
                </a:solidFill>
                <a:latin typeface="Arial" panose="020B0604020202020204" pitchFamily="34" charset="0"/>
                <a:ea typeface="Arial" panose="020B0604020202020204" pitchFamily="34" charset="0"/>
              </a:defRPr>
            </a:lvl1pPr>
          </a:lstStyle>
          <a:p>
            <a:r>
              <a:rPr sz="2000" lang="en-US">
                <a:solidFill/>
              </a:rPr>
              <a:t>DEFINITION &amp; CLASSIFICATION</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endParaRPr sz="2000" lang="en-GB"/>
          </a:p>
        </p:txBody>
      </p:sp>
      <p:sp>
        <p:nvSpPr>
          <p:cNvPr id="1048605" name=""/>
          <p:cNvSpPr txBox="1"/>
          <p:nvPr/>
        </p:nvSpPr>
        <p:spPr>
          <a:xfrm>
            <a:off x="147711" y="1889670"/>
            <a:ext cx="8848577" cy="2491740"/>
          </a:xfrm>
          <a:prstGeom prst="rect"/>
        </p:spPr>
        <p:txBody>
          <a:bodyPr anchor="t" rtlCol="0" wrap="square">
            <a:spAutoFit/>
          </a:bodyPr>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r>
              <a:rPr b="0" sz="1800" lang="en-GB">
                <a:solidFill>
                  <a:srgbClr val="000000"/>
                </a:solidFill>
              </a:rPr>
              <a:t>The branch of science dealing with the study of </a:t>
            </a:r>
            <a:r>
              <a:rPr b="0" sz="1800" lang="en-GB">
                <a:solidFill>
                  <a:srgbClr val="993300"/>
                </a:solidFill>
              </a:rPr>
              <a:t>spectra</a:t>
            </a:r>
            <a:r>
              <a:rPr b="0" sz="1800" lang="en-GB">
                <a:solidFill>
                  <a:srgbClr val="000000"/>
                </a:solidFill>
              </a:rPr>
              <a:t> is called spectroscopy. "Spectro" means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radiation</a:t>
            </a:r>
            <a:r>
              <a:rPr b="0" sz="1800" lang="en-US">
                <a:solidFill>
                  <a:srgbClr val="000000"/>
                </a:solidFill>
              </a:rPr>
              <a:t> and "Scopy" means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measurement</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 and Spectroscopy means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Measurement of Radiation.</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series of colour bands is called a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800000"/>
                </a:solidFill>
              </a:rPr>
              <a:t>spectrum</a:t>
            </a:r>
            <a:r>
              <a:rPr b="0" sz="1800" lang="en-US">
                <a:solidFill>
                  <a:srgbClr val="800000"/>
                </a:solidFill>
              </a:rPr>
              <a:t/>
            </a:r>
            <a:r>
              <a:rPr b="0" sz="1800" lang="en-US">
                <a:solidFill>
                  <a:srgbClr val="800000"/>
                </a:solidFill>
              </a:rPr>
              <a:t/>
            </a:r>
            <a:r>
              <a:rPr b="0" sz="1800" lang="en-US">
                <a:solidFill>
                  <a:srgbClr val="800000"/>
                </a:solidFill>
              </a:rPr>
              <a:t/>
            </a:r>
            <a:r>
              <a:rPr b="0" sz="1800" lang="en-US">
                <a:solidFill>
                  <a:srgbClr val="800000"/>
                </a:solidFill>
              </a:rPr>
              <a:t/>
            </a:r>
            <a:r>
              <a:rPr b="0" sz="1800" lang="en-US">
                <a:solidFill>
                  <a:srgbClr val="000000"/>
                </a:solidFill>
              </a:rPr>
              <a:t>. Ex : Light is a spectrum of radiation.</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splitting of light into series of colour band is known as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800000"/>
                </a:solidFill>
              </a:rPr>
              <a:t>dispersion</a:t>
            </a:r>
            <a:r>
              <a:rPr b="0" sz="1800" lang="en-US">
                <a:solidFill>
                  <a:srgbClr val="000000"/>
                </a:solidFill>
              </a:rPr>
              <a:t>.</a:t>
            </a:r>
            <a:endParaRPr b="0" sz="1800" lang="en-GB">
              <a:solidFill>
                <a:srgbClr val="D6656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pic>
        <p:nvPicPr>
          <p:cNvPr id="2097159" name=""/>
          <p:cNvPicPr>
            <a:picLocks/>
          </p:cNvPicPr>
          <p:nvPr/>
        </p:nvPicPr>
        <p:blipFill>
          <a:blip xmlns:r="http://schemas.openxmlformats.org/officeDocument/2006/relationships" r:embed="rId1"/>
          <a:stretch>
            <a:fillRect/>
          </a:stretch>
        </p:blipFill>
        <p:spPr>
          <a:xfrm rot="0">
            <a:off x="1287820" y="1918977"/>
            <a:ext cx="6740211" cy="2969422"/>
          </a:xfrm>
          <a:prstGeom prst="rect"/>
        </p:spPr>
      </p:pic>
      <p:sp>
        <p:nvSpPr>
          <p:cNvPr id="1048612" name=""/>
          <p:cNvSpPr txBox="1"/>
          <p:nvPr/>
        </p:nvSpPr>
        <p:spPr>
          <a:xfrm>
            <a:off x="508735" y="272035"/>
            <a:ext cx="8298380" cy="1310640"/>
          </a:xfrm>
          <a:prstGeom prst="rect"/>
        </p:spPr>
        <p:txBody>
          <a:bodyPr rtlCol="0" wrap="square">
            <a:spAutoFit/>
          </a:bodyPr>
          <a:p>
            <a:pPr>
              <a:lnSpc>
                <a:spcPct val="150000"/>
              </a:lnSpc>
            </a:pPr>
            <a:r>
              <a:rPr b="0" sz="1800" lang="en-GB">
                <a:solidFill>
                  <a:srgbClr val="000000"/>
                </a:solidFill>
              </a:rPr>
              <a:t>when visible light of a group of electromagnetic radiations is passed through a prism, it is split up into </a:t>
            </a:r>
            <a:r>
              <a:rPr b="0" sz="1800" lang="en-US">
                <a:solidFill>
                  <a:srgbClr val="000000"/>
                </a:solidFill>
              </a:rPr>
              <a:t/>
            </a:r>
            <a:r>
              <a:rPr b="0" sz="1800" lang="en-US">
                <a:solidFill>
                  <a:srgbClr val="000000"/>
                </a:solidFill>
              </a:rPr>
              <a:t/>
            </a:r>
            <a:r>
              <a:rPr b="0" sz="1800" lang="en-US">
                <a:solidFill>
                  <a:srgbClr val="000000"/>
                </a:solidFill>
              </a:rPr>
              <a:t/>
            </a:r>
            <a:r>
              <a:rPr b="0" sz="1800" lang="en-GB">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seven colours</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000000"/>
                </a:solidFill>
              </a:rPr>
              <a:t> which correspond to definite wavelength. This phenomenon is called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dispersion</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a:t>
            </a:r>
            <a:endParaRPr b="0" sz="1800" lang="en-GB">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2" name=""/>
          <p:cNvSpPr>
            <a:spLocks noGrp="1"/>
          </p:cNvSpPr>
          <p:nvPr>
            <p:ph type="title"/>
          </p:nvPr>
        </p:nvSpPr>
        <p:spPr/>
        <p:txBody>
          <a:bodyPr/>
          <a:p>
            <a:r>
              <a:rPr lang="en-US">
                <a:solidFill/>
              </a:rPr>
              <a:t>CLASSIFICATION OF SPECTROSCOPY</a:t>
            </a:r>
            <a:r>
              <a:rPr lang="en-US">
                <a:solidFill/>
              </a:rPr>
              <a:t/>
            </a:r>
            <a:r>
              <a:rPr lang="en-US">
                <a:solidFill/>
              </a:rPr>
              <a:t/>
            </a:r>
            <a:r>
              <a:rPr lang="en-US">
                <a:solidFill/>
              </a:rPr>
              <a:t/>
            </a:r>
            <a:r>
              <a:rPr lang="en-US">
                <a:solidFill/>
              </a:rPr>
              <a:t/>
            </a:r>
            <a:r>
              <a:rPr lang="en-US">
                <a:solidFill/>
              </a:rPr>
              <a:t/>
            </a:r>
            <a:endParaRPr lang="en-GB"/>
          </a:p>
        </p:txBody>
      </p:sp>
      <p:sp>
        <p:nvSpPr>
          <p:cNvPr id="1048623"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The spectrum of radiation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D66565"/>
                </a:solidFill>
              </a:rPr>
              <a:t>emitted</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rPr>
              <a:t> by a substance that has absorbed energy either by passing electric discharge through a gas at low pressure (or) by heating the substance to high temperature is called an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993300"/>
                </a:solidFill>
              </a:rPr>
              <a:t>emission</a:t>
            </a:r>
            <a:r>
              <a:rPr b="0" sz="2000" lang="en-US">
                <a:solidFill/>
              </a:rPr>
              <a:t> </a:t>
            </a:r>
            <a:r>
              <a:rPr b="0" sz="2000" lang="en-US">
                <a:solidFill>
                  <a:srgbClr val="993300"/>
                </a:solidFill>
              </a:rPr>
              <a:t>spectrum</a:t>
            </a:r>
            <a:r>
              <a:rPr b="0" sz="2000" lang="en-US">
                <a:solidFill/>
              </a:rPr>
              <a:t>.</a:t>
            </a:r>
            <a:endParaRPr b="0" sz="2000" lang="en-GB"/>
          </a:p>
          <a:p>
            <a:pPr algn="l" indent="0" marL="0">
              <a:lnSpc>
                <a:spcPct val="150000"/>
              </a:lnSpc>
              <a:buNone/>
            </a:pPr>
            <a:r>
              <a:rPr b="0" sz="2000" lang="en-US">
                <a:solidFill/>
              </a:rPr>
              <a:t>Atoms, molecules or ions that have absorbed radiation is called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993300"/>
                </a:solidFill>
              </a:rPr>
              <a:t>excited</a:t>
            </a:r>
            <a:r>
              <a:rPr b="0" sz="2000" lang="en-US">
                <a:solidFill>
                  <a:srgbClr val="993300"/>
                </a:solidFill>
              </a:rPr>
              <a:t/>
            </a:r>
            <a:r>
              <a:rPr b="0" sz="2000" lang="en-US">
                <a:solidFill>
                  <a:srgbClr val="993300"/>
                </a:solidFill>
              </a:rPr>
              <a:t/>
            </a:r>
            <a:r>
              <a:rPr b="0" sz="2000" lang="en-US">
                <a:solidFill/>
              </a:rPr>
              <a:t> </a:t>
            </a:r>
            <a:r>
              <a:rPr b="0" sz="2000" lang="en-US">
                <a:solidFill>
                  <a:srgbClr val="993300"/>
                </a:solidFill>
              </a:rPr>
              <a:t>state</a:t>
            </a:r>
            <a:r>
              <a:rPr b="0" sz="2000" lang="en-US">
                <a:solidFill/>
              </a:rPr>
              <a:t>.</a:t>
            </a:r>
            <a:endParaRPr b="0" sz="2000" lang="en-GB"/>
          </a:p>
        </p:txBody>
      </p:sp>
      <p:sp>
        <p:nvSpPr>
          <p:cNvPr id="1048624" name=""/>
          <p:cNvSpPr>
            <a:spLocks noGrp="1"/>
          </p:cNvSpPr>
          <p:nvPr>
            <p:ph type="body" sz="quarter" idx="15"/>
          </p:nvPr>
        </p:nvSpPr>
        <p:spPr>
          <a:xfrm>
            <a:off x="434699" y="954450"/>
            <a:ext cx="4006800" cy="585900"/>
          </a:xfrm>
        </p:spPr>
        <p:txBody>
          <a:bodyPr>
            <a:normAutofit/>
          </a:bodyPr>
          <a:p>
            <a:r>
              <a:rPr b="1" sz="2000" i="0" lang="en-US" u="sng">
                <a:solidFill/>
              </a:rPr>
              <a:t>EMISSION SPECTROSCOPY</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endParaRPr b="1" sz="2000" i="0" lang="en-GB" u="sn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pic>
        <p:nvPicPr>
          <p:cNvPr id="2097161" name=""/>
          <p:cNvPicPr>
            <a:picLocks/>
          </p:cNvPicPr>
          <p:nvPr/>
        </p:nvPicPr>
        <p:blipFill>
          <a:blip xmlns:r="http://schemas.openxmlformats.org/officeDocument/2006/relationships" r:embed="rId1"/>
          <a:stretch>
            <a:fillRect/>
          </a:stretch>
        </p:blipFill>
        <p:spPr>
          <a:xfrm rot="0">
            <a:off x="227791" y="186437"/>
            <a:ext cx="8785589" cy="3788904"/>
          </a:xfrm>
          <a:prstGeom prst="rect"/>
        </p:spPr>
      </p:pic>
      <p:sp>
        <p:nvSpPr>
          <p:cNvPr id="1048625" name=""/>
          <p:cNvSpPr>
            <a:spLocks noGrp="1"/>
          </p:cNvSpPr>
          <p:nvPr>
            <p:ph type="body" sz="quarter" idx="15"/>
          </p:nvPr>
        </p:nvSpPr>
        <p:spPr>
          <a:xfrm>
            <a:off x="2789377" y="4152619"/>
            <a:ext cx="4006800" cy="585900"/>
          </a:xfrm>
          <a:prstGeom prst="rect"/>
        </p:spPr>
        <p:txBody>
          <a:bodyPr>
            <a:normAutofit/>
          </a:bodyPr>
          <a:lst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marL="0">
              <a:buNone/>
            </a:pPr>
            <a:r>
              <a:rPr b="1" sz="2000" i="0" lang="en-US" u="none">
                <a:solidFill/>
              </a:rPr>
              <a:t>EMISSION SPECTROSCOPY</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endParaRPr b="1" sz="2000" i="0" lang="en-GB" u="non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6" name=""/>
          <p:cNvSpPr>
            <a:spLocks noGrp="1"/>
          </p:cNvSpPr>
          <p:nvPr>
            <p:ph type="title" hasCustomPrompt="1"/>
          </p:nvPr>
        </p:nvSpPr>
        <p:spPr>
          <a:xfrm>
            <a:off x="960835" y="247936"/>
            <a:ext cx="7219800" cy="542700"/>
          </a:xfrm>
        </p:spPr>
        <p:txBody>
          <a:bodyPr/>
          <a:p>
            <a:pPr algn="ctr"/>
            <a:r>
              <a:rPr sz="2000" i="0" lang="en-US" u="sng"/>
              <a:t>CLASSIFICATION OF THE EMISSION SPECTRA</a:t>
            </a:r>
            <a:endParaRPr sz="2000" i="0" lang="en-GB" u="sng"/>
          </a:p>
        </p:txBody>
      </p:sp>
      <p:sp>
        <p:nvSpPr>
          <p:cNvPr id="1048627" name=""/>
          <p:cNvSpPr>
            <a:spLocks noGrp="1"/>
          </p:cNvSpPr>
          <p:nvPr>
            <p:ph sz="quarter" idx="13"/>
          </p:nvPr>
        </p:nvSpPr>
        <p:spPr>
          <a:xfrm>
            <a:off x="441935" y="750462"/>
            <a:ext cx="8702064" cy="3642576"/>
          </a:xfrm>
        </p:spPr>
        <p:txBody>
          <a:bodyPr>
            <a:noAutofit/>
          </a:bodyPr>
          <a:p>
            <a:pPr indent="0" marL="0">
              <a:lnSpc>
                <a:spcPct val="150000"/>
              </a:lnSpc>
              <a:buNone/>
            </a:pPr>
            <a:r>
              <a:rPr b="0" sz="1800" lang="en-US" u="sng"/>
              <a:t>CONTINUOUS SPECTRUM :</a:t>
            </a:r>
            <a:r>
              <a:rPr b="0" sz="1800" lang="en-US" u="none">
                <a:solidFill/>
              </a:rPr>
              <a:t> Such spectrum have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srgbClr val="D66565"/>
                </a:solidFill>
              </a:rPr>
              <a:t>continuity of colours</a:t>
            </a:r>
            <a:r>
              <a:rPr b="0" sz="1800" lang="en-US" u="none">
                <a:solidFill>
                  <a:srgbClr val="D66565"/>
                </a:solidFill>
              </a:rPr>
              <a:t/>
            </a:r>
            <a:r>
              <a:rPr b="0" sz="1800" lang="en-US" u="none">
                <a:solidFill/>
              </a:rPr>
              <a:t>, one colour merges with another colour without any gab or discontinuity. Ex : Light passed on the substance.</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endParaRPr b="0" sz="1800" lang="en-GB" u="sng"/>
          </a:p>
          <a:p>
            <a:pPr indent="0" marL="0">
              <a:lnSpc>
                <a:spcPct val="150000"/>
              </a:lnSpc>
              <a:buNone/>
            </a:pPr>
            <a:r>
              <a:rPr b="0" sz="1800" lang="en-US" u="sng">
                <a:solidFill/>
              </a:rPr>
              <a:t>LINE OR ATOMIC SPECTRUM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none">
                <a:solidFill/>
              </a:rPr>
              <a:t> The emission spectra of atoms in the gas phase emit light only at certain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srgbClr val="D66565"/>
                </a:solidFill>
              </a:rPr>
              <a:t>specific wavelength</a:t>
            </a:r>
            <a:r>
              <a:rPr b="0" sz="1800" lang="en-US" u="none">
                <a:solidFill/>
              </a:rPr>
              <a:t> with dark spaces between them. Such spectra is called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srgbClr val="800000"/>
                </a:solidFill>
              </a:rPr>
              <a:t>Line spectra or Atomic spectra</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rPr>
              <a:t>. The emitted radiation is identified by the appearance of bright lines in the spectra. Ex : The emission spectra of Na consists of 2 yellow lines at 589.6 nm.</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endParaRPr b="0" sz="1800" lang="en-GB" u="sn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8" name=""/>
          <p:cNvSpPr>
            <a:spLocks noGrp="1"/>
          </p:cNvSpPr>
          <p:nvPr>
            <p:ph type="title"/>
          </p:nvPr>
        </p:nvSpPr>
        <p:spPr/>
        <p:txBody>
          <a:bodyPr/>
          <a:p>
            <a:r>
              <a:rPr lang="en-US">
                <a:solidFill/>
              </a:rPr>
              <a:t>CLASSIFICATION OF SPECTROSCOPY</a:t>
            </a:r>
            <a:r>
              <a:rPr lang="en-US">
                <a:solidFill/>
              </a:rPr>
              <a:t/>
            </a:r>
            <a:r>
              <a:rPr lang="en-US">
                <a:solidFill/>
              </a:rPr>
              <a:t/>
            </a:r>
            <a:r>
              <a:rPr lang="en-US">
                <a:solidFill/>
              </a:rPr>
              <a:t/>
            </a:r>
            <a:r>
              <a:rPr lang="en-US">
                <a:solidFill/>
              </a:rPr>
              <a:t/>
            </a:r>
            <a:r>
              <a:rPr lang="en-US">
                <a:solidFill/>
              </a:rPr>
              <a:t/>
            </a:r>
            <a:endParaRPr lang="en-GB"/>
          </a:p>
        </p:txBody>
      </p:sp>
      <p:sp>
        <p:nvSpPr>
          <p:cNvPr id="1048629"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It is the photographic negative of an emission spectrum. To obtain  an absorption spectra a continuum of radiation is passed through a sample which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D66565"/>
                </a:solidFill>
              </a:rPr>
              <a:t>absorbs radiation</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rPr>
              <a:t> of certain wavelength.</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endParaRPr b="0" sz="2000" lang="en-GB"/>
          </a:p>
          <a:p>
            <a:pPr algn="l" indent="0" marL="0">
              <a:lnSpc>
                <a:spcPct val="150000"/>
              </a:lnSpc>
              <a:buNone/>
            </a:pPr>
            <a:r>
              <a:rPr b="0" sz="2000" lang="en-US">
                <a:solidFill/>
              </a:rPr>
              <a:t>To missing wavelength with corresponds to the radiation absorbed by matter, leave dark spaces in the bright continuous spectrum.</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endParaRPr b="0" sz="2000" lang="en-GB"/>
          </a:p>
        </p:txBody>
      </p:sp>
      <p:sp>
        <p:nvSpPr>
          <p:cNvPr id="1048630" name=""/>
          <p:cNvSpPr>
            <a:spLocks noGrp="1"/>
          </p:cNvSpPr>
          <p:nvPr>
            <p:ph type="body" sz="quarter" idx="15"/>
          </p:nvPr>
        </p:nvSpPr>
        <p:spPr>
          <a:xfrm>
            <a:off x="434699" y="954450"/>
            <a:ext cx="5027142" cy="571092"/>
          </a:xfrm>
        </p:spPr>
        <p:txBody>
          <a:bodyPr>
            <a:normAutofit/>
          </a:bodyPr>
          <a:p>
            <a:r>
              <a:rPr b="1" sz="2000" i="0" lang="en-US" u="sng">
                <a:solidFill/>
              </a:rPr>
              <a:t>ABSORPTION SPECTROSCOPY</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endParaRPr b="1" sz="2000" i="0" lang="en-GB" u="sn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pic>
        <p:nvPicPr>
          <p:cNvPr id="2097162" name=""/>
          <p:cNvPicPr>
            <a:picLocks/>
          </p:cNvPicPr>
          <p:nvPr/>
        </p:nvPicPr>
        <p:blipFill>
          <a:blip xmlns:r="http://schemas.openxmlformats.org/officeDocument/2006/relationships" r:embed="rId1"/>
          <a:stretch>
            <a:fillRect/>
          </a:stretch>
        </p:blipFill>
        <p:spPr>
          <a:xfrm rot="0">
            <a:off x="1291717" y="322259"/>
            <a:ext cx="6560565" cy="4494427"/>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1" name=""/>
          <p:cNvSpPr>
            <a:spLocks noGrp="1"/>
          </p:cNvSpPr>
          <p:nvPr>
            <p:ph type="title"/>
          </p:nvPr>
        </p:nvSpPr>
        <p:spPr/>
        <p:txBody>
          <a:bodyPr>
            <a:noAutofit/>
          </a:bodyPr>
          <a:p>
            <a:pPr algn="ctr"/>
            <a:r>
              <a:rPr sz="2000" lang="en-US"/>
              <a:t>PRINCIPLE OF SPECTROSCOPY</a:t>
            </a:r>
            <a:endParaRPr sz="2000" lang="en-GB"/>
          </a:p>
        </p:txBody>
      </p:sp>
      <p:sp>
        <p:nvSpPr>
          <p:cNvPr id="1048632" name=""/>
          <p:cNvSpPr txBox="1"/>
          <p:nvPr/>
        </p:nvSpPr>
        <p:spPr>
          <a:xfrm>
            <a:off x="0" y="946980"/>
            <a:ext cx="8968257" cy="3342640"/>
          </a:xfrm>
          <a:prstGeom prst="rect"/>
        </p:spPr>
        <p:txBody>
          <a:bodyPr rtlCol="0" wrap="square">
            <a:spAutoFit/>
          </a:bodyPr>
          <a:p>
            <a:pPr indent="-457200" marL="457200">
              <a:lnSpc>
                <a:spcPct val="150000"/>
              </a:lnSpc>
              <a:buFont typeface="+mj-ea"/>
              <a:buAutoNum type="circleNumDbPlain" startAt="1"/>
            </a:pPr>
            <a:r>
              <a:rPr b="0" sz="1800" lang="en-GB">
                <a:solidFill>
                  <a:srgbClr val="000000"/>
                </a:solidFill>
              </a:rPr>
              <a:t>All organic compounds interact with </a:t>
            </a:r>
            <a:r>
              <a:rPr b="0" sz="1800" lang="en-GB">
                <a:solidFill>
                  <a:srgbClr val="0000FF"/>
                </a:solidFill>
              </a:rPr>
              <a:t>electromagnetic radiation</a:t>
            </a:r>
            <a:r>
              <a:rPr b="0" sz="1800" lang="en-GB">
                <a:solidFill>
                  <a:srgbClr val="000000"/>
                </a:solidFill>
              </a:rPr>
              <a:t> and absorbs energy.</a:t>
            </a:r>
            <a:r>
              <a:rPr b="0" sz="1800" lang="en-US">
                <a:solidFill>
                  <a:srgbClr val="000000"/>
                </a:solidFill>
              </a:rPr>
              <a:t/>
            </a:r>
            <a:r>
              <a:rPr b="0" sz="1800" lang="en-GB">
                <a:solidFill>
                  <a:srgbClr val="000000"/>
                </a:solidFill>
              </a:rPr>
              <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energy temporary or permanent.</a:t>
            </a:r>
            <a:r>
              <a:rPr b="0" sz="1800" lang="en-US">
                <a:solidFill>
                  <a:srgbClr val="000000"/>
                </a:solidFill>
              </a:rPr>
              <a:t/>
            </a:r>
            <a:r>
              <a:rPr b="0" sz="1800" lang="en-GB">
                <a:solidFill>
                  <a:srgbClr val="000000"/>
                </a:solidFill>
              </a:rPr>
              <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Low energy</a:t>
            </a:r>
            <a:r>
              <a:rPr b="0" sz="1800" lang="en-GB">
                <a:solidFill>
                  <a:srgbClr val="993300"/>
                </a:solidFill>
              </a:rPr>
              <a:t/>
            </a:r>
            <a:r>
              <a:rPr b="0" sz="1800" lang="en-GB">
                <a:solidFill>
                  <a:srgbClr val="000000"/>
                </a:solidFill>
              </a:rPr>
              <a:t> radiation - molecular rotation or bond vibration.</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High energy</a:t>
            </a:r>
            <a:r>
              <a:rPr b="0" sz="1800" lang="en-GB">
                <a:solidFill>
                  <a:srgbClr val="993300"/>
                </a:solidFill>
              </a:rPr>
              <a:t/>
            </a:r>
            <a:r>
              <a:rPr b="0" sz="1800" lang="en-GB">
                <a:solidFill>
                  <a:srgbClr val="000000"/>
                </a:solidFill>
              </a:rPr>
              <a:t> radiation - promotion of electrons to higher energy level or bond cleavage.</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Trainformation involves molecular rotation, bond vibration, electronic transition.</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only the </a:t>
            </a:r>
            <a:r>
              <a:rPr b="0" sz="1800" lang="en-US">
                <a:solidFill>
                  <a:srgbClr val="000000"/>
                </a:solidFill>
              </a:rPr>
              <a:t/>
            </a:r>
            <a:r>
              <a:rPr b="0" sz="1800" lang="en-GB">
                <a:solidFill>
                  <a:srgbClr val="000000"/>
                </a:solidFill>
              </a:rPr>
              <a:t/>
            </a:r>
            <a:r>
              <a:rPr b="0" sz="1800" lang="en-GB">
                <a:solidFill>
                  <a:srgbClr val="0000FF"/>
                </a:solidFill>
              </a:rPr>
              <a:t>wavelength</a:t>
            </a:r>
            <a:r>
              <a:rPr b="0" sz="1800" lang="en-GB">
                <a:solidFill>
                  <a:srgbClr val="000000"/>
                </a:solidFill>
              </a:rPr>
              <a:t> of radiation exactly the energy necessary for the transition.</a:t>
            </a:r>
            <a:endParaRPr b="0" sz="1800" lang="en-GB">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0" name=""/>
          <p:cNvSpPr>
            <a:spLocks noGrp="1"/>
          </p:cNvSpPr>
          <p:nvPr>
            <p:ph type="title" hasCustomPrompt="1"/>
          </p:nvPr>
        </p:nvSpPr>
        <p:spPr>
          <a:xfrm>
            <a:off x="143914" y="158782"/>
            <a:ext cx="3081655" cy="4342122"/>
          </a:xfrm>
        </p:spPr>
        <p:txBody>
          <a:bodyPr>
            <a:noAutofit/>
          </a:bodyPr>
          <a:p>
            <a:pPr algn="l">
              <a:lnSpc>
                <a:spcPct val="200000"/>
              </a:lnSpc>
            </a:pPr>
            <a:r>
              <a:rPr sz="2400" lang="en-US">
                <a:solidFill/>
                <a:latin typeface="Noto Sans Tamil"/>
                <a:ea typeface="Noto Sans Mono CJK KR Regular"/>
                <a:cs typeface="Noto Sans Tamil"/>
              </a:rPr>
              <a:t>IMPORTANT CONCEPTS INVOLVED IN SPECTROSCOPY</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endParaRPr sz="2400" lang="en-GB">
              <a:latin typeface="Noto Sans Tamil"/>
              <a:ea typeface="Noto Sans Mono CJK KR Regular"/>
              <a:cs typeface="Noto Sans Tamil"/>
            </a:endParaRPr>
          </a:p>
        </p:txBody>
      </p:sp>
      <p:sp>
        <p:nvSpPr>
          <p:cNvPr id="1048641" name=""/>
          <p:cNvSpPr txBox="1"/>
          <p:nvPr/>
        </p:nvSpPr>
        <p:spPr>
          <a:xfrm>
            <a:off x="4571999" y="0"/>
            <a:ext cx="3594489" cy="4968239"/>
          </a:xfrm>
          <a:prstGeom prst="rect"/>
        </p:spPr>
        <p:txBody>
          <a:bodyPr rtlCol="0" wrap="square">
            <a:spAutoFit/>
          </a:bodyPr>
          <a:p>
            <a:pPr indent="-342900" marL="342900">
              <a:lnSpc>
                <a:spcPct val="200000"/>
              </a:lnSpc>
              <a:buFont typeface="+mj-lt"/>
              <a:buAutoNum type="alphaLcParenR" startAt="1"/>
            </a:pPr>
            <a:r>
              <a:rPr b="0" sz="2000" lang="en-US">
                <a:solidFill>
                  <a:srgbClr val="993300"/>
                </a:solidFill>
              </a:rPr>
              <a:t>ELECTROMAGNETIC RADIATION OR ELECTROMAGNETIC WAVES</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WAVELENGTH</a:t>
            </a:r>
            <a:r>
              <a:rPr b="0" sz="2000" lang="en-US">
                <a:solidFill>
                  <a:srgbClr val="993300"/>
                </a:solidFill>
              </a:rPr>
              <a:t/>
            </a:r>
            <a:r>
              <a:rPr b="0" sz="2000" lang="en-US">
                <a:solidFill>
                  <a:srgbClr val="993300"/>
                </a:solidFill>
              </a:rPr>
              <a:t/>
            </a:r>
            <a:r>
              <a:rPr b="0" sz="2000" lang="en-US">
                <a:solidFill>
                  <a:srgbClr val="993300"/>
                </a:solidFill>
              </a:rPr>
              <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WAVENUMBER</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FREQUENCY</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ENERGY</a:t>
            </a:r>
            <a:r>
              <a:rPr b="0" sz="2000" lang="en-US">
                <a:solidFill>
                  <a:srgbClr val="993300"/>
                </a:solidFill>
              </a:rPr>
              <a:t/>
            </a:r>
            <a:r>
              <a:rPr b="0" sz="2000" lang="en-US">
                <a:solidFill>
                  <a:srgbClr val="993300"/>
                </a:solidFill>
              </a:rPr>
              <a:t/>
            </a:r>
            <a:endParaRPr b="0" sz="2000" lang="en-GB">
              <a:solidFill>
                <a:srgbClr val="9933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2" name=""/>
          <p:cNvSpPr txBox="1"/>
          <p:nvPr/>
        </p:nvSpPr>
        <p:spPr>
          <a:xfrm>
            <a:off x="368729" y="305836"/>
            <a:ext cx="2044731" cy="358140"/>
          </a:xfrm>
          <a:prstGeom prst="rect"/>
        </p:spPr>
        <p:txBody>
          <a:bodyPr rtlCol="0" wrap="square">
            <a:spAutoFit/>
          </a:bodyPr>
          <a:p>
            <a:pPr algn="l"/>
            <a:r>
              <a:rPr b="1" sz="1800" i="1" lang="en-US" u="sng">
                <a:solidFill>
                  <a:srgbClr val="C00000"/>
                </a:solidFill>
              </a:rPr>
              <a:t>What is wave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endParaRPr b="1" sz="1800" i="1" lang="en-GB" u="sng">
              <a:solidFill>
                <a:srgbClr val="C00000"/>
              </a:solidFill>
            </a:endParaRPr>
          </a:p>
        </p:txBody>
      </p:sp>
      <p:sp>
        <p:nvSpPr>
          <p:cNvPr id="1048643" name=""/>
          <p:cNvSpPr txBox="1"/>
          <p:nvPr/>
        </p:nvSpPr>
        <p:spPr>
          <a:xfrm>
            <a:off x="368729" y="689377"/>
            <a:ext cx="8746742" cy="624841"/>
          </a:xfrm>
          <a:prstGeom prst="rect"/>
        </p:spPr>
        <p:txBody>
          <a:bodyPr rtlCol="0" wrap="square">
            <a:spAutoFit/>
          </a:bodyPr>
          <a:p>
            <a:r>
              <a:rPr sz="1800" lang="en-US">
                <a:solidFill>
                  <a:srgbClr val="000000"/>
                </a:solidFill>
              </a:rPr>
              <a:t>Definition : It is defined as the disturbance that originate from some vibrating source and travel outwards as a continuous sequence of alternating crest and trough.</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p:txBody>
      </p:sp>
      <p:pic>
        <p:nvPicPr>
          <p:cNvPr id="2097164" name=""/>
          <p:cNvPicPr>
            <a:picLocks/>
          </p:cNvPicPr>
          <p:nvPr/>
        </p:nvPicPr>
        <p:blipFill>
          <a:blip xmlns:r="http://schemas.openxmlformats.org/officeDocument/2006/relationships" r:embed="rId1"/>
          <a:stretch>
            <a:fillRect/>
          </a:stretch>
        </p:blipFill>
        <p:spPr>
          <a:xfrm rot="0">
            <a:off x="5665236" y="1645420"/>
            <a:ext cx="3261117" cy="2764706"/>
          </a:xfrm>
          <a:prstGeom prst="rect"/>
        </p:spPr>
      </p:pic>
      <p:sp>
        <p:nvSpPr>
          <p:cNvPr id="1048644" name=""/>
          <p:cNvSpPr txBox="1"/>
          <p:nvPr/>
        </p:nvSpPr>
        <p:spPr>
          <a:xfrm>
            <a:off x="368729" y="1453650"/>
            <a:ext cx="2798647" cy="383540"/>
          </a:xfrm>
          <a:prstGeom prst="rect"/>
        </p:spPr>
        <p:txBody>
          <a:bodyPr rtlCol="0" wrap="square">
            <a:spAutoFit/>
          </a:bodyPr>
          <a:p>
            <a:pPr algn="l"/>
            <a:r>
              <a:rPr b="1" sz="1800" i="1" lang="en-US" u="sng">
                <a:solidFill>
                  <a:srgbClr val="C00000"/>
                </a:solidFill>
              </a:rPr>
              <a:t>What is wave motion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endParaRPr b="1" sz="1800" i="1" lang="en-GB" u="sng">
              <a:solidFill>
                <a:srgbClr val="C00000"/>
              </a:solidFill>
            </a:endParaRPr>
          </a:p>
        </p:txBody>
      </p:sp>
      <p:sp>
        <p:nvSpPr>
          <p:cNvPr id="1048645" name=""/>
          <p:cNvSpPr txBox="1"/>
          <p:nvPr/>
        </p:nvSpPr>
        <p:spPr>
          <a:xfrm>
            <a:off x="413459" y="1837190"/>
            <a:ext cx="4982335" cy="1424940"/>
          </a:xfrm>
          <a:prstGeom prst="rect"/>
        </p:spPr>
        <p:txBody>
          <a:bodyPr rtlCol="0" wrap="square">
            <a:spAutoFit/>
          </a:bodyPr>
          <a:p>
            <a:pPr>
              <a:lnSpc>
                <a:spcPct val="100000"/>
              </a:lnSpc>
            </a:pPr>
            <a:r>
              <a:rPr sz="1800" lang="en-US">
                <a:solidFill>
                  <a:srgbClr val="000000"/>
                </a:solidFill>
              </a:rPr>
              <a:t>The wave originate from the centre of disturbance and propagate in the form of up and down movements. The point of maximum upward displacement is called crest. The point of maximum downward is called trough.</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p:txBody>
      </p:sp>
      <p:sp>
        <p:nvSpPr>
          <p:cNvPr id="1048646" name=""/>
          <p:cNvSpPr txBox="1"/>
          <p:nvPr/>
        </p:nvSpPr>
        <p:spPr>
          <a:xfrm>
            <a:off x="2837896" y="3262129"/>
            <a:ext cx="2557898" cy="1717040"/>
          </a:xfrm>
          <a:prstGeom prst="rect"/>
        </p:spPr>
        <p:txBody>
          <a:bodyPr rtlCol="0" wrap="square">
            <a:spAutoFit/>
          </a:bodyPr>
          <a:p>
            <a:pPr algn="l">
              <a:lnSpc>
                <a:spcPct val="150000"/>
              </a:lnSpc>
            </a:pPr>
            <a:r>
              <a:rPr b="0" sz="1800" lang="en-US">
                <a:solidFill>
                  <a:srgbClr val="000000"/>
                </a:solidFill>
              </a:rPr>
              <a:t>C - is the crest</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pPr algn="l">
              <a:lnSpc>
                <a:spcPct val="150000"/>
              </a:lnSpc>
            </a:pPr>
            <a:r>
              <a:rPr b="0" sz="1800" lang="en-US">
                <a:solidFill>
                  <a:srgbClr val="000000"/>
                </a:solidFill>
              </a:rPr>
              <a:t>T - is the trough</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pPr algn="l">
              <a:lnSpc>
                <a:spcPct val="150000"/>
              </a:lnSpc>
            </a:pPr>
            <a:r>
              <a:rPr b="0" sz="1800" lang="en-US">
                <a:solidFill>
                  <a:srgbClr val="000000"/>
                </a:solidFill>
              </a:rPr>
              <a:t>A - is the amplitude</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pPr algn="l">
              <a:lnSpc>
                <a:spcPct val="150000"/>
              </a:lnSpc>
            </a:pPr>
            <a:r>
              <a:rPr b="0" sz="1800" lang="en-US">
                <a:solidFill>
                  <a:srgbClr val="000000"/>
                </a:solidFill>
              </a:rPr>
              <a:t>λ - is the wave</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3" name=""/>
          <p:cNvSpPr txBox="1"/>
          <p:nvPr/>
        </p:nvSpPr>
        <p:spPr>
          <a:xfrm>
            <a:off x="2106609" y="181066"/>
            <a:ext cx="4770659" cy="383540"/>
          </a:xfrm>
          <a:prstGeom prst="rect"/>
        </p:spPr>
        <p:txBody>
          <a:bodyPr rtlCol="0" wrap="square">
            <a:spAutoFit/>
          </a:bodyPr>
          <a:p>
            <a:pPr algn="ctr"/>
            <a:r>
              <a:rPr b="1" sz="2000" lang="en-US">
                <a:solidFill>
                  <a:srgbClr val="FFFFFF"/>
                </a:solidFill>
              </a:rPr>
              <a:t>WAVELENGTH (λ) </a:t>
            </a:r>
            <a:r>
              <a:rPr b="1" sz="2000" lang="en-US">
                <a:solidFill>
                  <a:srgbClr val="FFFFFF"/>
                </a:solidFill>
              </a:rPr>
              <a:t/>
            </a:r>
            <a:endParaRPr b="1" sz="2000" lang="en-GB">
              <a:solidFill>
                <a:srgbClr val="FFFFFF"/>
              </a:solidFill>
            </a:endParaRPr>
          </a:p>
        </p:txBody>
      </p:sp>
      <p:sp>
        <p:nvSpPr>
          <p:cNvPr id="1048654" name=""/>
          <p:cNvSpPr txBox="1"/>
          <p:nvPr/>
        </p:nvSpPr>
        <p:spPr>
          <a:xfrm>
            <a:off x="32528" y="919480"/>
            <a:ext cx="5321715" cy="3444240"/>
          </a:xfrm>
          <a:prstGeom prst="rect"/>
        </p:spPr>
        <p:txBody>
          <a:bodyPr rtlCol="0" wrap="square">
            <a:spAutoFit/>
          </a:bodyPr>
          <a:p>
            <a:r>
              <a:rPr sz="2000" lang="en-US">
                <a:solidFill>
                  <a:srgbClr val="000000"/>
                </a:solidFill>
              </a:rPr>
              <a:t>The distance between two adjacent crests (C-C) or troughs (T-T) in a particular wave is called wavelength. It has the unit of length. Since, different kinds of waves are of much smaller wavelengths so smaller units of length are used to describe them. It is generally expressed in terms of Angstrom (A°) or in Millimicrons (mu).</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altLang="en-US" sz="2000" lang="en-GB">
                <a:solidFill>
                  <a:srgbClr val="000000"/>
                </a:solidFill>
              </a:rPr>
              <a:t/>
            </a:r>
            <a:r>
              <a:rPr altLang="en-US"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endParaRPr sz="2000" lang="en-GB">
              <a:solidFill>
                <a:srgbClr val="000000"/>
              </a:solidFill>
            </a:endParaRPr>
          </a:p>
          <a:p>
            <a:endParaRPr sz="2000" lang="en-GB">
              <a:solidFill>
                <a:srgbClr val="000000"/>
              </a:solidFill>
            </a:endParaRPr>
          </a:p>
          <a:p>
            <a:r>
              <a:rPr b="1" sz="2000" lang="en-US">
                <a:solidFill>
                  <a:srgbClr val="000000"/>
                </a:solidFill>
              </a:rPr>
              <a:t>1 A° = 1 mu = 10 power -8 cm = 10 power -10 m</a:t>
            </a:r>
            <a:r>
              <a:rPr b="1" sz="2000" lang="en-US">
                <a:solidFill>
                  <a:srgbClr val="000000"/>
                </a:solidFill>
              </a:rPr>
              <a:t/>
            </a:r>
            <a:r>
              <a:rPr b="1" sz="2000" lang="en-US">
                <a:solidFill>
                  <a:srgbClr val="000000"/>
                </a:solidFill>
              </a:rPr>
              <a:t/>
            </a:r>
            <a:r>
              <a:rPr altLang="en-US" b="1" sz="2000" lang="en-GB">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sz="2000" lang="en-US">
                <a:solidFill>
                  <a:srgbClr val="000000"/>
                </a:solidFill>
              </a:rPr>
              <a:t> </a:t>
            </a:r>
            <a:endParaRPr sz="2000" lang="en-GB">
              <a:solidFill>
                <a:srgbClr val="000000"/>
              </a:solidFill>
            </a:endParaRPr>
          </a:p>
        </p:txBody>
      </p:sp>
      <p:pic>
        <p:nvPicPr>
          <p:cNvPr id="2097167" name=""/>
          <p:cNvPicPr>
            <a:picLocks/>
          </p:cNvPicPr>
          <p:nvPr/>
        </p:nvPicPr>
        <p:blipFill>
          <a:blip xmlns:r="http://schemas.openxmlformats.org/officeDocument/2006/relationships" r:embed="rId1"/>
          <a:stretch>
            <a:fillRect/>
          </a:stretch>
        </p:blipFill>
        <p:spPr>
          <a:xfrm rot="0">
            <a:off x="5340441" y="1036897"/>
            <a:ext cx="3803558" cy="290605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5" name=""/>
          <p:cNvSpPr txBox="1"/>
          <p:nvPr/>
        </p:nvSpPr>
        <p:spPr>
          <a:xfrm>
            <a:off x="2572000" y="228248"/>
            <a:ext cx="4000000" cy="383541"/>
          </a:xfrm>
          <a:prstGeom prst="rect"/>
        </p:spPr>
        <p:txBody>
          <a:bodyPr rtlCol="0" wrap="square">
            <a:spAutoFit/>
          </a:bodyPr>
          <a:p>
            <a:pPr algn="ctr"/>
            <a:r>
              <a:rPr b="1" sz="2000" lang="en-US">
                <a:solidFill>
                  <a:srgbClr val="FFFFFF"/>
                </a:solidFill>
              </a:rPr>
              <a:t>WAVENUMBER (V`)</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altLang="en-US" b="1" sz="2000" lang="en-US">
                <a:solidFill>
                  <a:srgbClr val="FFFFFF"/>
                </a:solidFill>
              </a:rPr>
              <a:t/>
            </a:r>
            <a:r>
              <a:rPr altLang="en-US" b="1" sz="2000" lang="en-US">
                <a:solidFill>
                  <a:srgbClr val="FFFFFF"/>
                </a:solidFill>
              </a:rPr>
              <a:t/>
            </a:r>
            <a:endParaRPr b="1" sz="2000" lang="en-GB">
              <a:solidFill>
                <a:srgbClr val="FFFFFF"/>
              </a:solidFill>
            </a:endParaRPr>
          </a:p>
        </p:txBody>
      </p:sp>
      <p:sp>
        <p:nvSpPr>
          <p:cNvPr id="1048656" name=""/>
          <p:cNvSpPr txBox="1"/>
          <p:nvPr/>
        </p:nvSpPr>
        <p:spPr>
          <a:xfrm>
            <a:off x="572000" y="1170497"/>
            <a:ext cx="4360314" cy="2834640"/>
          </a:xfrm>
          <a:prstGeom prst="rect"/>
        </p:spPr>
        <p:txBody>
          <a:bodyPr rtlCol="0" wrap="square">
            <a:spAutoFit/>
          </a:bodyPr>
          <a:p>
            <a:pPr>
              <a:lnSpc>
                <a:spcPct val="150000"/>
              </a:lnSpc>
            </a:pPr>
            <a:r>
              <a:rPr b="0" sz="2000" lang="en-US">
                <a:solidFill>
                  <a:srgbClr val="000000"/>
                </a:solidFill>
              </a:rPr>
              <a:t>It is defined as the number of wavelengths per unit length. Its unit is reciprocal of wavelength</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endParaRPr b="0" sz="2000" lang="en-GB">
              <a:solidFill>
                <a:srgbClr val="000000"/>
              </a:solidFill>
            </a:endParaRPr>
          </a:p>
          <a:p>
            <a:pPr>
              <a:lnSpc>
                <a:spcPct val="150000"/>
              </a:lnSpc>
            </a:pPr>
            <a:endParaRPr b="0" sz="2000" lang="en-GB">
              <a:solidFill>
                <a:srgbClr val="000000"/>
              </a:solidFill>
            </a:endParaRPr>
          </a:p>
          <a:p>
            <a:pPr>
              <a:lnSpc>
                <a:spcPct val="150000"/>
              </a:lnSpc>
            </a:pPr>
            <a:r>
              <a:rPr b="1" sz="2000" lang="en-US">
                <a:solidFill>
                  <a:srgbClr val="000000"/>
                </a:solidFill>
              </a:rPr>
              <a:t>Unit : m power -1 or commonly used unit is cm power -1 (it is not SI unit)</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endParaRPr b="1" sz="2000" lang="en-GB">
              <a:solidFill>
                <a:srgbClr val="000000"/>
              </a:solidFill>
            </a:endParaRPr>
          </a:p>
        </p:txBody>
      </p:sp>
      <p:pic>
        <p:nvPicPr>
          <p:cNvPr id="2097168" name=""/>
          <p:cNvPicPr>
            <a:picLocks/>
          </p:cNvPicPr>
          <p:nvPr/>
        </p:nvPicPr>
        <p:blipFill>
          <a:blip xmlns:r="http://schemas.openxmlformats.org/officeDocument/2006/relationships" r:embed="rId1"/>
          <a:stretch>
            <a:fillRect/>
          </a:stretch>
        </p:blipFill>
        <p:spPr>
          <a:xfrm rot="0">
            <a:off x="5531669" y="1188811"/>
            <a:ext cx="2708103" cy="2765876"/>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7" name=""/>
          <p:cNvSpPr txBox="1"/>
          <p:nvPr/>
        </p:nvSpPr>
        <p:spPr>
          <a:xfrm>
            <a:off x="2571999" y="180901"/>
            <a:ext cx="4000000" cy="383540"/>
          </a:xfrm>
          <a:prstGeom prst="rect"/>
        </p:spPr>
        <p:txBody>
          <a:bodyPr rtlCol="0" wrap="square">
            <a:spAutoFit/>
          </a:bodyPr>
          <a:p>
            <a:pPr algn="ctr"/>
            <a:r>
              <a:rPr b="1" sz="2000" lang="en-US">
                <a:solidFill>
                  <a:srgbClr val="FFFFFF"/>
                </a:solidFill>
              </a:rPr>
              <a:t>FREQUENCY (V)</a:t>
            </a:r>
            <a:endParaRPr b="1" sz="2000" lang="en-GB">
              <a:solidFill>
                <a:srgbClr val="FFFFFF"/>
              </a:solidFill>
            </a:endParaRPr>
          </a:p>
        </p:txBody>
      </p:sp>
      <p:sp>
        <p:nvSpPr>
          <p:cNvPr id="1048658" name=""/>
          <p:cNvSpPr txBox="1"/>
          <p:nvPr/>
        </p:nvSpPr>
        <p:spPr>
          <a:xfrm>
            <a:off x="499139" y="849850"/>
            <a:ext cx="7524479" cy="3291840"/>
          </a:xfrm>
          <a:prstGeom prst="rect"/>
        </p:spPr>
        <p:txBody>
          <a:bodyPr rtlCol="0" wrap="square">
            <a:spAutoFit/>
          </a:bodyPr>
          <a:p>
            <a:r>
              <a:rPr b="0" sz="1800" lang="en-US">
                <a:solidFill>
                  <a:srgbClr val="000000"/>
                </a:solidFill>
              </a:rPr>
              <a:t>It is defined as the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number of waves</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000000"/>
                </a:solidFill>
              </a:rPr>
              <a:t> that pass through a given point in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one second</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000000"/>
                </a:solidFill>
              </a:rPr>
              <a:t>. It unites are cycles per second or simply reciprocal of seconds. SI unit :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Hertz (Hz)</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 after the name of Heinrich Hertz.</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1" sz="1800" lang="en-US">
                <a:solidFill>
                  <a:srgbClr val="000000"/>
                </a:solidFill>
              </a:rPr>
              <a:t>1 Hz = 1 cycle per second</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endParaRPr b="1" sz="1800" lang="en-GB">
              <a:solidFill>
                <a:srgbClr val="000000"/>
              </a:solidFill>
            </a:endParaRPr>
          </a:p>
          <a:p>
            <a:r>
              <a:rPr b="1" sz="1800" lang="en-US">
                <a:solidFill>
                  <a:srgbClr val="000000"/>
                </a:solidFill>
              </a:rPr>
              <a:t>V = C / λ</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endParaRPr b="0" sz="1800" lang="en-GB">
              <a:solidFill>
                <a:srgbClr val="000000"/>
              </a:solidFill>
            </a:endParaRPr>
          </a:p>
          <a:p>
            <a:r>
              <a:rPr b="0" sz="1800" lang="en-US">
                <a:solidFill>
                  <a:srgbClr val="000000"/>
                </a:solidFill>
              </a:rPr>
              <a:t>A cycle is said to be completed when a wave consisting of crest and trough pass through a point.</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1" sz="1800" lang="en-US">
                <a:solidFill>
                  <a:srgbClr val="000000"/>
                </a:solidFill>
              </a:rPr>
              <a:t>Greater the wavelength, Smaller the frequency.</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59" name=""/>
          <p:cNvSpPr txBox="1"/>
          <p:nvPr/>
        </p:nvSpPr>
        <p:spPr>
          <a:xfrm>
            <a:off x="2571999" y="188396"/>
            <a:ext cx="4000000" cy="383540"/>
          </a:xfrm>
          <a:prstGeom prst="rect"/>
        </p:spPr>
        <p:txBody>
          <a:bodyPr rtlCol="0" wrap="square">
            <a:spAutoFit/>
          </a:bodyPr>
          <a:p>
            <a:pPr algn="ctr"/>
            <a:r>
              <a:rPr b="1" sz="2000" lang="en-US">
                <a:solidFill>
                  <a:srgbClr val="FFFFFF"/>
                </a:solidFill>
              </a:rPr>
              <a:t>VELOCITY (C)</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endParaRPr b="1" sz="2000" lang="en-GB">
              <a:solidFill>
                <a:srgbClr val="FFFFFF"/>
              </a:solidFill>
            </a:endParaRPr>
          </a:p>
        </p:txBody>
      </p:sp>
      <p:sp>
        <p:nvSpPr>
          <p:cNvPr id="1048660" name=""/>
          <p:cNvSpPr txBox="1"/>
          <p:nvPr/>
        </p:nvSpPr>
        <p:spPr>
          <a:xfrm>
            <a:off x="215977" y="1503680"/>
            <a:ext cx="8712045" cy="2225040"/>
          </a:xfrm>
          <a:prstGeom prst="rect"/>
        </p:spPr>
        <p:txBody>
          <a:bodyPr rtlCol="0" wrap="square">
            <a:spAutoFit/>
          </a:bodyPr>
          <a:p>
            <a:pPr algn="l"/>
            <a:r>
              <a:rPr sz="2000" lang="en-US">
                <a:solidFill>
                  <a:srgbClr val="000000"/>
                </a:solidFill>
              </a:rPr>
              <a:t>It is the distance traveled by a wave in one second.</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endParaRPr sz="2000" lang="en-GB">
              <a:solidFill>
                <a:srgbClr val="000000"/>
              </a:solidFill>
            </a:endParaRPr>
          </a:p>
          <a:p>
            <a:pPr algn="l"/>
            <a:endParaRPr sz="2000" lang="en-GB">
              <a:solidFill>
                <a:srgbClr val="000000"/>
              </a:solidFill>
            </a:endParaRPr>
          </a:p>
          <a:p>
            <a:pPr algn="l"/>
            <a:r>
              <a:rPr sz="2000" lang="en-US">
                <a:solidFill>
                  <a:srgbClr val="000000"/>
                </a:solidFill>
              </a:rPr>
              <a:t>Unit : ms power -1</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endParaRPr sz="2000" lang="en-GB">
              <a:solidFill>
                <a:srgbClr val="000000"/>
              </a:solidFill>
            </a:endParaRPr>
          </a:p>
          <a:p>
            <a:pPr algn="l"/>
            <a:endParaRPr sz="2000" lang="en-GB">
              <a:solidFill>
                <a:srgbClr val="000000"/>
              </a:solidFill>
            </a:endParaRPr>
          </a:p>
          <a:p>
            <a:pPr algn="l"/>
            <a:r>
              <a:rPr sz="2000" lang="en-US">
                <a:solidFill>
                  <a:srgbClr val="000000"/>
                </a:solidFill>
              </a:rPr>
              <a:t>In vacuum all types of electromagnetic radiations of wavelength travel with the same speed ( 3.0 × 10 power 8 ms power -1 ). This is called speed of light (c).</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altLang="en-US" sz="2000" lang="en-GB">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endParaRPr sz="2000" lang="en-GB">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61" name=""/>
          <p:cNvSpPr txBox="1"/>
          <p:nvPr/>
        </p:nvSpPr>
        <p:spPr>
          <a:xfrm>
            <a:off x="2571999" y="208853"/>
            <a:ext cx="4000000" cy="383540"/>
          </a:xfrm>
          <a:prstGeom prst="rect"/>
        </p:spPr>
        <p:txBody>
          <a:bodyPr rtlCol="0" wrap="square">
            <a:spAutoFit/>
          </a:bodyPr>
          <a:p>
            <a:pPr algn="ctr"/>
            <a:r>
              <a:rPr b="1" sz="2000" lang="en-US">
                <a:solidFill>
                  <a:srgbClr val="FFFFFF"/>
                </a:solidFill>
              </a:rPr>
              <a:t>ENERGY (E)</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endParaRPr b="1" sz="2000" lang="en-GB">
              <a:solidFill>
                <a:srgbClr val="FFFFFF"/>
              </a:solidFill>
            </a:endParaRPr>
          </a:p>
        </p:txBody>
      </p:sp>
      <p:sp>
        <p:nvSpPr>
          <p:cNvPr id="1048662" name=""/>
          <p:cNvSpPr txBox="1"/>
          <p:nvPr/>
        </p:nvSpPr>
        <p:spPr>
          <a:xfrm>
            <a:off x="303069" y="1023356"/>
            <a:ext cx="8446036" cy="2758441"/>
          </a:xfrm>
          <a:prstGeom prst="rect"/>
        </p:spPr>
        <p:txBody>
          <a:bodyPr rtlCol="0" wrap="square">
            <a:spAutoFit/>
          </a:bodyPr>
          <a:p>
            <a:r>
              <a:rPr sz="1800" lang="en-US">
                <a:solidFill>
                  <a:srgbClr val="000000"/>
                </a:solidFill>
              </a:rPr>
              <a:t>Energy of a wave of  the particular radiation can be calculated by applying the relationship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endParaRPr sz="1800" lang="en-GB">
              <a:solidFill>
                <a:srgbClr val="000000"/>
              </a:solidFill>
            </a:endParaRPr>
          </a:p>
          <a:p>
            <a:r>
              <a:rPr b="1" sz="1800" lang="en-US">
                <a:solidFill>
                  <a:srgbClr val="000000"/>
                </a:solidFill>
              </a:rPr>
              <a:t>E = hv</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r>
              <a:rPr b="1" sz="1800" lang="en-US">
                <a:solidFill>
                  <a:srgbClr val="000000"/>
                </a:solidFill>
              </a:rPr>
              <a:t>E = h.c/λ</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endParaRPr sz="1800" lang="en-GB">
              <a:solidFill>
                <a:srgbClr val="000000"/>
              </a:solidFill>
            </a:endParaRPr>
          </a:p>
          <a:p>
            <a:r>
              <a:rPr sz="1800" lang="en-US">
                <a:solidFill>
                  <a:srgbClr val="000000"/>
                </a:solidFill>
              </a:rPr>
              <a:t>h - is the planck constant ( h = 6.626 × 10 power -27 erg secs.</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altLang="en-US" sz="1800" lang="en-US">
                <a:solidFill>
                  <a:srgbClr val="000000"/>
                </a:solidFill>
              </a:rPr>
              <a:t/>
            </a:r>
            <a:r>
              <a:rPr altLang="en-US" sz="1800" lang="en-GB">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r>
              <a:rPr altLang="en-US" sz="1800" lang="en-US">
                <a:solidFill>
                  <a:srgbClr val="000000"/>
                </a:solidFill>
              </a:rPr>
              <a:t>v - is the frequency of radiation cycles per second</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r>
              <a:rPr altLang="en-US" sz="1800" lang="en-US">
                <a:solidFill>
                  <a:srgbClr val="000000"/>
                </a:solidFill>
              </a:rPr>
              <a:t>c - is the velocity of electromagnetic radiation or light</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r>
              <a:rPr altLang="en-US" sz="1800" lang="en-US">
                <a:solidFill>
                  <a:srgbClr val="000000"/>
                </a:solidFill>
              </a:rPr>
              <a:t>λ - is the wavelength in cm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63" name=""/>
          <p:cNvSpPr txBox="1"/>
          <p:nvPr/>
        </p:nvSpPr>
        <p:spPr>
          <a:xfrm>
            <a:off x="363938" y="319534"/>
            <a:ext cx="8495596" cy="624840"/>
          </a:xfrm>
          <a:prstGeom prst="rect"/>
        </p:spPr>
        <p:txBody>
          <a:bodyPr rtlCol="0" wrap="square">
            <a:spAutoFit/>
          </a:bodyPr>
          <a:p>
            <a:pPr algn="ctr"/>
            <a:r>
              <a:rPr b="1" sz="1800" lang="en-US" u="sng">
                <a:solidFill>
                  <a:srgbClr val="000000"/>
                </a:solidFill>
              </a:rPr>
              <a:t>ENERGY OF LIGHT &amp; RELATIONSHIP BETWEEN ENERGY OF PHOTON, QUANTUM AND EINSTEIN</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endParaRPr b="1" sz="1800" lang="en-GB" u="sng">
              <a:solidFill>
                <a:srgbClr val="000000"/>
              </a:solidFill>
            </a:endParaRPr>
          </a:p>
        </p:txBody>
      </p:sp>
      <p:sp>
        <p:nvSpPr>
          <p:cNvPr id="1048664" name=""/>
          <p:cNvSpPr txBox="1"/>
          <p:nvPr/>
        </p:nvSpPr>
        <p:spPr>
          <a:xfrm>
            <a:off x="363937" y="944373"/>
            <a:ext cx="4000000" cy="3291840"/>
          </a:xfrm>
          <a:prstGeom prst="rect"/>
        </p:spPr>
        <p:txBody>
          <a:bodyPr rtlCol="0" wrap="square">
            <a:spAutoFit/>
          </a:bodyPr>
          <a:p>
            <a:pPr>
              <a:lnSpc>
                <a:spcPct val="200000"/>
              </a:lnSpc>
            </a:pPr>
            <a:r>
              <a:rPr b="1" sz="1800" lang="en-US">
                <a:solidFill>
                  <a:srgbClr val="993300"/>
                </a:solidFill>
              </a:rPr>
              <a:t>E  (ENERGY) = hv (PHOTON)</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endParaRPr b="1" sz="1800" lang="en-GB">
              <a:solidFill>
                <a:srgbClr val="993300"/>
              </a:solidFill>
            </a:endParaRPr>
          </a:p>
          <a:p>
            <a:pPr>
              <a:lnSpc>
                <a:spcPct val="200000"/>
              </a:lnSpc>
            </a:pPr>
            <a:r>
              <a:rPr sz="1800" lang="en-US">
                <a:solidFill>
                  <a:srgbClr val="000000"/>
                </a:solidFill>
              </a:rPr>
              <a:t>E = hv</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 v = c / λ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E = hc / λ</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E = hc. 1/ λ [ v` = 1 / λ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E = hcv`</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p:txBody>
      </p:sp>
      <p:cxnSp>
        <p:nvCxnSpPr>
          <p:cNvPr id="3145729" name=""/>
          <p:cNvCxnSpPr>
            <a:cxnSpLocks/>
          </p:cNvCxnSpPr>
          <p:nvPr/>
        </p:nvCxnSpPr>
        <p:spPr>
          <a:xfrm rot="2771706">
            <a:off x="3057533" y="1557193"/>
            <a:ext cx="2648131" cy="2607311"/>
          </a:xfrm>
          <a:prstGeom prst="line"/>
          <a:solidFill>
            <a:srgbClr val="FFFFFF"/>
          </a:solidFill>
          <a:ln w="25400">
            <a:solidFill>
              <a:srgbClr val="666666"/>
            </a:solidFill>
          </a:ln>
        </p:spPr>
      </p:cxnSp>
      <p:sp>
        <p:nvSpPr>
          <p:cNvPr id="1048665" name=""/>
          <p:cNvSpPr txBox="1"/>
          <p:nvPr/>
        </p:nvSpPr>
        <p:spPr>
          <a:xfrm>
            <a:off x="4571999" y="1002872"/>
            <a:ext cx="4000000" cy="3342641"/>
          </a:xfrm>
          <a:prstGeom prst="rect"/>
        </p:spPr>
        <p:txBody>
          <a:bodyPr rtlCol="0" wrap="square">
            <a:spAutoFit/>
          </a:bodyPr>
          <a:p>
            <a:pPr>
              <a:lnSpc>
                <a:spcPct val="150000"/>
              </a:lnSpc>
            </a:pPr>
            <a:r>
              <a:rPr b="1" sz="1800" lang="en-US">
                <a:solidFill>
                  <a:srgbClr val="D66565"/>
                </a:solidFill>
              </a:rPr>
              <a:t>Frequency (v)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endParaRPr b="1" sz="1800" lang="en-GB">
              <a:solidFill>
                <a:srgbClr val="D66565"/>
              </a:solidFill>
            </a:endParaRPr>
          </a:p>
          <a:p>
            <a:pPr>
              <a:lnSpc>
                <a:spcPct val="150000"/>
              </a:lnSpc>
            </a:pPr>
            <a:r>
              <a:rPr sz="1800" lang="en-US">
                <a:solidFill>
                  <a:srgbClr val="000000"/>
                </a:solidFill>
              </a:rPr>
              <a:t>v = c / λ</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150000"/>
              </a:lnSpc>
            </a:pPr>
            <a:r>
              <a:rPr b="1" sz="1800" lang="en-US">
                <a:solidFill>
                  <a:srgbClr val="D66565"/>
                </a:solidFill>
              </a:rPr>
              <a:t>Velocity (c)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endParaRPr b="1" sz="1800" lang="en-GB">
              <a:solidFill>
                <a:srgbClr val="D66565"/>
              </a:solidFill>
            </a:endParaRPr>
          </a:p>
          <a:p>
            <a:pPr>
              <a:lnSpc>
                <a:spcPct val="150000"/>
              </a:lnSpc>
            </a:pPr>
            <a:r>
              <a:rPr sz="1800" lang="en-US">
                <a:solidFill>
                  <a:srgbClr val="000000"/>
                </a:solidFill>
              </a:rPr>
              <a:t>c = v × λ</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altLang="en-US" sz="1800" lang="en-GB">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pPr>
              <a:lnSpc>
                <a:spcPct val="150000"/>
              </a:lnSpc>
            </a:pPr>
            <a:r>
              <a:rPr altLang="en-US" b="1" sz="1800" lang="en-US">
                <a:solidFill>
                  <a:srgbClr val="D66565"/>
                </a:solidFill>
              </a:rPr>
              <a:t>Wavelength (λ)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endParaRPr b="1" sz="1800" lang="en-GB">
              <a:solidFill>
                <a:srgbClr val="D66565"/>
              </a:solidFill>
            </a:endParaRPr>
          </a:p>
          <a:p>
            <a:pPr>
              <a:lnSpc>
                <a:spcPct val="150000"/>
              </a:lnSpc>
            </a:pPr>
            <a:r>
              <a:rPr altLang="en-US" sz="1800" lang="en-US">
                <a:solidFill>
                  <a:srgbClr val="000000"/>
                </a:solidFill>
              </a:rPr>
              <a:t>λ = c / v</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pPr>
              <a:lnSpc>
                <a:spcPct val="150000"/>
              </a:lnSpc>
            </a:pPr>
            <a:r>
              <a:rPr altLang="en-US" b="1" sz="1800" lang="en-US">
                <a:solidFill>
                  <a:srgbClr val="D66565"/>
                </a:solidFill>
              </a:rPr>
              <a:t>Wavenumber (v`)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endParaRPr b="1" sz="1800" lang="en-GB">
              <a:solidFill>
                <a:srgbClr val="D66565"/>
              </a:solidFill>
            </a:endParaRPr>
          </a:p>
          <a:p>
            <a:pPr>
              <a:lnSpc>
                <a:spcPct val="150000"/>
              </a:lnSpc>
            </a:pPr>
            <a:r>
              <a:rPr altLang="en-US" sz="1800" lang="en-US">
                <a:solidFill>
                  <a:srgbClr val="000000"/>
                </a:solidFill>
              </a:rPr>
              <a:t>v` = 1 / λ</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72" name=""/>
          <p:cNvSpPr txBox="1"/>
          <p:nvPr/>
        </p:nvSpPr>
        <p:spPr>
          <a:xfrm>
            <a:off x="1563121" y="144843"/>
            <a:ext cx="6303461" cy="383541"/>
          </a:xfrm>
          <a:prstGeom prst="rect"/>
        </p:spPr>
        <p:txBody>
          <a:bodyPr rtlCol="0" wrap="square">
            <a:spAutoFit/>
          </a:bodyPr>
          <a:p>
            <a:pPr algn="ctr"/>
            <a:r>
              <a:rPr b="1" sz="2000" i="1" lang="en-US" u="sng">
                <a:solidFill>
                  <a:srgbClr val="C00000"/>
                </a:solidFill>
              </a:rPr>
              <a:t>What is Electromagnetic Radiation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endParaRPr b="1" sz="2000" i="1" lang="en-GB" u="sng">
              <a:solidFill>
                <a:srgbClr val="C00000"/>
              </a:solidFill>
            </a:endParaRPr>
          </a:p>
        </p:txBody>
      </p:sp>
      <p:sp>
        <p:nvSpPr>
          <p:cNvPr id="1048673" name=""/>
          <p:cNvSpPr txBox="1"/>
          <p:nvPr/>
        </p:nvSpPr>
        <p:spPr>
          <a:xfrm>
            <a:off x="218869" y="766865"/>
            <a:ext cx="8900973" cy="4091940"/>
          </a:xfrm>
          <a:prstGeom prst="rect"/>
        </p:spPr>
        <p:txBody>
          <a:bodyPr rtlCol="0" wrap="square">
            <a:spAutoFit/>
          </a:bodyPr>
          <a:p>
            <a:r>
              <a:rPr b="0" sz="1800" lang="en-US">
                <a:solidFill>
                  <a:srgbClr val="000000"/>
                </a:solidFill>
              </a:rPr>
              <a:t>Electromagnetic radiations are produced by the oscillation of electric charge and magnetic field residing on the atom. Light is an example for electromagnetic radiation or electromagnetic spectrum. Visible light is a form of energy. It was explained by  two theories</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0" sz="1800" lang="en-US">
                <a:solidFill>
                  <a:srgbClr val="000000"/>
                </a:solidFill>
              </a:rPr>
              <a:t>1.) Corpuscular Theory and 2.) Wave Theory</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1" sz="1800" i="0" lang="en-US" u="sng">
                <a:solidFill>
                  <a:srgbClr val="000000"/>
                </a:solidFill>
              </a:rPr>
              <a:t>According to wave theory, ( Wave nature of electromagnetic radiation )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endParaRPr b="1" sz="1800" i="0" lang="en-GB" u="sng">
              <a:solidFill>
                <a:srgbClr val="000000"/>
              </a:solidFill>
            </a:endParaRPr>
          </a:p>
          <a:p>
            <a:endParaRPr b="1" sz="1800" i="0" lang="en-GB" u="sng">
              <a:solidFill>
                <a:srgbClr val="000000"/>
              </a:solidFill>
            </a:endParaRPr>
          </a:p>
          <a:p>
            <a:r>
              <a:rPr b="0" sz="1800" lang="en-US">
                <a:solidFill>
                  <a:srgbClr val="000000"/>
                </a:solidFill>
              </a:rPr>
              <a:t>James Clark Maxwell in 1870 gave an explanation about "interaction between charged bodies and the behaviour of electrical and magnetic fields on macroscopic level".</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0" sz="1800" lang="en-US">
                <a:solidFill>
                  <a:srgbClr val="000000"/>
                </a:solidFill>
              </a:rPr>
              <a:t>When electrically charged particles moves under acceleration, it will alternating electrical and magnetic fields are generated and transmuted in the forms of waves called the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electromagnetic waves or electromagnetic radiation</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a:t>
            </a:r>
            <a:endParaRPr b="0" sz="1800" lang="en-GB">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74" name=""/>
          <p:cNvSpPr txBox="1"/>
          <p:nvPr/>
        </p:nvSpPr>
        <p:spPr>
          <a:xfrm>
            <a:off x="1366005" y="1658955"/>
            <a:ext cx="7118644" cy="1158240"/>
          </a:xfrm>
          <a:prstGeom prst="rect"/>
        </p:spPr>
        <p:txBody>
          <a:bodyPr rtlCol="0" wrap="square">
            <a:spAutoFit/>
          </a:bodyPr>
          <a:p>
            <a:pPr algn="ctr">
              <a:lnSpc>
                <a:spcPct val="150000"/>
              </a:lnSpc>
            </a:pPr>
            <a:r>
              <a:rPr b="1" sz="2400" lang="en-US">
                <a:solidFill>
                  <a:srgbClr val="FFFFFF"/>
                </a:solidFill>
              </a:rPr>
              <a:t>LET'S SEE CLASSIFICATION OF SPECTROSCOPY IN THE NEXT PRESENTATION</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endParaRPr b="1" sz="2400" lang="en-GB">
              <a:solidFill>
                <a:srgbClr val="FFFFFF"/>
              </a:solidFill>
            </a:endParaRPr>
          </a:p>
        </p:txBody>
      </p:sp>
      <p:sp>
        <p:nvSpPr>
          <p:cNvPr id="1048675" name=""/>
          <p:cNvSpPr txBox="1"/>
          <p:nvPr/>
        </p:nvSpPr>
        <p:spPr>
          <a:xfrm>
            <a:off x="2572000" y="3091152"/>
            <a:ext cx="4000000" cy="510540"/>
          </a:xfrm>
          <a:prstGeom prst="rect"/>
        </p:spPr>
        <p:txBody>
          <a:bodyPr rtlCol="0" wrap="square">
            <a:spAutoFit/>
          </a:bodyPr>
          <a:p>
            <a:pPr algn="ctr"/>
            <a:r>
              <a:rPr b="1" sz="2800" lang="en-US">
                <a:solidFill>
                  <a:srgbClr val="FFFFFF"/>
                </a:solidFill>
              </a:rPr>
              <a:t>THANK YOU ALL</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endParaRPr b="1" sz="2800" lang="en-GB">
              <a:solidFill>
                <a:srgbClr val="FFFFFF"/>
              </a:solidFill>
            </a:endParaRPr>
          </a:p>
        </p:txBody>
      </p:sp>
    </p:spTree>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1"/>
</p:tagLst>
</file>

<file path=ppt/tags/tag7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Lst>
</file>

<file path=ppt/tags/tag7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 name="KSO_WM_SLIDE_BACKGROUND_TYPE" val="leftRight"/>
  <p:tag name="KSO_WM_SLIDE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Lst>
</file>

<file path=ppt/tags/tag10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UNIT_TYPE" val="i"/>
  <p:tag name="KSO_WM_UNIT_INDEX" val="3"/>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1"/>
</p:tagLst>
</file>

<file path=ppt/tags/tag11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Lst>
</file>

<file path=ppt/tags/tag12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Lst>
</file>

<file path=ppt/tags/tag12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UNIT_TYPE" val="i"/>
  <p:tag name="KSO_WM_UNIT_INDEX" val="3"/>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2.xml><?xml version="1.0" encoding="utf-8"?>
<p:tagLst xmlns:p="http://schemas.openxmlformats.org/presentationml/2006/main">
  <p:tag name="KSO_WM_TEMPLATE_SUBCATEGORY" val="0"/>
  <p:tag name="KSO_WM_TEMPLATE_MASTER_TYPE" val="1"/>
  <p:tag name="KSO_WM_TEMPLATE_COLOR_TYPE" val="0"/>
  <p:tag name="KSO_WM_TAG_VERSION" val="1.0"/>
  <p:tag name="KSO_WM_BEAUTIFY_FLAG" val="#wm#"/>
  <p:tag name="KSO_WM_TEMPLATE_CATEGORY" val="custom"/>
  <p:tag name="KSO_WM_TEMPLATE_INDEX" val="20202655"/>
  <p:tag name="KSO_WM_TEMPLATE_THUMBS_INDEX" val="1、6、7、8、9、10、11、12、13、14、15"/>
</p:tagLst>
</file>

<file path=ppt/tags/tag133.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4.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5.xml><?xml version="1.0" encoding="utf-8"?>
<p:tagLst xmlns:p="http://schemas.openxmlformats.org/presentationml/2006/main">
  <p:tag name="KSO_WM_SLIDE_ID" val="custom2020265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655"/>
  <p:tag name="KSO_WM_SLIDE_LAYOUT" val="a_b"/>
  <p:tag name="KSO_WM_SLIDE_LAYOUT_CNT" val="1_1"/>
  <p:tag name="KSO_WM_TEMPLATE_THUMBS_INDEX" val="1、6、7、8、9、10、11、12、13、14、15"/>
  <p:tag name="KSO_WM_TEMPLATE_MASTER_THUMB_INDEX" val="1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a*1"/>
  <p:tag name="KSO_WM_TEMPLATE_CATEGORY" val="custom"/>
  <p:tag name="KSO_WM_TEMPLATE_INDEX" val="20202655"/>
  <p:tag name="KSO_WM_UNIT_LAYERLEVEL" val="1"/>
  <p:tag name="KSO_WM_TAG_VERSION" val="1.0"/>
  <p:tag name="KSO_WM_BEAUTIFY_FLAG" val="#wm#"/>
  <p:tag name="KSO_WM_UNIT_ISCONTENTSTITLE" val="1"/>
  <p:tag name="KSO_WM_UNIT_NOCLEAR" val="0"/>
  <p:tag name="KSO_WM_UNIT_VALUE" val="2"/>
  <p:tag name="KSO_WM_DIAGRAM_GROUP_CODE" val="l1-1"/>
  <p:tag name="KSO_WM_UNIT_TYPE" val="a"/>
  <p:tag name="KSO_WM_UNIT_INDEX" val="1"/>
  <p:tag name="KSO_WM_UNIT_PRESET_TEXT" val="CONTENTS"/>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i*3"/>
  <p:tag name="KSO_WM_TEMPLATE_CATEGORY" val="custom"/>
  <p:tag name="KSO_WM_TEMPLATE_INDEX" val="20202655"/>
  <p:tag name="KSO_WM_UNIT_LAYERLEVEL" val="1"/>
  <p:tag name="KSO_WM_TAG_VERSION" val="1.0"/>
  <p:tag name="KSO_WM_BEAUTIFY_FLAG" val="#wm#"/>
  <p:tag name="KSO_WM_DIAGRAM_GROUP_CODE" val="l1-1"/>
  <p:tag name="KSO_WM_UNIT_TYPE" val="i"/>
  <p:tag name="KSO_WM_UNIT_INDEX" val="3"/>
</p:tagLst>
</file>

<file path=ppt/tags/tag138.xml><?xml version="1.0" encoding="utf-8"?>
<p:tagLst xmlns:p="http://schemas.openxmlformats.org/presentationml/2006/main">
  <p:tag name="KSO_WM_SLIDE_ID" val="custom20202655_2"/>
  <p:tag name="KSO_WM_TEMPLATE_SUBCATEGORY" val="0"/>
  <p:tag name="KSO_WM_TEMPLATE_MASTER_TYPE" val="1"/>
  <p:tag name="KSO_WM_TEMPLATE_COLOR_TYPE" val="1"/>
  <p:tag name="KSO_WM_SLIDE_ITEM_CNT" val="2"/>
  <p:tag name="KSO_WM_SLIDE_INDEX" val="2"/>
  <p:tag name="KSO_WM_TAG_VERSION" val="1.0"/>
  <p:tag name="KSO_WM_BEAUTIFY_FLAG" val="#wm#"/>
  <p:tag name="KSO_WM_TEMPLATE_CATEGORY" val="custom"/>
  <p:tag name="KSO_WM_TEMPLATE_INDEX" val="20202655"/>
  <p:tag name="KSO_WM_SLIDE_TYPE" val="contents"/>
  <p:tag name="KSO_WM_SLIDE_SUBTYPE" val="diag"/>
  <p:tag name="KSO_WM_DIAGRAM_GROUP_CODE" val="l1-1"/>
  <p:tag name="KSO_WM_SLIDE_DIAGTYPE" val="l"/>
  <p:tag name="KSO_WM_SLIDE_LAYOUT" val="a_b_l"/>
  <p:tag name="KSO_WM_SLIDE_LAYOUT_CNT" val="1_1_1"/>
</p:tagLst>
</file>

<file path=ppt/theme/theme1.xml><?xml version="1.0" encoding="utf-8"?>
<a:theme xmlns:a="http://schemas.openxmlformats.org/drawingml/2006/main" name="Office 主题​​">
  <a:themeElements>
    <a:clrScheme name="自定义 61">
      <a:dk1>
        <a:srgbClr val="000000"/>
      </a:dk1>
      <a:lt1>
        <a:srgbClr val="FFFFFF"/>
      </a:lt1>
      <a:dk2>
        <a:srgbClr val="343739"/>
      </a:dk2>
      <a:lt2>
        <a:srgbClr val="FFFFFF"/>
      </a:lt2>
      <a:accent1>
        <a:srgbClr val="E59E51"/>
      </a:accent1>
      <a:accent2>
        <a:srgbClr val="D5AF4C"/>
      </a:accent2>
      <a:accent3>
        <a:srgbClr val="BFBE50"/>
      </a:accent3>
      <a:accent4>
        <a:srgbClr val="A5CE62"/>
      </a:accent4>
      <a:accent5>
        <a:srgbClr val="80D3A3"/>
      </a:accent5>
      <a:accent6>
        <a:srgbClr val="6ADCB1"/>
      </a:accent6>
      <a:hlink>
        <a:srgbClr val="BFBFBF"/>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Redmi Note 4</dc:creator>
  <cp:lastModifiedBy>s_qianhanru</cp:lastModifiedBy>
  <dcterms:created xsi:type="dcterms:W3CDTF">2019-08-22T00:14:00Z</dcterms:created>
  <dcterms:modified xsi:type="dcterms:W3CDTF">2020-01-14T07:50:04Z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