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Table: sort by Score descending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Diego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Cara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sample_image.png">
            <a:extLst>
              <a:ext uri="{FF2B5EF4-FFF2-40B4-BE49-F238E27FC236}">
                <a16:creationId xmlns:a16="http://schemas.microsoft.com/office/drawing/2014/main" id="{393C2684-8871-C102-2BDF-F68536D17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022" y="4038245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2025-09-18T07:14:38Z</dcterms:modified>
  <cp:category/>
</cp:coreProperties>
</file>