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DM San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5099CC-2C51-4DF9-A6E1-355CD6CBF8AF}">
  <a:tblStyle styleId="{3A5099CC-2C51-4DF9-A6E1-355CD6CBF8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DMSans-bold.fntdata"/><Relationship Id="rId14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oogle Shape;13;p3"/>
          <p:cNvGraphicFramePr/>
          <p:nvPr/>
        </p:nvGraphicFramePr>
        <p:xfrm>
          <a:off x="1028700" y="27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{3A5099CC-2C51-4DF9-A6E1-355CD6CBF8AF}</a:tableStyleId>
              </a:tblPr>
              <a:tblGrid>
                <a:gridCol w="3240400"/>
                <a:gridCol w="3240400"/>
                <a:gridCol w="3240400"/>
                <a:gridCol w="3240400"/>
                <a:gridCol w="3240400"/>
              </a:tblGrid>
              <a:tr h="9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B6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5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6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C9EF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4"/>
          <p:cNvGrpSpPr/>
          <p:nvPr/>
        </p:nvGrpSpPr>
        <p:grpSpPr>
          <a:xfrm>
            <a:off x="1722726" y="2565837"/>
            <a:ext cx="4774981" cy="3266948"/>
            <a:chOff x="0" y="-47625"/>
            <a:chExt cx="1257600" cy="860425"/>
          </a:xfrm>
        </p:grpSpPr>
        <p:sp>
          <p:nvSpPr>
            <p:cNvPr id="16" name="Google Shape;16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7" name="Google Shape;17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8;p4"/>
          <p:cNvGrpSpPr/>
          <p:nvPr/>
        </p:nvGrpSpPr>
        <p:grpSpPr>
          <a:xfrm>
            <a:off x="6758853" y="2565837"/>
            <a:ext cx="4774981" cy="3266948"/>
            <a:chOff x="0" y="-47625"/>
            <a:chExt cx="1257600" cy="860425"/>
          </a:xfrm>
        </p:grpSpPr>
        <p:sp>
          <p:nvSpPr>
            <p:cNvPr id="19" name="Google Shape;19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20" name="Google Shape;20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21;p4"/>
          <p:cNvGrpSpPr/>
          <p:nvPr/>
        </p:nvGrpSpPr>
        <p:grpSpPr>
          <a:xfrm>
            <a:off x="11790651" y="2565837"/>
            <a:ext cx="4774981" cy="3266948"/>
            <a:chOff x="0" y="-47625"/>
            <a:chExt cx="1257600" cy="860425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23" name="Google Shape;23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4"/>
          <p:cNvGrpSpPr/>
          <p:nvPr/>
        </p:nvGrpSpPr>
        <p:grpSpPr>
          <a:xfrm>
            <a:off x="1722726" y="5991373"/>
            <a:ext cx="4774981" cy="3266948"/>
            <a:chOff x="0" y="-47625"/>
            <a:chExt cx="1257600" cy="860425"/>
          </a:xfrm>
        </p:grpSpPr>
        <p:sp>
          <p:nvSpPr>
            <p:cNvPr id="25" name="Google Shape;25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26" name="Google Shape;26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27;p4"/>
          <p:cNvGrpSpPr/>
          <p:nvPr/>
        </p:nvGrpSpPr>
        <p:grpSpPr>
          <a:xfrm>
            <a:off x="6758853" y="5991373"/>
            <a:ext cx="4774981" cy="3266948"/>
            <a:chOff x="0" y="-47625"/>
            <a:chExt cx="1257600" cy="860425"/>
          </a:xfrm>
        </p:grpSpPr>
        <p:sp>
          <p:nvSpPr>
            <p:cNvPr id="28" name="Google Shape;28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29" name="Google Shape;29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11790651" y="5991373"/>
            <a:ext cx="4774981" cy="3266948"/>
            <a:chOff x="0" y="-47625"/>
            <a:chExt cx="1257600" cy="860425"/>
          </a:xfrm>
        </p:grpSpPr>
        <p:sp>
          <p:nvSpPr>
            <p:cNvPr id="31" name="Google Shape;31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2" name="Google Shape;32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5"/>
          <p:cNvGrpSpPr/>
          <p:nvPr/>
        </p:nvGrpSpPr>
        <p:grpSpPr>
          <a:xfrm>
            <a:off x="1106785" y="3944217"/>
            <a:ext cx="16152851" cy="3405797"/>
            <a:chOff x="0" y="-289322"/>
            <a:chExt cx="21537134" cy="4541063"/>
          </a:xfrm>
        </p:grpSpPr>
        <p:grpSp>
          <p:nvGrpSpPr>
            <p:cNvPr id="35" name="Google Shape;35;p5"/>
            <p:cNvGrpSpPr/>
            <p:nvPr/>
          </p:nvGrpSpPr>
          <p:grpSpPr>
            <a:xfrm>
              <a:off x="0" y="-241102"/>
              <a:ext cx="4056581" cy="4492463"/>
              <a:chOff x="0" y="-47625"/>
              <a:chExt cx="801300" cy="887400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37" name="Google Shape;37;p5"/>
              <p:cNvSpPr txBox="1"/>
              <p:nvPr/>
            </p:nvSpPr>
            <p:spPr>
              <a:xfrm>
                <a:off x="0" y="-47625"/>
                <a:ext cx="801300" cy="8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4369154" y="-289322"/>
              <a:ext cx="4056581" cy="4541063"/>
              <a:chOff x="0" y="-57150"/>
              <a:chExt cx="801300" cy="897000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40" name="Google Shape;40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" name="Google Shape;41;p5"/>
            <p:cNvGrpSpPr/>
            <p:nvPr/>
          </p:nvGrpSpPr>
          <p:grpSpPr>
            <a:xfrm>
              <a:off x="8742788" y="-289322"/>
              <a:ext cx="4056581" cy="4541063"/>
              <a:chOff x="0" y="-57150"/>
              <a:chExt cx="801300" cy="897000"/>
            </a:xfrm>
          </p:grpSpPr>
          <p:sp>
            <p:nvSpPr>
              <p:cNvPr id="42" name="Google Shape;42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43" name="Google Shape;43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5"/>
            <p:cNvGrpSpPr/>
            <p:nvPr/>
          </p:nvGrpSpPr>
          <p:grpSpPr>
            <a:xfrm>
              <a:off x="13111670" y="-289322"/>
              <a:ext cx="4056581" cy="4541063"/>
              <a:chOff x="0" y="-57150"/>
              <a:chExt cx="801300" cy="897000"/>
            </a:xfrm>
          </p:grpSpPr>
          <p:sp>
            <p:nvSpPr>
              <p:cNvPr id="45" name="Google Shape;45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46" name="Google Shape;46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5"/>
            <p:cNvGrpSpPr/>
            <p:nvPr/>
          </p:nvGrpSpPr>
          <p:grpSpPr>
            <a:xfrm>
              <a:off x="17480553" y="-289322"/>
              <a:ext cx="4056581" cy="4541063"/>
              <a:chOff x="0" y="-57150"/>
              <a:chExt cx="801300" cy="897000"/>
            </a:xfrm>
          </p:grpSpPr>
          <p:sp>
            <p:nvSpPr>
              <p:cNvPr id="48" name="Google Shape;48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37C9EF"/>
              </a:solidFill>
              <a:ln>
                <a:noFill/>
              </a:ln>
            </p:spPr>
          </p:sp>
          <p:sp>
            <p:nvSpPr>
              <p:cNvPr id="49" name="Google Shape;49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5"/>
            <p:cNvGrpSpPr/>
            <p:nvPr/>
          </p:nvGrpSpPr>
          <p:grpSpPr>
            <a:xfrm>
              <a:off x="3735263" y="1480064"/>
              <a:ext cx="965553" cy="1291214"/>
              <a:chOff x="0" y="0"/>
              <a:chExt cx="607801" cy="812800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52" name="Google Shape;52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" name="Google Shape;53;p5"/>
            <p:cNvGrpSpPr/>
            <p:nvPr/>
          </p:nvGrpSpPr>
          <p:grpSpPr>
            <a:xfrm>
              <a:off x="8101130" y="1480064"/>
              <a:ext cx="965553" cy="1291214"/>
              <a:chOff x="0" y="0"/>
              <a:chExt cx="607801" cy="812800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55" name="Google Shape;55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" name="Google Shape;56;p5"/>
            <p:cNvGrpSpPr/>
            <p:nvPr/>
          </p:nvGrpSpPr>
          <p:grpSpPr>
            <a:xfrm>
              <a:off x="12470274" y="1480064"/>
              <a:ext cx="965553" cy="1291214"/>
              <a:chOff x="0" y="0"/>
              <a:chExt cx="607801" cy="812800"/>
            </a:xfrm>
          </p:grpSpPr>
          <p:sp>
            <p:nvSpPr>
              <p:cNvPr id="57" name="Google Shape;57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58" name="Google Shape;58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" name="Google Shape;59;p5"/>
            <p:cNvGrpSpPr/>
            <p:nvPr/>
          </p:nvGrpSpPr>
          <p:grpSpPr>
            <a:xfrm>
              <a:off x="16839417" y="1480064"/>
              <a:ext cx="965553" cy="1291214"/>
              <a:chOff x="0" y="0"/>
              <a:chExt cx="607801" cy="812800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61" name="Google Shape;61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" name="Google Shape;62;p5"/>
          <p:cNvSpPr/>
          <p:nvPr/>
        </p:nvSpPr>
        <p:spPr>
          <a:xfrm>
            <a:off x="5197757" y="4862994"/>
            <a:ext cx="1468166" cy="1843587"/>
          </a:xfrm>
          <a:custGeom>
            <a:rect b="b" l="l" r="r" t="t"/>
            <a:pathLst>
              <a:path extrusionOk="0" h="1843587" w="1468166">
                <a:moveTo>
                  <a:pt x="0" y="0"/>
                </a:moveTo>
                <a:lnTo>
                  <a:pt x="1468165" y="0"/>
                </a:lnTo>
                <a:lnTo>
                  <a:pt x="1468165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5"/>
          <p:cNvSpPr/>
          <p:nvPr/>
        </p:nvSpPr>
        <p:spPr>
          <a:xfrm>
            <a:off x="8276172" y="4862994"/>
            <a:ext cx="1813740" cy="1767572"/>
          </a:xfrm>
          <a:custGeom>
            <a:rect b="b" l="l" r="r" t="t"/>
            <a:pathLst>
              <a:path extrusionOk="0" h="1767572" w="1813740">
                <a:moveTo>
                  <a:pt x="0" y="0"/>
                </a:moveTo>
                <a:lnTo>
                  <a:pt x="1813741" y="0"/>
                </a:lnTo>
                <a:lnTo>
                  <a:pt x="1813741" y="1767572"/>
                </a:lnTo>
                <a:lnTo>
                  <a:pt x="0" y="1767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5"/>
          <p:cNvSpPr/>
          <p:nvPr/>
        </p:nvSpPr>
        <p:spPr>
          <a:xfrm>
            <a:off x="14978224" y="4786979"/>
            <a:ext cx="1575429" cy="1843587"/>
          </a:xfrm>
          <a:custGeom>
            <a:rect b="b" l="l" r="r" t="t"/>
            <a:pathLst>
              <a:path extrusionOk="0" h="1843587" w="1575429">
                <a:moveTo>
                  <a:pt x="0" y="0"/>
                </a:moveTo>
                <a:lnTo>
                  <a:pt x="1575429" y="0"/>
                </a:lnTo>
                <a:lnTo>
                  <a:pt x="1575429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5"/>
          <p:cNvSpPr/>
          <p:nvPr/>
        </p:nvSpPr>
        <p:spPr>
          <a:xfrm>
            <a:off x="1680778" y="4786979"/>
            <a:ext cx="1820123" cy="1843587"/>
          </a:xfrm>
          <a:custGeom>
            <a:rect b="b" l="l" r="r" t="t"/>
            <a:pathLst>
              <a:path extrusionOk="0" h="1843587" w="1820123">
                <a:moveTo>
                  <a:pt x="0" y="0"/>
                </a:moveTo>
                <a:lnTo>
                  <a:pt x="1820123" y="0"/>
                </a:lnTo>
                <a:lnTo>
                  <a:pt x="1820123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p5"/>
          <p:cNvSpPr/>
          <p:nvPr/>
        </p:nvSpPr>
        <p:spPr>
          <a:xfrm>
            <a:off x="11785363" y="4843990"/>
            <a:ext cx="1833699" cy="1881594"/>
          </a:xfrm>
          <a:custGeom>
            <a:rect b="b" l="l" r="r" t="t"/>
            <a:pathLst>
              <a:path extrusionOk="0" h="1881594" w="1833699">
                <a:moveTo>
                  <a:pt x="0" y="0"/>
                </a:moveTo>
                <a:lnTo>
                  <a:pt x="1833699" y="0"/>
                </a:lnTo>
                <a:lnTo>
                  <a:pt x="1833699" y="1881594"/>
                </a:lnTo>
                <a:lnTo>
                  <a:pt x="0" y="188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6"/>
          <p:cNvGrpSpPr/>
          <p:nvPr/>
        </p:nvGrpSpPr>
        <p:grpSpPr>
          <a:xfrm>
            <a:off x="1067742" y="4626809"/>
            <a:ext cx="3042456" cy="4631523"/>
            <a:chOff x="0" y="0"/>
            <a:chExt cx="801300" cy="1219817"/>
          </a:xfrm>
        </p:grpSpPr>
        <p:sp>
          <p:nvSpPr>
            <p:cNvPr id="69" name="Google Shape;69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70" name="Google Shape;70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6"/>
          <p:cNvGrpSpPr/>
          <p:nvPr/>
        </p:nvGrpSpPr>
        <p:grpSpPr>
          <a:xfrm>
            <a:off x="4344608" y="4626809"/>
            <a:ext cx="3042456" cy="4631523"/>
            <a:chOff x="0" y="0"/>
            <a:chExt cx="801300" cy="1219817"/>
          </a:xfrm>
        </p:grpSpPr>
        <p:sp>
          <p:nvSpPr>
            <p:cNvPr id="72" name="Google Shape;72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73" name="Google Shape;73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7624833" y="4626809"/>
            <a:ext cx="3042456" cy="4631523"/>
            <a:chOff x="0" y="0"/>
            <a:chExt cx="801300" cy="1219817"/>
          </a:xfrm>
        </p:grpSpPr>
        <p:sp>
          <p:nvSpPr>
            <p:cNvPr id="75" name="Google Shape;75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76" name="Google Shape;76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6"/>
          <p:cNvGrpSpPr/>
          <p:nvPr/>
        </p:nvGrpSpPr>
        <p:grpSpPr>
          <a:xfrm>
            <a:off x="10901495" y="4626809"/>
            <a:ext cx="3042456" cy="4631523"/>
            <a:chOff x="0" y="0"/>
            <a:chExt cx="801300" cy="1219817"/>
          </a:xfrm>
        </p:grpSpPr>
        <p:sp>
          <p:nvSpPr>
            <p:cNvPr id="78" name="Google Shape;78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79" name="Google Shape;79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6"/>
          <p:cNvGrpSpPr/>
          <p:nvPr/>
        </p:nvGrpSpPr>
        <p:grpSpPr>
          <a:xfrm>
            <a:off x="14178157" y="4626809"/>
            <a:ext cx="3042456" cy="4631523"/>
            <a:chOff x="0" y="0"/>
            <a:chExt cx="801300" cy="1219817"/>
          </a:xfrm>
        </p:grpSpPr>
        <p:sp>
          <p:nvSpPr>
            <p:cNvPr id="81" name="Google Shape;81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82" name="Google Shape;82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6"/>
          <p:cNvGrpSpPr/>
          <p:nvPr/>
        </p:nvGrpSpPr>
        <p:grpSpPr>
          <a:xfrm>
            <a:off x="1067742" y="2846540"/>
            <a:ext cx="3042122" cy="1494460"/>
            <a:chOff x="0" y="-47625"/>
            <a:chExt cx="801212" cy="393600"/>
          </a:xfrm>
        </p:grpSpPr>
        <p:sp>
          <p:nvSpPr>
            <p:cNvPr id="84" name="Google Shape;84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85" name="Google Shape;85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4344608" y="2846540"/>
            <a:ext cx="3042122" cy="1494460"/>
            <a:chOff x="0" y="-47625"/>
            <a:chExt cx="801212" cy="393600"/>
          </a:xfrm>
        </p:grpSpPr>
        <p:sp>
          <p:nvSpPr>
            <p:cNvPr id="87" name="Google Shape;87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88" name="Google Shape;88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6"/>
          <p:cNvGrpSpPr/>
          <p:nvPr/>
        </p:nvGrpSpPr>
        <p:grpSpPr>
          <a:xfrm>
            <a:off x="7624833" y="2846540"/>
            <a:ext cx="3042122" cy="1494460"/>
            <a:chOff x="0" y="-47625"/>
            <a:chExt cx="801212" cy="393600"/>
          </a:xfrm>
        </p:grpSpPr>
        <p:sp>
          <p:nvSpPr>
            <p:cNvPr id="90" name="Google Shape;90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91" name="Google Shape;91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6"/>
          <p:cNvGrpSpPr/>
          <p:nvPr/>
        </p:nvGrpSpPr>
        <p:grpSpPr>
          <a:xfrm>
            <a:off x="10905059" y="2846540"/>
            <a:ext cx="3042122" cy="1494460"/>
            <a:chOff x="0" y="-47625"/>
            <a:chExt cx="801212" cy="393600"/>
          </a:xfrm>
        </p:grpSpPr>
        <p:sp>
          <p:nvSpPr>
            <p:cNvPr id="93" name="Google Shape;93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94" name="Google Shape;94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6"/>
          <p:cNvGrpSpPr/>
          <p:nvPr/>
        </p:nvGrpSpPr>
        <p:grpSpPr>
          <a:xfrm>
            <a:off x="14217200" y="2846540"/>
            <a:ext cx="3042122" cy="1494460"/>
            <a:chOff x="0" y="-47625"/>
            <a:chExt cx="801212" cy="393600"/>
          </a:xfrm>
        </p:grpSpPr>
        <p:sp>
          <p:nvSpPr>
            <p:cNvPr id="96" name="Google Shape;96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97" name="Google Shape;97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39.png"/><Relationship Id="rId11" Type="http://schemas.openxmlformats.org/officeDocument/2006/relationships/image" Target="../media/image11.png"/><Relationship Id="rId12" Type="http://schemas.openxmlformats.org/officeDocument/2006/relationships/image" Target="../media/image37.png"/><Relationship Id="rId13" Type="http://schemas.openxmlformats.org/officeDocument/2006/relationships/image" Target="../media/image15.png"/><Relationship Id="rId14" Type="http://schemas.openxmlformats.org/officeDocument/2006/relationships/image" Target="../media/image21.png"/><Relationship Id="rId15" Type="http://schemas.openxmlformats.org/officeDocument/2006/relationships/image" Target="../media/image14.png"/><Relationship Id="rId16" Type="http://schemas.openxmlformats.org/officeDocument/2006/relationships/image" Target="../media/image12.png"/><Relationship Id="rId17" Type="http://schemas.openxmlformats.org/officeDocument/2006/relationships/image" Target="../media/image16.png"/><Relationship Id="rId18" Type="http://schemas.openxmlformats.org/officeDocument/2006/relationships/image" Target="../media/image18.png"/><Relationship Id="rId19" Type="http://schemas.openxmlformats.org/officeDocument/2006/relationships/image" Target="../media/image13.png"/><Relationship Id="rId20" Type="http://schemas.openxmlformats.org/officeDocument/2006/relationships/image" Target="../media/image1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44.png"/><Relationship Id="rId24" Type="http://schemas.openxmlformats.org/officeDocument/2006/relationships/image" Target="../media/image43.png"/><Relationship Id="rId25" Type="http://schemas.openxmlformats.org/officeDocument/2006/relationships/image" Target="../media/image42.png"/><Relationship Id="rId26" Type="http://schemas.openxmlformats.org/officeDocument/2006/relationships/image" Target="../media/image25.png"/><Relationship Id="rId27" Type="http://schemas.openxmlformats.org/officeDocument/2006/relationships/image" Target="../media/image27.png"/><Relationship Id="rId28" Type="http://schemas.openxmlformats.org/officeDocument/2006/relationships/image" Target="../media/image24.png"/><Relationship Id="rId29" Type="http://schemas.openxmlformats.org/officeDocument/2006/relationships/image" Target="../media/image22.png"/><Relationship Id="rId30" Type="http://schemas.openxmlformats.org/officeDocument/2006/relationships/image" Target="../media/image28.png"/><Relationship Id="rId31" Type="http://schemas.openxmlformats.org/officeDocument/2006/relationships/image" Target="../media/image23.png"/><Relationship Id="rId32" Type="http://schemas.openxmlformats.org/officeDocument/2006/relationships/image" Target="../media/image26.png"/><Relationship Id="rId33" Type="http://schemas.openxmlformats.org/officeDocument/2006/relationships/image" Target="../media/image38.png"/><Relationship Id="rId34" Type="http://schemas.openxmlformats.org/officeDocument/2006/relationships/image" Target="../media/image36.png"/><Relationship Id="rId35" Type="http://schemas.openxmlformats.org/officeDocument/2006/relationships/image" Target="../media/image29.png"/><Relationship Id="rId36" Type="http://schemas.openxmlformats.org/officeDocument/2006/relationships/image" Target="../media/image40.png"/><Relationship Id="rId37" Type="http://schemas.openxmlformats.org/officeDocument/2006/relationships/image" Target="../media/image31.png"/><Relationship Id="rId38" Type="http://schemas.openxmlformats.org/officeDocument/2006/relationships/image" Target="../media/image34.png"/><Relationship Id="rId39" Type="http://schemas.openxmlformats.org/officeDocument/2006/relationships/image" Target="../media/image32.png"/><Relationship Id="rId40" Type="http://schemas.openxmlformats.org/officeDocument/2006/relationships/image" Target="../media/image35.png"/><Relationship Id="rId41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latin typeface="DM Sans"/>
                <a:ea typeface="DM Sans"/>
                <a:cs typeface="DM Sans"/>
                <a:sym typeface="DM Sans"/>
              </a:rPr>
              <a:t>Infographic Overview</a:t>
            </a:r>
            <a:endParaRPr/>
          </a:p>
        </p:txBody>
      </p:sp>
      <p:grpSp>
        <p:nvGrpSpPr>
          <p:cNvPr id="117" name="Google Shape;117;p7"/>
          <p:cNvGrpSpPr/>
          <p:nvPr/>
        </p:nvGrpSpPr>
        <p:grpSpPr>
          <a:xfrm>
            <a:off x="1067742" y="2846541"/>
            <a:ext cx="3042100" cy="1494309"/>
            <a:chOff x="0" y="-47625"/>
            <a:chExt cx="801212" cy="393563"/>
          </a:xfrm>
        </p:grpSpPr>
        <p:sp>
          <p:nvSpPr>
            <p:cNvPr id="118" name="Google Shape;118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9" name="Google Shape;119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7"/>
          <p:cNvGrpSpPr/>
          <p:nvPr/>
        </p:nvGrpSpPr>
        <p:grpSpPr>
          <a:xfrm>
            <a:off x="1067742" y="4626809"/>
            <a:ext cx="3042100" cy="4631491"/>
            <a:chOff x="0" y="0"/>
            <a:chExt cx="801212" cy="1219817"/>
          </a:xfrm>
        </p:grpSpPr>
        <p:sp>
          <p:nvSpPr>
            <p:cNvPr id="103" name="Google Shape;103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4" name="Google Shape;104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7"/>
          <p:cNvSpPr txBox="1"/>
          <p:nvPr/>
        </p:nvSpPr>
        <p:spPr>
          <a:xfrm>
            <a:off x="1574173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1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1574017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1574155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1574155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574017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grpSp>
        <p:nvGrpSpPr>
          <p:cNvPr id="120" name="Google Shape;120;p7"/>
          <p:cNvGrpSpPr/>
          <p:nvPr/>
        </p:nvGrpSpPr>
        <p:grpSpPr>
          <a:xfrm>
            <a:off x="4344608" y="2846541"/>
            <a:ext cx="3042100" cy="1494309"/>
            <a:chOff x="0" y="-47625"/>
            <a:chExt cx="801212" cy="393563"/>
          </a:xfrm>
        </p:grpSpPr>
        <p:sp>
          <p:nvSpPr>
            <p:cNvPr id="121" name="Google Shape;121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2" name="Google Shape;122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7"/>
          <p:cNvGrpSpPr/>
          <p:nvPr/>
        </p:nvGrpSpPr>
        <p:grpSpPr>
          <a:xfrm>
            <a:off x="4344608" y="4626809"/>
            <a:ext cx="3042100" cy="4631491"/>
            <a:chOff x="0" y="0"/>
            <a:chExt cx="801212" cy="1219817"/>
          </a:xfrm>
        </p:grpSpPr>
        <p:sp>
          <p:nvSpPr>
            <p:cNvPr id="106" name="Google Shape;106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7" name="Google Shape;107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7"/>
          <p:cNvSpPr txBox="1"/>
          <p:nvPr/>
        </p:nvSpPr>
        <p:spPr>
          <a:xfrm>
            <a:off x="4958371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2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4956613" y="5133975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4956751" y="6154168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956751" y="7175248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4956613" y="8196327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grpSp>
        <p:nvGrpSpPr>
          <p:cNvPr id="123" name="Google Shape;123;p7"/>
          <p:cNvGrpSpPr/>
          <p:nvPr/>
        </p:nvGrpSpPr>
        <p:grpSpPr>
          <a:xfrm>
            <a:off x="7624833" y="2846541"/>
            <a:ext cx="3042100" cy="1494309"/>
            <a:chOff x="0" y="-47625"/>
            <a:chExt cx="801212" cy="393563"/>
          </a:xfrm>
        </p:grpSpPr>
        <p:sp>
          <p:nvSpPr>
            <p:cNvPr id="124" name="Google Shape;124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5" name="Google Shape;125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7"/>
          <p:cNvGrpSpPr/>
          <p:nvPr/>
        </p:nvGrpSpPr>
        <p:grpSpPr>
          <a:xfrm>
            <a:off x="7624833" y="4626809"/>
            <a:ext cx="3042100" cy="4631491"/>
            <a:chOff x="0" y="0"/>
            <a:chExt cx="801212" cy="1219817"/>
          </a:xfrm>
        </p:grpSpPr>
        <p:sp>
          <p:nvSpPr>
            <p:cNvPr id="109" name="Google Shape;109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0" name="Google Shape;110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7"/>
          <p:cNvSpPr txBox="1"/>
          <p:nvPr/>
        </p:nvSpPr>
        <p:spPr>
          <a:xfrm>
            <a:off x="8200888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3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8200888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8201026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8201026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8200888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grpSp>
        <p:nvGrpSpPr>
          <p:cNvPr id="126" name="Google Shape;126;p7"/>
          <p:cNvGrpSpPr/>
          <p:nvPr/>
        </p:nvGrpSpPr>
        <p:grpSpPr>
          <a:xfrm>
            <a:off x="10905059" y="2846541"/>
            <a:ext cx="3042100" cy="1494309"/>
            <a:chOff x="0" y="-47625"/>
            <a:chExt cx="801212" cy="393563"/>
          </a:xfrm>
        </p:grpSpPr>
        <p:sp>
          <p:nvSpPr>
            <p:cNvPr id="127" name="Google Shape;127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8" name="Google Shape;128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7"/>
          <p:cNvGrpSpPr/>
          <p:nvPr/>
        </p:nvGrpSpPr>
        <p:grpSpPr>
          <a:xfrm>
            <a:off x="10901495" y="4626809"/>
            <a:ext cx="3042100" cy="4631491"/>
            <a:chOff x="0" y="0"/>
            <a:chExt cx="801212" cy="1219817"/>
          </a:xfrm>
        </p:grpSpPr>
        <p:sp>
          <p:nvSpPr>
            <p:cNvPr id="112" name="Google Shape;112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3" name="Google Shape;113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7"/>
          <p:cNvSpPr txBox="1"/>
          <p:nvPr/>
        </p:nvSpPr>
        <p:spPr>
          <a:xfrm>
            <a:off x="11585085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4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11476559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1476696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11476696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1476559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grpSp>
        <p:nvGrpSpPr>
          <p:cNvPr id="129" name="Google Shape;129;p7"/>
          <p:cNvGrpSpPr/>
          <p:nvPr/>
        </p:nvGrpSpPr>
        <p:grpSpPr>
          <a:xfrm>
            <a:off x="14217200" y="2846541"/>
            <a:ext cx="3042100" cy="1494309"/>
            <a:chOff x="0" y="-47625"/>
            <a:chExt cx="801212" cy="393563"/>
          </a:xfrm>
        </p:grpSpPr>
        <p:sp>
          <p:nvSpPr>
            <p:cNvPr id="130" name="Google Shape;130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1" name="Google Shape;131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7"/>
          <p:cNvGrpSpPr/>
          <p:nvPr/>
        </p:nvGrpSpPr>
        <p:grpSpPr>
          <a:xfrm>
            <a:off x="14178157" y="4626809"/>
            <a:ext cx="3042100" cy="4631491"/>
            <a:chOff x="0" y="0"/>
            <a:chExt cx="801212" cy="1219817"/>
          </a:xfrm>
        </p:grpSpPr>
        <p:sp>
          <p:nvSpPr>
            <p:cNvPr id="115" name="Google Shape;115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6" name="Google Shape;116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7"/>
          <p:cNvSpPr txBox="1"/>
          <p:nvPr/>
        </p:nvSpPr>
        <p:spPr>
          <a:xfrm>
            <a:off x="14756784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5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14753221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4753358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14753358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14753221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latin typeface="DM Sans"/>
                <a:ea typeface="DM Sans"/>
                <a:cs typeface="DM Sans"/>
                <a:sym typeface="DM Sans"/>
              </a:rPr>
              <a:t>Idea Matrix</a:t>
            </a:r>
            <a:endParaRPr/>
          </a:p>
        </p:txBody>
      </p:sp>
      <p:graphicFrame>
        <p:nvGraphicFramePr>
          <p:cNvPr id="162" name="Google Shape;162;p8"/>
          <p:cNvGraphicFramePr/>
          <p:nvPr/>
        </p:nvGraphicFramePr>
        <p:xfrm>
          <a:off x="1028700" y="27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{3A5099CC-2C51-4DF9-A6E1-355CD6CBF8AF}</a:tableStyleId>
              </a:tblPr>
              <a:tblGrid>
                <a:gridCol w="3240400"/>
                <a:gridCol w="3240400"/>
                <a:gridCol w="3240400"/>
                <a:gridCol w="3240400"/>
                <a:gridCol w="3240400"/>
              </a:tblGrid>
              <a:tr h="9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1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B6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2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5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3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6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4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5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C9EF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latin typeface="DM Sans"/>
                        </a:rP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latin typeface="DM Sans"/>
                <a:ea typeface="DM Sans"/>
                <a:cs typeface="DM Sans"/>
                <a:sym typeface="DM Sans"/>
              </a:rPr>
              <a:t>Detailed Idea Breakdown</a:t>
            </a:r>
            <a:endParaRPr/>
          </a:p>
        </p:txBody>
      </p:sp>
      <p:grpSp>
        <p:nvGrpSpPr>
          <p:cNvPr id="168" name="Google Shape;168;p9"/>
          <p:cNvGrpSpPr/>
          <p:nvPr/>
        </p:nvGrpSpPr>
        <p:grpSpPr>
          <a:xfrm>
            <a:off x="1722726" y="2565838"/>
            <a:ext cx="4774623" cy="3266926"/>
            <a:chOff x="0" y="-47625"/>
            <a:chExt cx="1257514" cy="860425"/>
          </a:xfrm>
        </p:grpSpPr>
        <p:sp>
          <p:nvSpPr>
            <p:cNvPr id="169" name="Google Shape;169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0" name="Google Shape;170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9"/>
          <p:cNvSpPr txBox="1"/>
          <p:nvPr/>
        </p:nvSpPr>
        <p:spPr>
          <a:xfrm>
            <a:off x="2596532" y="355307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1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2596532" y="4129102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71" name="Google Shape;171;p9"/>
          <p:cNvGrpSpPr/>
          <p:nvPr/>
        </p:nvGrpSpPr>
        <p:grpSpPr>
          <a:xfrm>
            <a:off x="6758853" y="2565838"/>
            <a:ext cx="4774623" cy="3266926"/>
            <a:chOff x="0" y="-47625"/>
            <a:chExt cx="1257514" cy="860425"/>
          </a:xfrm>
        </p:grpSpPr>
        <p:sp>
          <p:nvSpPr>
            <p:cNvPr id="172" name="Google Shape;172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3" name="Google Shape;173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9"/>
          <p:cNvSpPr txBox="1"/>
          <p:nvPr/>
        </p:nvSpPr>
        <p:spPr>
          <a:xfrm>
            <a:off x="7636525" y="355307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2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7636525" y="4129102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74" name="Google Shape;174;p9"/>
          <p:cNvGrpSpPr/>
          <p:nvPr/>
        </p:nvGrpSpPr>
        <p:grpSpPr>
          <a:xfrm>
            <a:off x="11790651" y="2565838"/>
            <a:ext cx="4774623" cy="3266926"/>
            <a:chOff x="0" y="-47625"/>
            <a:chExt cx="1257514" cy="860425"/>
          </a:xfrm>
        </p:grpSpPr>
        <p:sp>
          <p:nvSpPr>
            <p:cNvPr id="175" name="Google Shape;175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6" name="Google Shape;176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9"/>
          <p:cNvSpPr txBox="1"/>
          <p:nvPr/>
        </p:nvSpPr>
        <p:spPr>
          <a:xfrm>
            <a:off x="12664457" y="3430559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3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2664457" y="4006591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77" name="Google Shape;177;p9"/>
          <p:cNvGrpSpPr/>
          <p:nvPr/>
        </p:nvGrpSpPr>
        <p:grpSpPr>
          <a:xfrm>
            <a:off x="1722726" y="5991374"/>
            <a:ext cx="4774623" cy="3266926"/>
            <a:chOff x="0" y="-47625"/>
            <a:chExt cx="1257514" cy="860425"/>
          </a:xfrm>
        </p:grpSpPr>
        <p:sp>
          <p:nvSpPr>
            <p:cNvPr id="178" name="Google Shape;178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9" name="Google Shape;179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9"/>
          <p:cNvSpPr txBox="1"/>
          <p:nvPr/>
        </p:nvSpPr>
        <p:spPr>
          <a:xfrm>
            <a:off x="2602563" y="7039863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4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2602563" y="7615894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80" name="Google Shape;180;p9"/>
          <p:cNvGrpSpPr/>
          <p:nvPr/>
        </p:nvGrpSpPr>
        <p:grpSpPr>
          <a:xfrm>
            <a:off x="6758853" y="5991374"/>
            <a:ext cx="4774623" cy="3266926"/>
            <a:chOff x="0" y="-47625"/>
            <a:chExt cx="1257514" cy="860425"/>
          </a:xfrm>
        </p:grpSpPr>
        <p:sp>
          <p:nvSpPr>
            <p:cNvPr id="181" name="Google Shape;181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2" name="Google Shape;182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9"/>
          <p:cNvSpPr txBox="1"/>
          <p:nvPr/>
        </p:nvSpPr>
        <p:spPr>
          <a:xfrm>
            <a:off x="7642556" y="7039863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5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7642556" y="7615894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83" name="Google Shape;183;p9"/>
          <p:cNvGrpSpPr/>
          <p:nvPr/>
        </p:nvGrpSpPr>
        <p:grpSpPr>
          <a:xfrm>
            <a:off x="11790651" y="5991374"/>
            <a:ext cx="4774623" cy="3266926"/>
            <a:chOff x="0" y="-47625"/>
            <a:chExt cx="1257514" cy="860425"/>
          </a:xfrm>
        </p:grpSpPr>
        <p:sp>
          <p:nvSpPr>
            <p:cNvPr id="184" name="Google Shape;184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5" name="Google Shape;185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9"/>
          <p:cNvSpPr txBox="1"/>
          <p:nvPr/>
        </p:nvSpPr>
        <p:spPr>
          <a:xfrm>
            <a:off x="12670488" y="691735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IDEA 6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12670488" y="7493383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latin typeface="DM Sans"/>
                <a:ea typeface="DM Sans"/>
                <a:cs typeface="DM Sans"/>
                <a:sym typeface="DM Sans"/>
              </a:rPr>
              <a:t>Five Main Points</a:t>
            </a:r>
            <a:endParaRPr/>
          </a:p>
        </p:txBody>
      </p:sp>
      <p:grpSp>
        <p:nvGrpSpPr>
          <p:cNvPr id="203" name="Google Shape;203;p10"/>
          <p:cNvGrpSpPr/>
          <p:nvPr/>
        </p:nvGrpSpPr>
        <p:grpSpPr>
          <a:xfrm>
            <a:off x="1106785" y="3944217"/>
            <a:ext cx="16152515" cy="3405488"/>
            <a:chOff x="0" y="-289322"/>
            <a:chExt cx="21536687" cy="4540651"/>
          </a:xfrm>
        </p:grpSpPr>
        <p:grpSp>
          <p:nvGrpSpPr>
            <p:cNvPr id="204" name="Google Shape;204;p10"/>
            <p:cNvGrpSpPr/>
            <p:nvPr/>
          </p:nvGrpSpPr>
          <p:grpSpPr>
            <a:xfrm>
              <a:off x="0" y="-241101"/>
              <a:ext cx="4056134" cy="4492430"/>
              <a:chOff x="0" y="-47625"/>
              <a:chExt cx="801212" cy="887394"/>
            </a:xfrm>
          </p:grpSpPr>
          <p:sp>
            <p:nvSpPr>
              <p:cNvPr id="205" name="Google Shape;205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6" name="Google Shape;206;p10"/>
              <p:cNvSpPr txBox="1"/>
              <p:nvPr/>
            </p:nvSpPr>
            <p:spPr>
              <a:xfrm>
                <a:off x="0" y="-47625"/>
                <a:ext cx="801212" cy="8873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10"/>
            <p:cNvGrpSpPr/>
            <p:nvPr/>
          </p:nvGrpSpPr>
          <p:grpSpPr>
            <a:xfrm>
              <a:off x="4369154" y="-289322"/>
              <a:ext cx="4056134" cy="4540651"/>
              <a:chOff x="0" y="-57150"/>
              <a:chExt cx="801212" cy="896919"/>
            </a:xfrm>
          </p:grpSpPr>
          <p:sp>
            <p:nvSpPr>
              <p:cNvPr id="208" name="Google Shape;208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9" name="Google Shape;209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10"/>
            <p:cNvGrpSpPr/>
            <p:nvPr/>
          </p:nvGrpSpPr>
          <p:grpSpPr>
            <a:xfrm>
              <a:off x="8742788" y="-289322"/>
              <a:ext cx="4056134" cy="4540651"/>
              <a:chOff x="0" y="-57150"/>
              <a:chExt cx="801212" cy="896919"/>
            </a:xfrm>
          </p:grpSpPr>
          <p:sp>
            <p:nvSpPr>
              <p:cNvPr id="211" name="Google Shape;211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2" name="Google Shape;212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10"/>
            <p:cNvGrpSpPr/>
            <p:nvPr/>
          </p:nvGrpSpPr>
          <p:grpSpPr>
            <a:xfrm>
              <a:off x="13111670" y="-289322"/>
              <a:ext cx="4056134" cy="4540651"/>
              <a:chOff x="0" y="-57150"/>
              <a:chExt cx="801212" cy="896919"/>
            </a:xfrm>
          </p:grpSpPr>
          <p:sp>
            <p:nvSpPr>
              <p:cNvPr id="214" name="Google Shape;214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5" name="Google Shape;215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10"/>
            <p:cNvGrpSpPr/>
            <p:nvPr/>
          </p:nvGrpSpPr>
          <p:grpSpPr>
            <a:xfrm>
              <a:off x="17480553" y="-289322"/>
              <a:ext cx="4056134" cy="4540651"/>
              <a:chOff x="0" y="-57150"/>
              <a:chExt cx="801212" cy="896919"/>
            </a:xfrm>
          </p:grpSpPr>
          <p:sp>
            <p:nvSpPr>
              <p:cNvPr id="217" name="Google Shape;217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37C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8" name="Google Shape;218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10"/>
            <p:cNvGrpSpPr/>
            <p:nvPr/>
          </p:nvGrpSpPr>
          <p:grpSpPr>
            <a:xfrm>
              <a:off x="3735263" y="1480064"/>
              <a:ext cx="965543" cy="1291201"/>
              <a:chOff x="0" y="0"/>
              <a:chExt cx="607801" cy="812800"/>
            </a:xfrm>
          </p:grpSpPr>
          <p:sp>
            <p:nvSpPr>
              <p:cNvPr id="220" name="Google Shape;220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1" name="Google Shape;221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10"/>
            <p:cNvGrpSpPr/>
            <p:nvPr/>
          </p:nvGrpSpPr>
          <p:grpSpPr>
            <a:xfrm>
              <a:off x="8101130" y="1480064"/>
              <a:ext cx="965543" cy="1291201"/>
              <a:chOff x="0" y="0"/>
              <a:chExt cx="607801" cy="812800"/>
            </a:xfrm>
          </p:grpSpPr>
          <p:sp>
            <p:nvSpPr>
              <p:cNvPr id="223" name="Google Shape;223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4" name="Google Shape;224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10"/>
            <p:cNvGrpSpPr/>
            <p:nvPr/>
          </p:nvGrpSpPr>
          <p:grpSpPr>
            <a:xfrm>
              <a:off x="12470274" y="1480064"/>
              <a:ext cx="965543" cy="1291201"/>
              <a:chOff x="0" y="0"/>
              <a:chExt cx="607801" cy="812800"/>
            </a:xfrm>
          </p:grpSpPr>
          <p:sp>
            <p:nvSpPr>
              <p:cNvPr id="226" name="Google Shape;226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7" name="Google Shape;227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10"/>
            <p:cNvGrpSpPr/>
            <p:nvPr/>
          </p:nvGrpSpPr>
          <p:grpSpPr>
            <a:xfrm>
              <a:off x="16839417" y="1480064"/>
              <a:ext cx="965543" cy="1291201"/>
              <a:chOff x="0" y="0"/>
              <a:chExt cx="607801" cy="812800"/>
            </a:xfrm>
          </p:grpSpPr>
          <p:sp>
            <p:nvSpPr>
              <p:cNvPr id="229" name="Google Shape;229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>
                    <a:latin typeface="DM Sans"/>
                  </a:rP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7" name="Google Shape;237;p10"/>
          <p:cNvSpPr txBox="1"/>
          <p:nvPr/>
        </p:nvSpPr>
        <p:spPr>
          <a:xfrm>
            <a:off x="1419602" y="351949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8B6B4"/>
                </a:solidFill>
                <a:latin typeface="DM Sans"/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680778" y="4786979"/>
            <a:ext cx="1820123" cy="1843587"/>
          </a:xfrm>
          <a:custGeom>
            <a:rect b="b" l="l" r="r" t="t"/>
            <a:pathLst>
              <a:path extrusionOk="0" h="1843587" w="1820123">
                <a:moveTo>
                  <a:pt x="0" y="0"/>
                </a:moveTo>
                <a:lnTo>
                  <a:pt x="1820123" y="0"/>
                </a:lnTo>
                <a:lnTo>
                  <a:pt x="1820123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6" name="Google Shape;236;p10"/>
          <p:cNvSpPr txBox="1"/>
          <p:nvPr/>
        </p:nvSpPr>
        <p:spPr>
          <a:xfrm>
            <a:off x="1499640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4709848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6E530"/>
                </a:solidFill>
                <a:latin typeface="DM Sans"/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197757" y="4862994"/>
            <a:ext cx="1468166" cy="1843587"/>
          </a:xfrm>
          <a:custGeom>
            <a:rect b="b" l="l" r="r" t="t"/>
            <a:pathLst>
              <a:path extrusionOk="0" h="1843587" w="1468166">
                <a:moveTo>
                  <a:pt x="0" y="0"/>
                </a:moveTo>
                <a:lnTo>
                  <a:pt x="1468165" y="0"/>
                </a:lnTo>
                <a:lnTo>
                  <a:pt x="1468165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8" name="Google Shape;238;p10"/>
          <p:cNvSpPr txBox="1"/>
          <p:nvPr/>
        </p:nvSpPr>
        <p:spPr>
          <a:xfrm>
            <a:off x="4789885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7961051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5963B0"/>
                </a:solidFill>
                <a:latin typeface="DM Sans"/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8276172" y="4862994"/>
            <a:ext cx="1813740" cy="1767572"/>
          </a:xfrm>
          <a:custGeom>
            <a:rect b="b" l="l" r="r" t="t"/>
            <a:pathLst>
              <a:path extrusionOk="0" h="1767572" w="1813740">
                <a:moveTo>
                  <a:pt x="0" y="0"/>
                </a:moveTo>
                <a:lnTo>
                  <a:pt x="1813741" y="0"/>
                </a:lnTo>
                <a:lnTo>
                  <a:pt x="1813741" y="1767572"/>
                </a:lnTo>
                <a:lnTo>
                  <a:pt x="0" y="1767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0" name="Google Shape;240;p10"/>
          <p:cNvSpPr txBox="1"/>
          <p:nvPr/>
        </p:nvSpPr>
        <p:spPr>
          <a:xfrm>
            <a:off x="8041088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11290339" y="351949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538A"/>
                </a:solidFill>
                <a:latin typeface="DM Sans"/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1785363" y="4843990"/>
            <a:ext cx="1833699" cy="1881594"/>
          </a:xfrm>
          <a:custGeom>
            <a:rect b="b" l="l" r="r" t="t"/>
            <a:pathLst>
              <a:path extrusionOk="0" h="1881594" w="1833699">
                <a:moveTo>
                  <a:pt x="0" y="0"/>
                </a:moveTo>
                <a:lnTo>
                  <a:pt x="1833699" y="0"/>
                </a:lnTo>
                <a:lnTo>
                  <a:pt x="1833699" y="1881594"/>
                </a:lnTo>
                <a:lnTo>
                  <a:pt x="0" y="188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2" name="Google Shape;242;p10"/>
          <p:cNvSpPr txBox="1"/>
          <p:nvPr/>
        </p:nvSpPr>
        <p:spPr>
          <a:xfrm>
            <a:off x="11290339" y="7616405"/>
            <a:ext cx="230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14543947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37C9EF"/>
                </a:solidFill>
                <a:latin typeface="DM Sans"/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4978224" y="4786979"/>
            <a:ext cx="1575429" cy="1843587"/>
          </a:xfrm>
          <a:custGeom>
            <a:rect b="b" l="l" r="r" t="t"/>
            <a:pathLst>
              <a:path extrusionOk="0" h="1843587" w="1575429">
                <a:moveTo>
                  <a:pt x="0" y="0"/>
                </a:moveTo>
                <a:lnTo>
                  <a:pt x="1575429" y="0"/>
                </a:lnTo>
                <a:lnTo>
                  <a:pt x="1575429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4" name="Google Shape;244;p10"/>
          <p:cNvSpPr txBox="1"/>
          <p:nvPr/>
        </p:nvSpPr>
        <p:spPr>
          <a:xfrm>
            <a:off x="14623984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/>
        </p:nvSpPr>
        <p:spPr>
          <a:xfrm>
            <a:off x="5469973" y="543899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6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Resource Page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Use these design resources in your Canva Presentation.</a:t>
            </a:r>
            <a:endParaRPr/>
          </a:p>
        </p:txBody>
      </p:sp>
      <p:grpSp>
        <p:nvGrpSpPr>
          <p:cNvPr id="251" name="Google Shape;251;p11"/>
          <p:cNvGrpSpPr/>
          <p:nvPr/>
        </p:nvGrpSpPr>
        <p:grpSpPr>
          <a:xfrm>
            <a:off x="774218" y="2213566"/>
            <a:ext cx="5097641" cy="7472652"/>
            <a:chOff x="0" y="-19050"/>
            <a:chExt cx="1342589" cy="1968106"/>
          </a:xfrm>
        </p:grpSpPr>
        <p:sp>
          <p:nvSpPr>
            <p:cNvPr id="252" name="Google Shape;252;p11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253" name="Google Shape;253;p11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1"/>
          <p:cNvGrpSpPr/>
          <p:nvPr/>
        </p:nvGrpSpPr>
        <p:grpSpPr>
          <a:xfrm>
            <a:off x="6109984" y="2213566"/>
            <a:ext cx="11512980" cy="7472652"/>
            <a:chOff x="0" y="-19050"/>
            <a:chExt cx="3032225" cy="1968106"/>
          </a:xfrm>
        </p:grpSpPr>
        <p:sp>
          <p:nvSpPr>
            <p:cNvPr id="255" name="Google Shape;255;p11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256" name="Google Shape;256;p11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1"/>
          <p:cNvGrpSpPr/>
          <p:nvPr/>
        </p:nvGrpSpPr>
        <p:grpSpPr>
          <a:xfrm>
            <a:off x="1139005" y="2494284"/>
            <a:ext cx="4368067" cy="719567"/>
            <a:chOff x="0" y="-19050"/>
            <a:chExt cx="1150437" cy="189516"/>
          </a:xfrm>
        </p:grpSpPr>
        <p:sp>
          <p:nvSpPr>
            <p:cNvPr id="258" name="Google Shape;258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259" name="Google Shape;259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1"/>
          <p:cNvSpPr txBox="1"/>
          <p:nvPr/>
        </p:nvSpPr>
        <p:spPr>
          <a:xfrm>
            <a:off x="1747770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latin typeface="DM Sans"/>
                <a:ea typeface="Arial"/>
                <a:cs typeface="Arial"/>
                <a:sym typeface="Arial"/>
              </a:rPr>
              <a:t>Fonts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1232396" y="3499746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This presentation template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uses the following free fonts: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1747770" y="4685875"/>
            <a:ext cx="3150536" cy="1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TITLES: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0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DM SANS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DM Sans"/>
              </a:rPr>
              <a:t/>
            </a:r>
            <a:endParaRPr b="1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BODY COPY: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0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DM SANS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1175455" y="6551281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You can find these fonts online too.</a:t>
            </a:r>
            <a:endParaRPr/>
          </a:p>
        </p:txBody>
      </p:sp>
      <p:grpSp>
        <p:nvGrpSpPr>
          <p:cNvPr id="263" name="Google Shape;263;p11"/>
          <p:cNvGrpSpPr/>
          <p:nvPr/>
        </p:nvGrpSpPr>
        <p:grpSpPr>
          <a:xfrm>
            <a:off x="1139005" y="7128683"/>
            <a:ext cx="4368067" cy="719567"/>
            <a:chOff x="0" y="-19050"/>
            <a:chExt cx="1150437" cy="189516"/>
          </a:xfrm>
        </p:grpSpPr>
        <p:sp>
          <p:nvSpPr>
            <p:cNvPr id="264" name="Google Shape;264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265" name="Google Shape;265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1"/>
          <p:cNvSpPr txBox="1"/>
          <p:nvPr/>
        </p:nvSpPr>
        <p:spPr>
          <a:xfrm>
            <a:off x="1747770" y="7296522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latin typeface="DM Sans"/>
                <a:ea typeface="Arial"/>
                <a:cs typeface="Arial"/>
                <a:sym typeface="Arial"/>
              </a:rPr>
              <a:t>Colors</a:t>
            </a:r>
            <a:endParaRPr/>
          </a:p>
        </p:txBody>
      </p:sp>
      <p:grpSp>
        <p:nvGrpSpPr>
          <p:cNvPr id="266" name="Google Shape;266;p11"/>
          <p:cNvGrpSpPr/>
          <p:nvPr/>
        </p:nvGrpSpPr>
        <p:grpSpPr>
          <a:xfrm>
            <a:off x="1155385" y="8159867"/>
            <a:ext cx="723946" cy="740913"/>
            <a:chOff x="0" y="-19050"/>
            <a:chExt cx="812800" cy="831850"/>
          </a:xfrm>
        </p:grpSpPr>
        <p:sp>
          <p:nvSpPr>
            <p:cNvPr id="267" name="Google Shape;267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268" name="Google Shape;268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1"/>
          <p:cNvSpPr txBox="1"/>
          <p:nvPr/>
        </p:nvSpPr>
        <p:spPr>
          <a:xfrm>
            <a:off x="115538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#18B6B4</a:t>
            </a:r>
            <a:endParaRPr/>
          </a:p>
        </p:txBody>
      </p:sp>
      <p:grpSp>
        <p:nvGrpSpPr>
          <p:cNvPr id="279" name="Google Shape;279;p11"/>
          <p:cNvGrpSpPr/>
          <p:nvPr/>
        </p:nvGrpSpPr>
        <p:grpSpPr>
          <a:xfrm>
            <a:off x="2053045" y="8159867"/>
            <a:ext cx="723946" cy="740913"/>
            <a:chOff x="0" y="-19050"/>
            <a:chExt cx="812800" cy="831850"/>
          </a:xfrm>
        </p:grpSpPr>
        <p:sp>
          <p:nvSpPr>
            <p:cNvPr id="280" name="Google Shape;280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1"/>
          <p:cNvSpPr txBox="1"/>
          <p:nvPr/>
        </p:nvSpPr>
        <p:spPr>
          <a:xfrm>
            <a:off x="205304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#86E530</a:t>
            </a:r>
            <a:endParaRPr/>
          </a:p>
        </p:txBody>
      </p:sp>
      <p:grpSp>
        <p:nvGrpSpPr>
          <p:cNvPr id="322" name="Google Shape;322;p11"/>
          <p:cNvGrpSpPr/>
          <p:nvPr/>
        </p:nvGrpSpPr>
        <p:grpSpPr>
          <a:xfrm>
            <a:off x="2950706" y="8178152"/>
            <a:ext cx="723946" cy="740913"/>
            <a:chOff x="0" y="-19050"/>
            <a:chExt cx="812800" cy="831850"/>
          </a:xfrm>
        </p:grpSpPr>
        <p:sp>
          <p:nvSpPr>
            <p:cNvPr id="323" name="Google Shape;323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E5A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324" name="Google Shape;324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1"/>
          <p:cNvSpPr txBox="1"/>
          <p:nvPr/>
        </p:nvSpPr>
        <p:spPr>
          <a:xfrm>
            <a:off x="295070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#7E5ABB</a:t>
            </a:r>
            <a:endParaRPr/>
          </a:p>
        </p:txBody>
      </p:sp>
      <p:grpSp>
        <p:nvGrpSpPr>
          <p:cNvPr id="325" name="Google Shape;325;p11"/>
          <p:cNvGrpSpPr/>
          <p:nvPr/>
        </p:nvGrpSpPr>
        <p:grpSpPr>
          <a:xfrm>
            <a:off x="3848366" y="8178152"/>
            <a:ext cx="723946" cy="740913"/>
            <a:chOff x="0" y="-19050"/>
            <a:chExt cx="812800" cy="831850"/>
          </a:xfrm>
        </p:grpSpPr>
        <p:sp>
          <p:nvSpPr>
            <p:cNvPr id="326" name="Google Shape;326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327" name="Google Shape;327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1"/>
          <p:cNvSpPr txBox="1"/>
          <p:nvPr/>
        </p:nvSpPr>
        <p:spPr>
          <a:xfrm>
            <a:off x="384836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#13538A</a:t>
            </a:r>
            <a:endParaRPr/>
          </a:p>
        </p:txBody>
      </p:sp>
      <p:grpSp>
        <p:nvGrpSpPr>
          <p:cNvPr id="328" name="Google Shape;328;p11"/>
          <p:cNvGrpSpPr/>
          <p:nvPr/>
        </p:nvGrpSpPr>
        <p:grpSpPr>
          <a:xfrm>
            <a:off x="4746027" y="8178152"/>
            <a:ext cx="723946" cy="740913"/>
            <a:chOff x="0" y="-19050"/>
            <a:chExt cx="812800" cy="831850"/>
          </a:xfrm>
        </p:grpSpPr>
        <p:sp>
          <p:nvSpPr>
            <p:cNvPr id="329" name="Google Shape;329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330" name="Google Shape;330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1"/>
          <p:cNvSpPr txBox="1"/>
          <p:nvPr/>
        </p:nvSpPr>
        <p:spPr>
          <a:xfrm>
            <a:off x="4743762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#37C9EF</a:t>
            </a:r>
            <a:endParaRPr/>
          </a:p>
        </p:txBody>
      </p:sp>
      <p:grpSp>
        <p:nvGrpSpPr>
          <p:cNvPr id="260" name="Google Shape;260;p11"/>
          <p:cNvGrpSpPr/>
          <p:nvPr/>
        </p:nvGrpSpPr>
        <p:grpSpPr>
          <a:xfrm>
            <a:off x="9682440" y="2494284"/>
            <a:ext cx="4368067" cy="719567"/>
            <a:chOff x="0" y="-19050"/>
            <a:chExt cx="1150437" cy="189516"/>
          </a:xfrm>
        </p:grpSpPr>
        <p:sp>
          <p:nvSpPr>
            <p:cNvPr id="261" name="Google Shape;261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/>
            </a:p>
          </p:txBody>
        </p:sp>
        <p:sp>
          <p:nvSpPr>
            <p:cNvPr id="262" name="Google Shape;262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>
                  <a:latin typeface="DM Sans"/>
                </a:rP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1"/>
          <p:cNvSpPr txBox="1"/>
          <p:nvPr/>
        </p:nvSpPr>
        <p:spPr>
          <a:xfrm>
            <a:off x="10291206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latin typeface="DM Sans"/>
                <a:ea typeface="Arial"/>
                <a:cs typeface="Arial"/>
                <a:sym typeface="Arial"/>
              </a:rPr>
              <a:t>Design Elements</a:t>
            </a:r>
            <a:endParaRPr/>
          </a:p>
        </p:txBody>
      </p:sp>
      <p:grpSp>
        <p:nvGrpSpPr>
          <p:cNvPr id="282" name="Google Shape;282;p11"/>
          <p:cNvGrpSpPr/>
          <p:nvPr/>
        </p:nvGrpSpPr>
        <p:grpSpPr>
          <a:xfrm>
            <a:off x="6865491" y="4147301"/>
            <a:ext cx="10001965" cy="4580579"/>
            <a:chOff x="0" y="0"/>
            <a:chExt cx="13335954" cy="6107439"/>
          </a:xfrm>
        </p:grpSpPr>
        <p:sp>
          <p:nvSpPr>
            <p:cNvPr id="283" name="Google Shape;283;p11"/>
            <p:cNvSpPr/>
            <p:nvPr/>
          </p:nvSpPr>
          <p:spPr>
            <a:xfrm>
              <a:off x="10881529" y="1776120"/>
              <a:ext cx="937691" cy="806414"/>
            </a:xfrm>
            <a:custGeom>
              <a:rect b="b" l="l" r="r" t="t"/>
              <a:pathLst>
                <a:path extrusionOk="0" h="806414" w="937691">
                  <a:moveTo>
                    <a:pt x="0" y="0"/>
                  </a:moveTo>
                  <a:lnTo>
                    <a:pt x="937691" y="0"/>
                  </a:lnTo>
                  <a:lnTo>
                    <a:pt x="937691" y="806414"/>
                  </a:lnTo>
                  <a:lnTo>
                    <a:pt x="0" y="8064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4" name="Google Shape;284;p11"/>
            <p:cNvSpPr/>
            <p:nvPr/>
          </p:nvSpPr>
          <p:spPr>
            <a:xfrm>
              <a:off x="12596063" y="3334454"/>
              <a:ext cx="666455" cy="920981"/>
            </a:xfrm>
            <a:custGeom>
              <a:rect b="b" l="l" r="r" t="t"/>
              <a:pathLst>
                <a:path extrusionOk="0" h="920981" w="666455">
                  <a:moveTo>
                    <a:pt x="0" y="0"/>
                  </a:moveTo>
                  <a:lnTo>
                    <a:pt x="666455" y="0"/>
                  </a:lnTo>
                  <a:lnTo>
                    <a:pt x="666455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5" name="Google Shape;285;p11"/>
            <p:cNvSpPr/>
            <p:nvPr/>
          </p:nvSpPr>
          <p:spPr>
            <a:xfrm>
              <a:off x="11076270" y="3432575"/>
              <a:ext cx="549072" cy="822860"/>
            </a:xfrm>
            <a:custGeom>
              <a:rect b="b" l="l" r="r" t="t"/>
              <a:pathLst>
                <a:path extrusionOk="0" h="822860" w="549072">
                  <a:moveTo>
                    <a:pt x="0" y="0"/>
                  </a:moveTo>
                  <a:lnTo>
                    <a:pt x="549072" y="0"/>
                  </a:lnTo>
                  <a:lnTo>
                    <a:pt x="549072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6" name="Google Shape;286;p11"/>
            <p:cNvSpPr/>
            <p:nvPr/>
          </p:nvSpPr>
          <p:spPr>
            <a:xfrm>
              <a:off x="12425345" y="5085049"/>
              <a:ext cx="910609" cy="822860"/>
            </a:xfrm>
            <a:custGeom>
              <a:rect b="b" l="l" r="r" t="t"/>
              <a:pathLst>
                <a:path extrusionOk="0" h="822860" w="910609">
                  <a:moveTo>
                    <a:pt x="0" y="0"/>
                  </a:moveTo>
                  <a:lnTo>
                    <a:pt x="910609" y="0"/>
                  </a:lnTo>
                  <a:lnTo>
                    <a:pt x="91060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7" name="Google Shape;287;p11"/>
            <p:cNvSpPr/>
            <p:nvPr/>
          </p:nvSpPr>
          <p:spPr>
            <a:xfrm>
              <a:off x="12425345" y="49061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59" y="0"/>
                  </a:lnTo>
                  <a:lnTo>
                    <a:pt x="82285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8" name="Google Shape;288;p11"/>
            <p:cNvSpPr/>
            <p:nvPr/>
          </p:nvSpPr>
          <p:spPr>
            <a:xfrm>
              <a:off x="10777241" y="57283"/>
              <a:ext cx="1125787" cy="691847"/>
            </a:xfrm>
            <a:custGeom>
              <a:rect b="b" l="l" r="r" t="t"/>
              <a:pathLst>
                <a:path extrusionOk="0" h="691847" w="1125787">
                  <a:moveTo>
                    <a:pt x="0" y="0"/>
                  </a:moveTo>
                  <a:lnTo>
                    <a:pt x="1125787" y="0"/>
                  </a:lnTo>
                  <a:lnTo>
                    <a:pt x="1125787" y="691848"/>
                  </a:lnTo>
                  <a:lnTo>
                    <a:pt x="0" y="691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9" name="Google Shape;289;p11"/>
            <p:cNvSpPr/>
            <p:nvPr/>
          </p:nvSpPr>
          <p:spPr>
            <a:xfrm>
              <a:off x="12341537" y="1776120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0" name="Google Shape;290;p11"/>
            <p:cNvSpPr/>
            <p:nvPr/>
          </p:nvSpPr>
          <p:spPr>
            <a:xfrm>
              <a:off x="10984004" y="5105475"/>
              <a:ext cx="641337" cy="920981"/>
            </a:xfrm>
            <a:custGeom>
              <a:rect b="b" l="l" r="r" t="t"/>
              <a:pathLst>
                <a:path extrusionOk="0" h="920981" w="641337">
                  <a:moveTo>
                    <a:pt x="0" y="0"/>
                  </a:moveTo>
                  <a:lnTo>
                    <a:pt x="641338" y="0"/>
                  </a:lnTo>
                  <a:lnTo>
                    <a:pt x="641338" y="920981"/>
                  </a:lnTo>
                  <a:lnTo>
                    <a:pt x="0" y="9209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1" name="Google Shape;291;p11"/>
            <p:cNvSpPr/>
            <p:nvPr/>
          </p:nvSpPr>
          <p:spPr>
            <a:xfrm>
              <a:off x="6590713" y="9049"/>
              <a:ext cx="808788" cy="920981"/>
            </a:xfrm>
            <a:custGeom>
              <a:rect b="b" l="l" r="r" t="t"/>
              <a:pathLst>
                <a:path extrusionOk="0" h="920981" w="808788">
                  <a:moveTo>
                    <a:pt x="0" y="0"/>
                  </a:moveTo>
                  <a:lnTo>
                    <a:pt x="808789" y="0"/>
                  </a:lnTo>
                  <a:lnTo>
                    <a:pt x="80878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2" name="Google Shape;292;p11"/>
            <p:cNvSpPr/>
            <p:nvPr/>
          </p:nvSpPr>
          <p:spPr>
            <a:xfrm>
              <a:off x="9262525" y="176145"/>
              <a:ext cx="1067814" cy="634864"/>
            </a:xfrm>
            <a:custGeom>
              <a:rect b="b" l="l" r="r" t="t"/>
              <a:pathLst>
                <a:path extrusionOk="0" h="634864" w="1067814">
                  <a:moveTo>
                    <a:pt x="0" y="0"/>
                  </a:moveTo>
                  <a:lnTo>
                    <a:pt x="1067815" y="0"/>
                  </a:lnTo>
                  <a:lnTo>
                    <a:pt x="1067815" y="634864"/>
                  </a:lnTo>
                  <a:lnTo>
                    <a:pt x="0" y="6348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3" name="Google Shape;293;p11"/>
            <p:cNvSpPr/>
            <p:nvPr/>
          </p:nvSpPr>
          <p:spPr>
            <a:xfrm>
              <a:off x="1281036" y="58109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59" y="0"/>
                  </a:lnTo>
                  <a:lnTo>
                    <a:pt x="822859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4" name="Google Shape;294;p11"/>
            <p:cNvSpPr/>
            <p:nvPr/>
          </p:nvSpPr>
          <p:spPr>
            <a:xfrm>
              <a:off x="6684" y="58109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60" y="0"/>
                  </a:lnTo>
                  <a:lnTo>
                    <a:pt x="822860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5" name="Google Shape;295;p11"/>
            <p:cNvSpPr/>
            <p:nvPr/>
          </p:nvSpPr>
          <p:spPr>
            <a:xfrm>
              <a:off x="5186166" y="33707"/>
              <a:ext cx="913171" cy="871663"/>
            </a:xfrm>
            <a:custGeom>
              <a:rect b="b" l="l" r="r" t="t"/>
              <a:pathLst>
                <a:path extrusionOk="0" h="871663" w="913171">
                  <a:moveTo>
                    <a:pt x="0" y="0"/>
                  </a:moveTo>
                  <a:lnTo>
                    <a:pt x="913172" y="0"/>
                  </a:lnTo>
                  <a:lnTo>
                    <a:pt x="913172" y="871664"/>
                  </a:lnTo>
                  <a:lnTo>
                    <a:pt x="0" y="871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6" name="Google Shape;296;p11"/>
            <p:cNvSpPr/>
            <p:nvPr/>
          </p:nvSpPr>
          <p:spPr>
            <a:xfrm>
              <a:off x="2573998" y="9049"/>
              <a:ext cx="914283" cy="920981"/>
            </a:xfrm>
            <a:custGeom>
              <a:rect b="b" l="l" r="r" t="t"/>
              <a:pathLst>
                <a:path extrusionOk="0" h="920981" w="914283">
                  <a:moveTo>
                    <a:pt x="0" y="0"/>
                  </a:moveTo>
                  <a:lnTo>
                    <a:pt x="914283" y="0"/>
                  </a:lnTo>
                  <a:lnTo>
                    <a:pt x="914283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7" name="Google Shape;297;p11"/>
            <p:cNvSpPr/>
            <p:nvPr/>
          </p:nvSpPr>
          <p:spPr>
            <a:xfrm>
              <a:off x="3949078" y="0"/>
              <a:ext cx="762624" cy="930029"/>
            </a:xfrm>
            <a:custGeom>
              <a:rect b="b" l="l" r="r" t="t"/>
              <a:pathLst>
                <a:path extrusionOk="0" h="930029" w="762624">
                  <a:moveTo>
                    <a:pt x="0" y="0"/>
                  </a:moveTo>
                  <a:lnTo>
                    <a:pt x="762624" y="0"/>
                  </a:lnTo>
                  <a:lnTo>
                    <a:pt x="762624" y="930029"/>
                  </a:lnTo>
                  <a:lnTo>
                    <a:pt x="0" y="930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8" name="Google Shape;298;p11"/>
            <p:cNvSpPr/>
            <p:nvPr/>
          </p:nvSpPr>
          <p:spPr>
            <a:xfrm>
              <a:off x="7912536" y="58109"/>
              <a:ext cx="866185" cy="870935"/>
            </a:xfrm>
            <a:custGeom>
              <a:rect b="b" l="l" r="r" t="t"/>
              <a:pathLst>
                <a:path extrusionOk="0" h="870935" w="866185">
                  <a:moveTo>
                    <a:pt x="0" y="0"/>
                  </a:moveTo>
                  <a:lnTo>
                    <a:pt x="866185" y="0"/>
                  </a:lnTo>
                  <a:lnTo>
                    <a:pt x="866185" y="870935"/>
                  </a:lnTo>
                  <a:lnTo>
                    <a:pt x="0" y="8709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9" name="Google Shape;299;p11"/>
            <p:cNvSpPr/>
            <p:nvPr/>
          </p:nvSpPr>
          <p:spPr>
            <a:xfrm>
              <a:off x="7819952" y="1701607"/>
              <a:ext cx="743483" cy="920981"/>
            </a:xfrm>
            <a:custGeom>
              <a:rect b="b" l="l" r="r" t="t"/>
              <a:pathLst>
                <a:path extrusionOk="0" h="920981" w="743483">
                  <a:moveTo>
                    <a:pt x="0" y="0"/>
                  </a:moveTo>
                  <a:lnTo>
                    <a:pt x="743482" y="0"/>
                  </a:lnTo>
                  <a:lnTo>
                    <a:pt x="743482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0" name="Google Shape;300;p11"/>
            <p:cNvSpPr/>
            <p:nvPr/>
          </p:nvSpPr>
          <p:spPr>
            <a:xfrm>
              <a:off x="6217897" y="1701607"/>
              <a:ext cx="1001066" cy="920981"/>
            </a:xfrm>
            <a:custGeom>
              <a:rect b="b" l="l" r="r" t="t"/>
              <a:pathLst>
                <a:path extrusionOk="0" h="920981" w="1001066">
                  <a:moveTo>
                    <a:pt x="0" y="0"/>
                  </a:moveTo>
                  <a:lnTo>
                    <a:pt x="1001066" y="0"/>
                  </a:lnTo>
                  <a:lnTo>
                    <a:pt x="100106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1" name="Google Shape;301;p11"/>
            <p:cNvSpPr/>
            <p:nvPr/>
          </p:nvSpPr>
          <p:spPr>
            <a:xfrm>
              <a:off x="9226252" y="1910463"/>
              <a:ext cx="1052480" cy="604698"/>
            </a:xfrm>
            <a:custGeom>
              <a:rect b="b" l="l" r="r" t="t"/>
              <a:pathLst>
                <a:path extrusionOk="0" h="604698" w="1052480">
                  <a:moveTo>
                    <a:pt x="0" y="0"/>
                  </a:moveTo>
                  <a:lnTo>
                    <a:pt x="1052481" y="0"/>
                  </a:lnTo>
                  <a:lnTo>
                    <a:pt x="1052481" y="604698"/>
                  </a:lnTo>
                  <a:lnTo>
                    <a:pt x="0" y="6046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2" name="Google Shape;302;p11"/>
            <p:cNvSpPr/>
            <p:nvPr/>
          </p:nvSpPr>
          <p:spPr>
            <a:xfrm>
              <a:off x="3194195" y="1701607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0" y="0"/>
                  </a:lnTo>
                  <a:lnTo>
                    <a:pt x="920980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3" name="Google Shape;303;p11"/>
            <p:cNvSpPr/>
            <p:nvPr/>
          </p:nvSpPr>
          <p:spPr>
            <a:xfrm>
              <a:off x="6684" y="1701607"/>
              <a:ext cx="1070908" cy="920981"/>
            </a:xfrm>
            <a:custGeom>
              <a:rect b="b" l="l" r="r" t="t"/>
              <a:pathLst>
                <a:path extrusionOk="0" h="920981" w="1070908">
                  <a:moveTo>
                    <a:pt x="0" y="0"/>
                  </a:moveTo>
                  <a:lnTo>
                    <a:pt x="1070908" y="0"/>
                  </a:lnTo>
                  <a:lnTo>
                    <a:pt x="1070908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4" name="Google Shape;304;p11"/>
            <p:cNvSpPr/>
            <p:nvPr/>
          </p:nvSpPr>
          <p:spPr>
            <a:xfrm>
              <a:off x="4607290" y="1701607"/>
              <a:ext cx="919306" cy="920981"/>
            </a:xfrm>
            <a:custGeom>
              <a:rect b="b" l="l" r="r" t="t"/>
              <a:pathLst>
                <a:path extrusionOk="0" h="920981" w="919306">
                  <a:moveTo>
                    <a:pt x="0" y="0"/>
                  </a:moveTo>
                  <a:lnTo>
                    <a:pt x="919306" y="0"/>
                  </a:lnTo>
                  <a:lnTo>
                    <a:pt x="91930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5" name="Google Shape;305;p11"/>
            <p:cNvSpPr/>
            <p:nvPr/>
          </p:nvSpPr>
          <p:spPr>
            <a:xfrm>
              <a:off x="1675403" y="1701607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6" name="Google Shape;306;p11"/>
            <p:cNvSpPr/>
            <p:nvPr/>
          </p:nvSpPr>
          <p:spPr>
            <a:xfrm>
              <a:off x="6718038" y="3419482"/>
              <a:ext cx="1009347" cy="796467"/>
            </a:xfrm>
            <a:custGeom>
              <a:rect b="b" l="l" r="r" t="t"/>
              <a:pathLst>
                <a:path extrusionOk="0" h="796467" w="1009347">
                  <a:moveTo>
                    <a:pt x="0" y="0"/>
                  </a:moveTo>
                  <a:lnTo>
                    <a:pt x="1009347" y="0"/>
                  </a:lnTo>
                  <a:lnTo>
                    <a:pt x="100934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7" name="Google Shape;307;p11"/>
            <p:cNvSpPr/>
            <p:nvPr/>
          </p:nvSpPr>
          <p:spPr>
            <a:xfrm>
              <a:off x="5170987" y="3456913"/>
              <a:ext cx="1040955" cy="626466"/>
            </a:xfrm>
            <a:custGeom>
              <a:rect b="b" l="l" r="r" t="t"/>
              <a:pathLst>
                <a:path extrusionOk="0" h="626466" w="1040955">
                  <a:moveTo>
                    <a:pt x="0" y="0"/>
                  </a:moveTo>
                  <a:lnTo>
                    <a:pt x="1040955" y="0"/>
                  </a:lnTo>
                  <a:lnTo>
                    <a:pt x="1040955" y="626466"/>
                  </a:lnTo>
                  <a:lnTo>
                    <a:pt x="0" y="6264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8" name="Google Shape;308;p11"/>
            <p:cNvSpPr/>
            <p:nvPr/>
          </p:nvSpPr>
          <p:spPr>
            <a:xfrm>
              <a:off x="2720093" y="3361217"/>
              <a:ext cx="856557" cy="912997"/>
            </a:xfrm>
            <a:custGeom>
              <a:rect b="b" l="l" r="r" t="t"/>
              <a:pathLst>
                <a:path extrusionOk="0" h="912997" w="856557">
                  <a:moveTo>
                    <a:pt x="0" y="0"/>
                  </a:moveTo>
                  <a:lnTo>
                    <a:pt x="856557" y="0"/>
                  </a:lnTo>
                  <a:lnTo>
                    <a:pt x="856557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9" name="Google Shape;309;p11"/>
            <p:cNvSpPr/>
            <p:nvPr/>
          </p:nvSpPr>
          <p:spPr>
            <a:xfrm>
              <a:off x="4082746" y="3371912"/>
              <a:ext cx="582145" cy="796467"/>
            </a:xfrm>
            <a:custGeom>
              <a:rect b="b" l="l" r="r" t="t"/>
              <a:pathLst>
                <a:path extrusionOk="0" h="796467" w="582145">
                  <a:moveTo>
                    <a:pt x="0" y="0"/>
                  </a:moveTo>
                  <a:lnTo>
                    <a:pt x="582145" y="0"/>
                  </a:lnTo>
                  <a:lnTo>
                    <a:pt x="582145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0" name="Google Shape;310;p11"/>
            <p:cNvSpPr/>
            <p:nvPr/>
          </p:nvSpPr>
          <p:spPr>
            <a:xfrm>
              <a:off x="1545732" y="3361217"/>
              <a:ext cx="665658" cy="912997"/>
            </a:xfrm>
            <a:custGeom>
              <a:rect b="b" l="l" r="r" t="t"/>
              <a:pathLst>
                <a:path extrusionOk="0" h="912997" w="665658">
                  <a:moveTo>
                    <a:pt x="0" y="0"/>
                  </a:moveTo>
                  <a:lnTo>
                    <a:pt x="665658" y="0"/>
                  </a:lnTo>
                  <a:lnTo>
                    <a:pt x="665658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1" name="Google Shape;311;p11"/>
            <p:cNvSpPr/>
            <p:nvPr/>
          </p:nvSpPr>
          <p:spPr>
            <a:xfrm>
              <a:off x="9541258" y="3419482"/>
              <a:ext cx="796467" cy="796467"/>
            </a:xfrm>
            <a:custGeom>
              <a:rect b="b" l="l" r="r" t="t"/>
              <a:pathLst>
                <a:path extrusionOk="0" h="796467" w="796467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2" name="Google Shape;312;p11"/>
            <p:cNvSpPr/>
            <p:nvPr/>
          </p:nvSpPr>
          <p:spPr>
            <a:xfrm>
              <a:off x="8237392" y="3419482"/>
              <a:ext cx="796467" cy="796467"/>
            </a:xfrm>
            <a:custGeom>
              <a:rect b="b" l="l" r="r" t="t"/>
              <a:pathLst>
                <a:path extrusionOk="0" h="796467" w="796467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3" name="Google Shape;313;p11"/>
            <p:cNvSpPr/>
            <p:nvPr/>
          </p:nvSpPr>
          <p:spPr>
            <a:xfrm>
              <a:off x="6684" y="3309656"/>
              <a:ext cx="1031648" cy="920981"/>
            </a:xfrm>
            <a:custGeom>
              <a:rect b="b" l="l" r="r" t="t"/>
              <a:pathLst>
                <a:path extrusionOk="0" h="920981" w="1031648">
                  <a:moveTo>
                    <a:pt x="0" y="0"/>
                  </a:moveTo>
                  <a:lnTo>
                    <a:pt x="1031649" y="0"/>
                  </a:lnTo>
                  <a:lnTo>
                    <a:pt x="103164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4" name="Google Shape;314;p11"/>
            <p:cNvSpPr/>
            <p:nvPr/>
          </p:nvSpPr>
          <p:spPr>
            <a:xfrm>
              <a:off x="9345421" y="5124884"/>
              <a:ext cx="788465" cy="901571"/>
            </a:xfrm>
            <a:custGeom>
              <a:rect b="b" l="l" r="r" t="t"/>
              <a:pathLst>
                <a:path extrusionOk="0" h="901571" w="788465">
                  <a:moveTo>
                    <a:pt x="0" y="0"/>
                  </a:moveTo>
                  <a:lnTo>
                    <a:pt x="788465" y="0"/>
                  </a:lnTo>
                  <a:lnTo>
                    <a:pt x="788465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5" name="Google Shape;315;p11"/>
            <p:cNvSpPr/>
            <p:nvPr/>
          </p:nvSpPr>
          <p:spPr>
            <a:xfrm>
              <a:off x="7784637" y="5243432"/>
              <a:ext cx="949252" cy="664476"/>
            </a:xfrm>
            <a:custGeom>
              <a:rect b="b" l="l" r="r" t="t"/>
              <a:pathLst>
                <a:path extrusionOk="0" h="664476" w="949252">
                  <a:moveTo>
                    <a:pt x="0" y="0"/>
                  </a:moveTo>
                  <a:lnTo>
                    <a:pt x="949251" y="0"/>
                  </a:lnTo>
                  <a:lnTo>
                    <a:pt x="949251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6" name="Google Shape;316;p11"/>
            <p:cNvSpPr/>
            <p:nvPr/>
          </p:nvSpPr>
          <p:spPr>
            <a:xfrm>
              <a:off x="6352633" y="5243432"/>
              <a:ext cx="812137" cy="664476"/>
            </a:xfrm>
            <a:custGeom>
              <a:rect b="b" l="l" r="r" t="t"/>
              <a:pathLst>
                <a:path extrusionOk="0" h="664476" w="812137">
                  <a:moveTo>
                    <a:pt x="0" y="0"/>
                  </a:moveTo>
                  <a:lnTo>
                    <a:pt x="812138" y="0"/>
                  </a:lnTo>
                  <a:lnTo>
                    <a:pt x="812138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7" name="Google Shape;317;p11"/>
            <p:cNvSpPr/>
            <p:nvPr/>
          </p:nvSpPr>
          <p:spPr>
            <a:xfrm>
              <a:off x="4011028" y="5124884"/>
              <a:ext cx="454064" cy="901571"/>
            </a:xfrm>
            <a:custGeom>
              <a:rect b="b" l="l" r="r" t="t"/>
              <a:pathLst>
                <a:path extrusionOk="0" h="901571" w="454064">
                  <a:moveTo>
                    <a:pt x="0" y="0"/>
                  </a:moveTo>
                  <a:lnTo>
                    <a:pt x="454064" y="0"/>
                  </a:lnTo>
                  <a:lnTo>
                    <a:pt x="454064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8" name="Google Shape;318;p11"/>
            <p:cNvSpPr/>
            <p:nvPr/>
          </p:nvSpPr>
          <p:spPr>
            <a:xfrm>
              <a:off x="5076625" y="5243432"/>
              <a:ext cx="664476" cy="664476"/>
            </a:xfrm>
            <a:custGeom>
              <a:rect b="b" l="l" r="r" t="t"/>
              <a:pathLst>
                <a:path extrusionOk="0" h="664476" w="664476">
                  <a:moveTo>
                    <a:pt x="0" y="0"/>
                  </a:moveTo>
                  <a:lnTo>
                    <a:pt x="664476" y="0"/>
                  </a:lnTo>
                  <a:lnTo>
                    <a:pt x="664476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9" name="Google Shape;319;p11"/>
            <p:cNvSpPr/>
            <p:nvPr/>
          </p:nvSpPr>
          <p:spPr>
            <a:xfrm>
              <a:off x="0" y="5043901"/>
              <a:ext cx="572377" cy="1063538"/>
            </a:xfrm>
            <a:custGeom>
              <a:rect b="b" l="l" r="r" t="t"/>
              <a:pathLst>
                <a:path extrusionOk="0" h="1063538" w="572377">
                  <a:moveTo>
                    <a:pt x="0" y="0"/>
                  </a:moveTo>
                  <a:lnTo>
                    <a:pt x="572377" y="0"/>
                  </a:lnTo>
                  <a:lnTo>
                    <a:pt x="572377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20" name="Google Shape;320;p11"/>
            <p:cNvSpPr/>
            <p:nvPr/>
          </p:nvSpPr>
          <p:spPr>
            <a:xfrm>
              <a:off x="1185576" y="5043901"/>
              <a:ext cx="823758" cy="1063538"/>
            </a:xfrm>
            <a:custGeom>
              <a:rect b="b" l="l" r="r" t="t"/>
              <a:pathLst>
                <a:path extrusionOk="0" h="1063538" w="823758">
                  <a:moveTo>
                    <a:pt x="0" y="0"/>
                  </a:moveTo>
                  <a:lnTo>
                    <a:pt x="823758" y="0"/>
                  </a:lnTo>
                  <a:lnTo>
                    <a:pt x="823758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21" name="Google Shape;321;p11"/>
            <p:cNvSpPr/>
            <p:nvPr/>
          </p:nvSpPr>
          <p:spPr>
            <a:xfrm>
              <a:off x="2620866" y="5124884"/>
              <a:ext cx="778630" cy="901571"/>
            </a:xfrm>
            <a:custGeom>
              <a:rect b="b" l="l" r="r" t="t"/>
              <a:pathLst>
                <a:path extrusionOk="0" h="901571" w="778630">
                  <a:moveTo>
                    <a:pt x="0" y="0"/>
                  </a:moveTo>
                  <a:lnTo>
                    <a:pt x="778630" y="0"/>
                  </a:lnTo>
                  <a:lnTo>
                    <a:pt x="778630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</p:grpSp>
      <p:sp>
        <p:nvSpPr>
          <p:cNvPr id="274" name="Google Shape;274;p11"/>
          <p:cNvSpPr txBox="1"/>
          <p:nvPr/>
        </p:nvSpPr>
        <p:spPr>
          <a:xfrm>
            <a:off x="11706206" y="9915836"/>
            <a:ext cx="5916757" cy="167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9" u="none" cap="none" strike="noStrike">
                <a:solidFill>
                  <a:srgbClr val="FFFFFF"/>
                </a:solidFill>
                <a:latin typeface="DM Sans"/>
                <a:ea typeface="Arial"/>
                <a:cs typeface="Arial"/>
                <a:sym typeface="Arial"/>
              </a:rPr>
              <a:t>DON'T FORGET TO DELETE THIS PAGE BEFORE PRESENTING.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5469973" y="1703314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6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This presentation template is free for everyone to use thanks to the following:</a:t>
            </a:r>
            <a:endParaRPr/>
          </a:p>
        </p:txBody>
      </p:sp>
      <p:pic>
        <p:nvPicPr>
          <p:cNvPr id="345" name="Google Shape;34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800" y="3872846"/>
            <a:ext cx="4824400" cy="1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 txBox="1"/>
          <p:nvPr/>
        </p:nvSpPr>
        <p:spPr>
          <a:xfrm>
            <a:off x="4210005" y="5279512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for the presentation template</a:t>
            </a:r>
            <a:endParaRPr/>
          </a:p>
        </p:txBody>
      </p:sp>
      <p:sp>
        <p:nvSpPr>
          <p:cNvPr id="344" name="Google Shape;344;p12"/>
          <p:cNvSpPr txBox="1"/>
          <p:nvPr/>
        </p:nvSpPr>
        <p:spPr>
          <a:xfrm>
            <a:off x="6110027" y="6282261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2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4210005" y="7014728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for the photos</a:t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7108732" y="8257423"/>
            <a:ext cx="4070535" cy="421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99" u="none" cap="none" strike="noStrike">
                <a:solidFill>
                  <a:srgbClr val="000000"/>
                </a:solidFill>
                <a:latin typeface="DM Sans"/>
                <a:ea typeface="Arial"/>
                <a:cs typeface="Arial"/>
                <a:sym typeface="Arial"/>
              </a:rPr>
              <a:t>Happy designing!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