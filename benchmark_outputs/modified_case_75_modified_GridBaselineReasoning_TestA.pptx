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750"/>
    <p:restoredTop sz="94658"/>
  </p:normalViewPr>
  <p:slideViewPr>
    <p:cSldViewPr snapToGrid="0" snapToObjects="1">
      <p:cViewPr varScale="1">
        <p:scale>
          <a:sx n="94" d="100"/>
          <a:sy n="94" d="100"/>
        </p:scale>
        <p:origin x="192" y="7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Revenue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14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F5-CA49-A8CE-5B879F1A25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B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15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F5-CA49-A8CE-5B879F1A25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Grid &amp; Baseline Stress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88595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Overview</a:t>
            </a:r>
          </a:p>
          <a:p>
            <a:r>
              <a:rPr sz="1400"/>
              <a:t>• Columns are now on-grid.</a:t>
            </a:r>
          </a:p>
          <a:p>
            <a:r>
              <a:rPr sz="1400"/>
              <a:t>• Lines respect baseline rhythm.</a:t>
            </a:r>
          </a:p>
          <a:p>
            <a:r>
              <a:rPr sz="1400"/>
              <a:t>• Overlaps and margins are fixed.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1051560"/>
            <a:ext cx="25908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Details</a:t>
            </a:r>
          </a:p>
          <a:p>
            <a:r>
              <a:rPr sz="1400"/>
              <a:t>• Columns are now on-grid.</a:t>
            </a:r>
          </a:p>
          <a:p>
            <a:r>
              <a:rPr sz="1400"/>
              <a:t>• Lines respect baseline rhythm.</a:t>
            </a:r>
          </a:p>
          <a:p>
            <a:r>
              <a:rPr sz="1400"/>
              <a:t>• Overlaps and margins are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0850" y="1051560"/>
            <a:ext cx="188595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/>
              <a:t>Notes</a:t>
            </a:r>
          </a:p>
          <a:p>
            <a:r>
              <a:rPr sz="1400" dirty="0"/>
              <a:t>• Columns are now on-grid.</a:t>
            </a:r>
          </a:p>
          <a:p>
            <a:r>
              <a:rPr sz="1400" dirty="0"/>
              <a:t>• Lines respect baseline rhythm.</a:t>
            </a:r>
          </a:p>
          <a:p>
            <a:r>
              <a:rPr sz="1400" dirty="0"/>
              <a:t>• Overlaps and margins are fixed.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66160"/>
          <a:ext cx="311277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7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00"/>
                        <a:t>Gamma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 descr="Butterflies on the ground with small rocks&#10;&#10;AI-generated content may be incorrect.">
            <a:extLst>
              <a:ext uri="{FF2B5EF4-FFF2-40B4-BE49-F238E27FC236}">
                <a16:creationId xmlns:a16="http://schemas.microsoft.com/office/drawing/2014/main" id="{CF9B31BC-AF5B-AC94-6183-08E136077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66160"/>
            <a:ext cx="2590800" cy="17300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Chart &amp; Legend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/>
              <a:t>Subtitle: Legend no longer overlaps chart; on-grid placement.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554480"/>
          <a:ext cx="8229600" cy="3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/>
              <a:t>Figures &amp; Captions (Aligned)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Figure 1: Caption for Picture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886200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Figure 2: Caption for Picture C</a:t>
            </a:r>
          </a:p>
        </p:txBody>
      </p:sp>
      <p:pic>
        <p:nvPicPr>
          <p:cNvPr id="10" name="Picture 9" descr="A river with trees and mountains in the background&#10;&#10;AI-generated content may be incorrect.">
            <a:extLst>
              <a:ext uri="{FF2B5EF4-FFF2-40B4-BE49-F238E27FC236}">
                <a16:creationId xmlns:a16="http://schemas.microsoft.com/office/drawing/2014/main" id="{8514B4C5-68C8-4E68-C186-CD7173674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3886200" cy="2590800"/>
          </a:xfrm>
          <a:prstGeom prst="rect">
            <a:avLst/>
          </a:prstGeom>
        </p:spPr>
      </p:pic>
      <p:pic>
        <p:nvPicPr>
          <p:cNvPr id="12" name="Picture 11" descr="A rock in the ocean&#10;&#10;AI-generated content may be incorrect.">
            <a:extLst>
              <a:ext uri="{FF2B5EF4-FFF2-40B4-BE49-F238E27FC236}">
                <a16:creationId xmlns:a16="http://schemas.microsoft.com/office/drawing/2014/main" id="{3BE7EF89-4C0E-9F34-DB22-C0EDF634A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143000"/>
            <a:ext cx="3886200" cy="259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114</Words>
  <Application>Microsoft Macintosh PowerPoint</Application>
  <PresentationFormat>On-screen Show (4:3)</PresentationFormat>
  <Paragraphs>32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2025-09-27T23:39:01Z</dcterms:modified>
  <cp:category/>
</cp:coreProperties>
</file>