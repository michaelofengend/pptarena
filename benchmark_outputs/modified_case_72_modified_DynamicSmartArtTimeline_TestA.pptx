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21"/>
    <p:restoredTop sz="94665"/>
  </p:normalViewPr>
  <p:slideViewPr>
    <p:cSldViewPr snapToGrid="0" snapToObjects="1">
      <p:cViewPr varScale="1">
        <p:scale>
          <a:sx n="59" d="100"/>
          <a:sy n="59" d="100"/>
        </p:scale>
        <p:origin x="200" y="15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Dynamic SmartArt Timeline with Image Integration — Original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Milestones</a:t>
            </a:r>
          </a:p>
        </p:txBody>
      </p:sp>
      <p:grpSp>
        <p:nvGrpSpPr>
          <p:cNvPr id="10" name="Basic Timeline SmartArt"/>
          <p:cNvGrpSpPr/>
          <p:nvPr/>
        </p:nvGrpSpPr>
        <p:grpSpPr>
          <a:xfrm>
            <a:off x="274320" y="2011680"/>
            <a:ext cx="8229600" cy="1463040"/>
            <a:chOff x="274320" y="2011680"/>
            <a:chExt cx="8229600" cy="1463040"/>
          </a:xfrm>
        </p:grpSpPr>
        <p:sp>
          <p:nvSpPr>
            <p:cNvPr id="11" name="Timeline Line"/>
            <p:cNvSpPr/>
            <p:nvPr/>
          </p:nvSpPr>
          <p:spPr>
            <a:xfrm>
              <a:off x="914400" y="2743200"/>
              <a:ext cx="6949440" cy="0"/>
            </a:xfrm>
            <a:prstGeom prst="line">
              <a:avLst/>
            </a:prstGeom>
            <a:ln w="38100">
              <a:solidFill>
                <a:srgbClr val="4F81BD"/>
              </a:solidFill>
            </a:ln>
          </p:spPr>
        </p:sp>
        <p:sp>
          <p:nvSpPr>
            <p:cNvPr id="12" name="Node 1"/>
            <p:cNvSpPr/>
            <p:nvPr/>
          </p:nvSpPr>
          <p:spPr>
            <a:xfrm>
              <a:off x="822960" y="2651760"/>
              <a:ext cx="182880" cy="182880"/>
            </a:xfrm>
            <a:prstGeom prst="ellipse">
              <a:avLst/>
            </a:prstGeom>
            <a:solidFill>
              <a:srgbClr val="4F81BD"/>
            </a:solidFill>
          </p:spPr>
        </p:sp>
        <p:sp>
          <p:nvSpPr>
            <p:cNvPr id="13" name="Node 2"/>
            <p:cNvSpPr/>
            <p:nvPr/>
          </p:nvSpPr>
          <p:spPr>
            <a:xfrm>
              <a:off x="2212848" y="2651760"/>
              <a:ext cx="182880" cy="182880"/>
            </a:xfrm>
            <a:prstGeom prst="ellipse">
              <a:avLst/>
            </a:prstGeom>
            <a:solidFill>
              <a:srgbClr val="4F81BD"/>
            </a:solidFill>
          </p:spPr>
        </p:sp>
        <p:sp>
          <p:nvSpPr>
            <p:cNvPr id="14" name="Node 3"/>
            <p:cNvSpPr/>
            <p:nvPr/>
          </p:nvSpPr>
          <p:spPr>
            <a:xfrm>
              <a:off x="3602736" y="2651760"/>
              <a:ext cx="182880" cy="182880"/>
            </a:xfrm>
            <a:prstGeom prst="ellipse">
              <a:avLst/>
            </a:prstGeom>
            <a:solidFill>
              <a:srgbClr val="4F81BD"/>
            </a:solidFill>
          </p:spPr>
        </p:sp>
        <p:sp>
          <p:nvSpPr>
            <p:cNvPr id="15" name="Node 4"/>
            <p:cNvSpPr/>
            <p:nvPr/>
          </p:nvSpPr>
          <p:spPr>
            <a:xfrm>
              <a:off x="4992624" y="2651760"/>
              <a:ext cx="182880" cy="182880"/>
            </a:xfrm>
            <a:prstGeom prst="ellipse">
              <a:avLst/>
            </a:prstGeom>
            <a:solidFill>
              <a:srgbClr val="4F81BD"/>
            </a:solidFill>
          </p:spPr>
        </p:sp>
        <p:sp>
          <p:nvSpPr>
            <p:cNvPr id="16" name="Node 5"/>
            <p:cNvSpPr/>
            <p:nvPr/>
          </p:nvSpPr>
          <p:spPr>
            <a:xfrm>
              <a:off x="6382512" y="2651760"/>
              <a:ext cx="182880" cy="182880"/>
            </a:xfrm>
            <a:prstGeom prst="ellipse">
              <a:avLst/>
            </a:prstGeom>
            <a:solidFill>
              <a:srgbClr val="4F81BD"/>
            </a:solidFill>
          </p:spPr>
        </p:sp>
        <p:sp>
          <p:nvSpPr>
            <p:cNvPr id="17" name="Node 6"/>
            <p:cNvSpPr/>
            <p:nvPr/>
          </p:nvSpPr>
          <p:spPr>
            <a:xfrm>
              <a:off x="7772400" y="2651760"/>
              <a:ext cx="182880" cy="182880"/>
            </a:xfrm>
            <a:prstGeom prst="ellipse">
              <a:avLst/>
            </a:prstGeom>
            <a:solidFill>
              <a:srgbClr val="4F81BD"/>
            </a:solidFill>
          </p:spPr>
        </p:sp>
        <p:sp>
          <p:nvSpPr>
            <p:cNvPr id="18" name="Icon 1"/>
            <p:cNvSpPr/>
            <p:nvPr/>
          </p:nvSpPr>
          <p:spPr>
            <a:xfrm>
              <a:off x="731520" y="2011680"/>
              <a:ext cx="365760" cy="365760"/>
            </a:xfrm>
            <a:prstGeom prst="flowChartDocument">
              <a:avLst/>
            </a:prstGeom>
            <a:solidFill>
              <a:srgbClr val="9BBB59"/>
            </a:solidFill>
          </p:spPr>
        </p:sp>
        <p:sp>
          <p:nvSpPr>
            <p:cNvPr id="19" name="Icon 2"/>
            <p:cNvSpPr/>
            <p:nvPr/>
          </p:nvSpPr>
          <p:spPr>
            <a:xfrm>
              <a:off x="2121408" y="2011680"/>
              <a:ext cx="365760" cy="365760"/>
            </a:xfrm>
            <a:prstGeom prst="smileyFace">
              <a:avLst/>
            </a:prstGeom>
            <a:solidFill>
              <a:srgbClr val="F79646"/>
            </a:solidFill>
          </p:spPr>
        </p:sp>
        <p:sp>
          <p:nvSpPr>
            <p:cNvPr id="20" name="Icon 3"/>
            <p:cNvSpPr/>
            <p:nvPr/>
          </p:nvSpPr>
          <p:spPr>
            <a:xfrm>
              <a:off x="3511296" y="2011680"/>
              <a:ext cx="365760" cy="365760"/>
            </a:xfrm>
            <a:prstGeom prst="gear6">
              <a:avLst/>
            </a:prstGeom>
            <a:solidFill>
              <a:srgbClr val="4BACC6"/>
            </a:solidFill>
          </p:spPr>
        </p:sp>
        <p:sp>
          <p:nvSpPr>
            <p:cNvPr id="21" name="Icon 4"/>
            <p:cNvSpPr/>
            <p:nvPr/>
          </p:nvSpPr>
          <p:spPr>
            <a:xfrm>
              <a:off x="4901184" y="2011680"/>
              <a:ext cx="365760" cy="365760"/>
            </a:xfrm>
            <a:prstGeom prst="upArrow">
              <a:avLst/>
            </a:prstGeom>
            <a:solidFill>
              <a:srgbClr val="8064A2"/>
            </a:solidFill>
          </p:spPr>
        </p:sp>
        <p:sp>
          <p:nvSpPr>
            <p:cNvPr id="22" name="Icon 5"/>
            <p:cNvSpPr/>
            <p:nvPr/>
          </p:nvSpPr>
          <p:spPr>
            <a:xfrm>
              <a:off x="6291072" y="2011680"/>
              <a:ext cx="365760" cy="365760"/>
            </a:xfrm>
            <a:prstGeom prst="star5">
              <a:avLst/>
            </a:prstGeom>
            <a:solidFill>
              <a:srgbClr val="C0504D"/>
            </a:solidFill>
          </p:spPr>
        </p:sp>
        <p:sp>
          <p:nvSpPr>
            <p:cNvPr id="23" name="Icon 6"/>
            <p:cNvSpPr/>
            <p:nvPr/>
          </p:nvSpPr>
          <p:spPr>
            <a:xfrm>
              <a:off x="7680960" y="2011680"/>
              <a:ext cx="365760" cy="365760"/>
            </a:xfrm>
            <a:prstGeom prst="pie">
              <a:avLst/>
            </a:prstGeom>
            <a:solidFill>
              <a:srgbClr val="9BBB59"/>
            </a:solidFill>
          </p:spPr>
        </p:sp>
        <p:sp>
          <p:nvSpPr>
            <p:cNvPr id="24" name="Text 1"/>
            <p:cNvSpPr>
              <a:txBox/>
            </p:cNvSpPr>
            <p:nvPr/>
          </p:nvSpPr>
          <p:spPr>
            <a:xfrm>
              <a:off x="274320" y="2926080"/>
              <a:ext cx="1280160" cy="548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>
                  <a:solidFill>
                    <a:srgbClr val="000000"/>
                  </a:solidFill>
                </a:rPr>
                <a:t>Project Charter Approved (Jan 05)</a:t>
              </a:r>
            </a:p>
          </p:txBody>
        </p:sp>
        <p:sp>
          <p:nvSpPr>
            <p:cNvPr id="25" name="Text 2"/>
            <p:cNvSpPr>
              <a:txBox/>
            </p:cNvSpPr>
            <p:nvPr/>
          </p:nvSpPr>
          <p:spPr>
            <a:xfrm>
              <a:off x="1664208" y="2926080"/>
              <a:ext cx="1280160" cy="548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>
                  <a:solidFill>
                    <a:srgbClr val="000000"/>
                  </a:solidFill>
                </a:rPr>
                <a:t>Team Kickoff (Jan 12)</a:t>
              </a:r>
            </a:p>
          </p:txBody>
        </p:sp>
        <p:sp>
          <p:nvSpPr>
            <p:cNvPr id="26" name="Text 3"/>
            <p:cNvSpPr>
              <a:txBox/>
            </p:cNvSpPr>
            <p:nvPr/>
          </p:nvSpPr>
          <p:spPr>
            <a:xfrm>
              <a:off x="3054096" y="2926080"/>
              <a:ext cx="1280160" cy="548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>
                  <a:solidFill>
                    <a:srgbClr val="000000"/>
                  </a:solidFill>
                </a:rPr>
                <a:t>Prototype Complete (Feb 20)</a:t>
              </a:r>
            </a:p>
          </p:txBody>
        </p:sp>
        <p:sp>
          <p:nvSpPr>
            <p:cNvPr id="27" name="Text 4"/>
            <p:cNvSpPr>
              <a:txBox/>
            </p:cNvSpPr>
            <p:nvPr/>
          </p:nvSpPr>
          <p:spPr>
            <a:xfrm>
              <a:off x="4443984" y="2926080"/>
              <a:ext cx="1280160" cy="548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>
                  <a:solidFill>
                    <a:srgbClr val="000000"/>
                  </a:solidFill>
                </a:rPr>
                <a:t>Beta Launch (Mar 10)</a:t>
              </a:r>
            </a:p>
          </p:txBody>
        </p:sp>
        <p:sp>
          <p:nvSpPr>
            <p:cNvPr id="28" name="Text 5"/>
            <p:cNvSpPr>
              <a:txBox/>
            </p:cNvSpPr>
            <p:nvPr/>
          </p:nvSpPr>
          <p:spPr>
            <a:xfrm>
              <a:off x="5833872" y="2926080"/>
              <a:ext cx="1280160" cy="548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>
                  <a:solidFill>
                    <a:srgbClr val="000000"/>
                  </a:solidFill>
                </a:rPr>
                <a:t>Public Launch (Apr 30)</a:t>
              </a:r>
            </a:p>
          </p:txBody>
        </p:sp>
        <p:sp>
          <p:nvSpPr>
            <p:cNvPr id="29" name="Text 6"/>
            <p:cNvSpPr>
              <a:txBox/>
            </p:cNvSpPr>
            <p:nvPr/>
          </p:nvSpPr>
          <p:spPr>
            <a:xfrm>
              <a:off x="7223760" y="2926080"/>
              <a:ext cx="1280160" cy="548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0">
                  <a:solidFill>
                    <a:srgbClr val="000000"/>
                  </a:solidFill>
                </a:rPr>
                <a:t>Postmortem &amp; Retrospective (May 15)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64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Dynamic SmartArt Timeline with Image Integration — Original</vt:lpstr>
      <vt:lpstr>Project Milestones (Bulleted List)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2025-09-22T21:23:51Z</dcterms:modified>
  <cp:category/>
</cp:coreProperties>
</file>