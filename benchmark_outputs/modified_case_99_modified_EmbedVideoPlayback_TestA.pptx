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88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</a:rPr>
              <a:t>Record Renewable Energy Growth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6666"/>
                </a:solidFill>
              </a:rPr>
              <a:t>A 2024 Snapshot of U.S. Renewable Energy Production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2024 Renewable Energy Highlights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8412480" cy="2743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Biofuels, wind and solar each set production records in 2024
Biofuels reached 1.4 million barrels/day, up 6% from 2023
Solar output jumped 25% and wind rose 8% as new generators came online
Hydropower and nuclear production peaked decades ago; geothermal fell slightly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366"/>
                </a:solidFill>
              </a:rPr>
              <a:t>Renewable Energy Overview</a:t>
            </a:r>
            <a:endParaRPr lang="en-US" sz="2800" dirty="0"/>
          </a:p>
        </p:txBody>
      </p:sp>
      <p:pic>
        <p:nvPicPr>
          <p:cNvPr id="5" name="Video 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ehavior>
                                        <p:cBhvr>
                                          <p:tgtEl>
                                            <p:spTgt spid="5"/>
                                          </p:tgtEl>
                                        </p:cBhvr>
                                      </p:cBehavio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80</Words>
  <Application>Microsoft Macintosh PowerPoint</Application>
  <PresentationFormat>On-screen Show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Ofengenden</cp:lastModifiedBy>
  <cp:revision>2</cp:revision>
  <dcterms:created xsi:type="dcterms:W3CDTF">2025-10-07T07:02:11Z</dcterms:created>
  <dcterms:modified xsi:type="dcterms:W3CDTF">2025-11-13T11:39:13Z</dcterms:modified>
</cp:coreProperties>
</file>