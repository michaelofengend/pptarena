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Manufacturing</c:v>
                </c:pt>
                <c:pt idx="1">
                  <c:v>Sales</c:v>
                </c:pt>
                <c:pt idx="2">
                  <c:v>Finance</c:v>
                </c:pt>
                <c:pt idx="3">
                  <c:v>Marketing</c:v>
                </c:pt>
                <c:pt idx="4">
                  <c:v>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20</c:v>
                </c:pt>
                <c:pt idx="2">
                  <c:v>35</c:v>
                </c:pt>
                <c:pt idx="3">
                  <c:v>25</c:v>
                </c:pt>
                <c:pt idx="4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Project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Quarterly Analysis by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Team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00200"/>
          <a:ext cx="82296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7500"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 B</a:t>
                      </a:r>
                    </a:p>
                  </a:txBody>
                  <a:tcPr/>
                </a:tc>
              </a:tr>
              <a:tr h="437500">
                <a:tc>
                  <a:txBody>
                    <a:bodyPr/>
                    <a:lstStyle/>
                    <a:p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437500">
                <a:tc>
                  <a:txBody>
                    <a:bodyPr/>
                    <a:lstStyle/>
                    <a:p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37500"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437500">
                <a:tc>
                  <a:txBody>
                    <a:bodyPr/>
                    <a:lstStyle/>
                    <a:p>
                      <a:r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437500"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437500"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437500"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team b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/>
              <a:t>Manufacturing – 30</a:t>
            </a:r>
          </a:p>
          <a:p>
            <a:pPr/>
            <a:r>
              <a:rPr/>
              <a:t>Sales – 20</a:t>
            </a:r>
          </a:p>
          <a:p>
            <a:pPr/>
            <a:r>
              <a:rPr/>
              <a:t>Finance – 35</a:t>
            </a:r>
          </a:p>
          <a:p>
            <a:pPr/>
            <a:r>
              <a:rPr/>
              <a:t>Marketing – 25</a:t>
            </a:r>
          </a:p>
          <a:p>
            <a:pPr/>
            <a:r>
              <a:rPr/>
              <a:t>IT –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Performance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Images and Captions</a:t>
            </a:r>
          </a:p>
        </p:txBody>
      </p:sp>
      <p:pic>
        <p:nvPicPr>
          <p:cNvPr id="3" name="Picture 2" descr="7e752d36-af53-4ac5-b9d6-ce02501fc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/>
              <a:t>Manufacturing: Assembly Line</a:t>
            </a:r>
          </a:p>
        </p:txBody>
      </p:sp>
      <p:pic>
        <p:nvPicPr>
          <p:cNvPr id="5" name="Picture 4" descr="b26a6d24-8151-4a3e-b147-ec54708252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828800"/>
            <a:ext cx="22860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/>
              <a:t>Finance: Financial Growth</a:t>
            </a:r>
          </a:p>
        </p:txBody>
      </p:sp>
      <p:pic>
        <p:nvPicPr>
          <p:cNvPr id="7" name="Picture 6" descr="ef82383c-23c0-48dd-9291-1398f38ca8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22860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/>
              <a:t>IT: Data Servers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