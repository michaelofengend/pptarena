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comments/comment1.xml" ContentType="application/vnd.openxmlformats-officedocument.presentationml.comments+xml"/>
  <Override PartName="/ppt/diagrams/colors1.xml" ContentType="application/vnd.openxmlformats-officedocument.drawingml.diagramColors+xml"/>
  <Override PartName="/ppt/diagrams/colors2.xml" ContentType="application/vnd.openxmlformats-officedocument.drawingml.diagramColors+xml"/>
  <Override PartName="/ppt/diagrams/colors3.xml" ContentType="application/vnd.openxmlformats-officedocument.drawingml.diagramColors+xml"/>
  <Override PartName="/ppt/diagrams/colors4.xml" ContentType="application/vnd.openxmlformats-officedocument.drawingml.diagramColors+xml"/>
  <Override PartName="/ppt/diagrams/data1.xml" ContentType="application/vnd.openxmlformats-officedocument.drawingml.diagramData+xml"/>
  <Override PartName="/ppt/diagrams/data2.xml" ContentType="application/vnd.openxmlformats-officedocument.drawingml.diagramData+xml"/>
  <Override PartName="/ppt/diagrams/data3.xml" ContentType="application/vnd.openxmlformats-officedocument.drawingml.diagramData+xml"/>
  <Override PartName="/ppt/diagrams/data4.xml" ContentType="application/vnd.openxmlformats-officedocument.drawingml.diagramData+xml"/>
  <Override PartName="/ppt/diagrams/drawing1.xml" ContentType="application/vnd.ms-office.drawingml.diagramDrawing+xml"/>
  <Override PartName="/ppt/diagrams/drawing2.xml" ContentType="application/vnd.ms-office.drawingml.diagramDrawing+xml"/>
  <Override PartName="/ppt/diagrams/drawing3.xml" ContentType="application/vnd.ms-office.drawingml.diagramDrawing+xml"/>
  <Override PartName="/ppt/diagrams/drawing4.xml" ContentType="application/vnd.ms-office.drawingml.diagramDrawing+xml"/>
  <Override PartName="/ppt/diagrams/layout1.xml" ContentType="application/vnd.openxmlformats-officedocument.drawingml.diagramLayout+xml"/>
  <Override PartName="/ppt/diagrams/layout2.xml" ContentType="application/vnd.openxmlformats-officedocument.drawingml.diagramLayout+xml"/>
  <Override PartName="/ppt/diagrams/layout3.xml" ContentType="application/vnd.openxmlformats-officedocument.drawingml.diagramLayout+xml"/>
  <Override PartName="/ppt/diagrams/layout4.xml" ContentType="application/vnd.openxmlformats-officedocument.drawingml.diagramLayout+xml"/>
  <Override PartName="/ppt/diagrams/quickStyle1.xml" ContentType="application/vnd.openxmlformats-officedocument.drawingml.diagramStyle+xml"/>
  <Override PartName="/ppt/diagrams/quickStyle2.xml" ContentType="application/vnd.openxmlformats-officedocument.drawingml.diagramStyle+xml"/>
  <Override PartName="/ppt/diagrams/quickStyle3.xml" ContentType="application/vnd.openxmlformats-officedocument.drawingml.diagramStyle+xml"/>
  <Override PartName="/ppt/diagrams/quickStyle4.xml" ContentType="application/vnd.openxmlformats-officedocument.drawingml.diagramStyle+xml"/>
  <Override PartName="/ppt/handoutMasters/handoutMaster1.xml" ContentType="application/vnd.openxmlformats-officedocument.presentationml.handoutMaster+xml"/>
  <Override PartName="/ppt/media/image11.svg" ContentType="image/svg+xml"/>
  <Override PartName="/ppt/media/image16.svg" ContentType="image/svg+xml"/>
  <Override PartName="/ppt/media/image19.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Lst>
  <p:notesMasterIdLst>
    <p:notesMasterId r:id="rId27"/>
  </p:notesMasterIdLst>
  <p:handoutMasterIdLst>
    <p:handoutMasterId r:id="rId28"/>
  </p:handoutMasterIdLst>
  <p:sldIdLst>
    <p:sldId id="582" r:id="rId5"/>
    <p:sldId id="588" r:id="rId6"/>
    <p:sldId id="589" r:id="rId7"/>
    <p:sldId id="606" r:id="rId8"/>
    <p:sldId id="587" r:id="rId9"/>
    <p:sldId id="599" r:id="rId10"/>
    <p:sldId id="596" r:id="rId11"/>
    <p:sldId id="591" r:id="rId12"/>
    <p:sldId id="592" r:id="rId13"/>
    <p:sldId id="597" r:id="rId14"/>
    <p:sldId id="598" r:id="rId15"/>
    <p:sldId id="594" r:id="rId16"/>
    <p:sldId id="607" r:id="rId17"/>
    <p:sldId id="600" r:id="rId18"/>
    <p:sldId id="601" r:id="rId19"/>
    <p:sldId id="576" r:id="rId20"/>
    <p:sldId id="577" r:id="rId21"/>
    <p:sldId id="603" r:id="rId22"/>
    <p:sldId id="604" r:id="rId23"/>
    <p:sldId id="590" r:id="rId24"/>
    <p:sldId id="565" r:id="rId25"/>
    <p:sldId id="605" r:id="rId26"/>
  </p:sldIdLst>
  <p:sldSz cx="9144000" cy="5143500" type="screen16x9"/>
  <p:notesSz cx="6858000" cy="3267075"/>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Untitled Section" id="{257C9B7A-0BD7-E947-88A5-5DD01A124AFA}">
          <p14:sldIdLst/>
        </p14:section>
        <p14:section name="Click to add subtitle" id="{60E2B722-38A6-A04F-AC65-E82791577859}">
          <p14:sldIdLst>
            <p14:sldId id="582"/>
            <p14:sldId id="588"/>
            <p14:sldId id="589"/>
            <p14:sldId id="606"/>
            <p14:sldId id="587"/>
            <p14:sldId id="599"/>
            <p14:sldId id="596"/>
            <p14:sldId id="591"/>
            <p14:sldId id="592"/>
            <p14:sldId id="597"/>
            <p14:sldId id="598"/>
            <p14:sldId id="594"/>
            <p14:sldId id="607"/>
            <p14:sldId id="600"/>
            <p14:sldId id="601"/>
            <p14:sldId id="576"/>
            <p14:sldId id="577"/>
            <p14:sldId id="603"/>
            <p14:sldId id="604"/>
            <p14:sldId id="590"/>
            <p14:sldId id="565"/>
            <p14:sldId id="605"/>
          </p14:sldIdLst>
        </p14:section>
      </p14:sectionLst>
    </p:ext>
    <p:ext uri="{EFAFB233-063F-42B5-8137-9DF3F51BA10A}">
      <p15:sldGuideLst xmlns:p15="http://schemas.microsoft.com/office/powerpoint/2012/main">
        <p15:guide id="1" orient="horz" pos="900">
          <p15:clr>
            <a:srgbClr val="A4A3A4"/>
          </p15:clr>
        </p15:guide>
        <p15:guide id="2" orient="horz" pos="2288">
          <p15:clr>
            <a:srgbClr val="A4A3A4"/>
          </p15:clr>
        </p15:guide>
        <p15:guide id="3" orient="horz" pos="1008">
          <p15:clr>
            <a:srgbClr val="A4A3A4"/>
          </p15:clr>
        </p15:guide>
        <p15:guide id="4" pos="328">
          <p15:clr>
            <a:srgbClr val="A4A3A4"/>
          </p15:clr>
        </p15:guide>
        <p15:guide id="5" pos="5424">
          <p15:clr>
            <a:srgbClr val="A4A3A4"/>
          </p15:clr>
        </p15:guide>
      </p15:sldGuideLst>
    </p:ext>
    <p:ext uri="{2D200454-40CA-4A62-9FC3-DE9A4176ACB9}">
      <p15:notesGuideLst xmlns:p15="http://schemas.microsoft.com/office/powerpoint/2012/main">
        <p15:guide id="1" orient="horz" pos="2928" userDrawn="1">
          <p15:clr>
            <a:srgbClr val="A4A3A4"/>
          </p15:clr>
        </p15:guide>
        <p15:guide id="2" pos="2208" userDrawn="1">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Lori Mason" initials="LM" lastIdx="3" clrIdx="0">
    <p:extLst>
      <p:ext uri="{19B8F6BF-5375-455C-9EA6-DF929625EA0E}">
        <p15:presenceInfo xmlns:p15="http://schemas.microsoft.com/office/powerpoint/2012/main" userId="S::lmason@irex.org::782fdb5e-c6e0-42a8-b411-f056894096e3" providerId="AD"/>
      </p:ext>
    </p:extLst>
  </p:cmAuthor>
  <p:cmAuthor id="2" name="Stanley Currier" initials="SC" lastIdx="1" clrIdx="1">
    <p:extLst>
      <p:ext uri="{19B8F6BF-5375-455C-9EA6-DF929625EA0E}">
        <p15:presenceInfo xmlns:p15="http://schemas.microsoft.com/office/powerpoint/2012/main" userId="S::scurrier@irex.org::62b8aaa8-5ce6-4197-b882-9703622d5d75"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76D70"/>
    <a:srgbClr val="009BA0"/>
    <a:srgbClr val="000000"/>
    <a:srgbClr val="082C2D"/>
    <a:srgbClr val="075254"/>
    <a:srgbClr val="098B8E"/>
    <a:srgbClr val="99B83C"/>
    <a:srgbClr val="AFD53B"/>
    <a:srgbClr val="9AA7A7"/>
    <a:srgbClr val="31859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402560D-0DDB-A850-899E-2B15C7EC4721}" v="2" dt="2020-04-21T15:55:46.422"/>
    <p1510:client id="{399140FE-687D-8443-FBC9-DE3F39A35F2A}" v="7" dt="2020-04-20T19:46:27.778"/>
    <p1510:client id="{43C9529A-8CE6-4B77-82EA-42649FC4C736}" v="937" dt="2020-04-21T15:25:56.767"/>
    <p1510:client id="{6C6C1F89-23AF-85CD-DE0F-C1EB8A573E1E}" v="1" dt="2020-04-21T15:53:11.96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1"/>
    <p:restoredTop sz="94658"/>
  </p:normalViewPr>
  <p:slideViewPr>
    <p:cSldViewPr snapToGrid="0">
      <p:cViewPr varScale="1">
        <p:scale>
          <a:sx n="139" d="100"/>
          <a:sy n="139" d="100"/>
        </p:scale>
        <p:origin x="176" y="512"/>
      </p:cViewPr>
      <p:guideLst>
        <p:guide orient="horz" pos="900"/>
        <p:guide orient="horz" pos="2288"/>
        <p:guide orient="horz" pos="1008"/>
        <p:guide pos="328"/>
        <p:guide pos="5424"/>
      </p:guideLst>
    </p:cSldViewPr>
  </p:slideViewPr>
  <p:notesTextViewPr>
    <p:cViewPr>
      <p:scale>
        <a:sx n="1" d="1"/>
        <a:sy n="1" d="1"/>
      </p:scale>
      <p:origin x="0" y="0"/>
    </p:cViewPr>
  </p:notesTextViewPr>
  <p:notesViewPr>
    <p:cSldViewPr snapToGrid="0">
      <p:cViewPr>
        <p:scale>
          <a:sx n="1" d="2"/>
          <a:sy n="1" d="2"/>
        </p:scale>
        <p:origin x="0" y="0"/>
      </p:cViewPr>
      <p:guideLst>
        <p:guide orient="horz" pos="2928"/>
        <p:guide pos="2208"/>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slide" Target="slides/slide12.xml"/><Relationship Id="rId17" Type="http://schemas.openxmlformats.org/officeDocument/2006/relationships/slide" Target="slides/slide13.xml"/><Relationship Id="rId18" Type="http://schemas.openxmlformats.org/officeDocument/2006/relationships/slide" Target="slides/slide14.xml"/><Relationship Id="rId19" Type="http://schemas.openxmlformats.org/officeDocument/2006/relationships/slide" Target="slides/slide15.xml"/><Relationship Id="rId20" Type="http://schemas.openxmlformats.org/officeDocument/2006/relationships/slide" Target="slides/slide16.xml"/><Relationship Id="rId21" Type="http://schemas.openxmlformats.org/officeDocument/2006/relationships/slide" Target="slides/slide17.xml"/><Relationship Id="rId22" Type="http://schemas.openxmlformats.org/officeDocument/2006/relationships/slide" Target="slides/slide18.xml"/><Relationship Id="rId23" Type="http://schemas.openxmlformats.org/officeDocument/2006/relationships/slide" Target="slides/slide19.xml"/><Relationship Id="rId24" Type="http://schemas.openxmlformats.org/officeDocument/2006/relationships/slide" Target="slides/slide20.xml"/><Relationship Id="rId25" Type="http://schemas.openxmlformats.org/officeDocument/2006/relationships/slide" Target="slides/slide21.xml"/><Relationship Id="rId26" Type="http://schemas.openxmlformats.org/officeDocument/2006/relationships/slide" Target="slides/slide22.xml"/><Relationship Id="rId27" Type="http://schemas.openxmlformats.org/officeDocument/2006/relationships/notesMaster" Target="notesMasters/notesMaster1.xml"/><Relationship Id="rId28" Type="http://schemas.openxmlformats.org/officeDocument/2006/relationships/handoutMaster" Target="handoutMasters/handoutMaster1.xml"/><Relationship Id="rId29" Type="http://schemas.openxmlformats.org/officeDocument/2006/relationships/commentAuthors" Target="commentAuthors.xml"/><Relationship Id="rId30" Type="http://schemas.openxmlformats.org/officeDocument/2006/relationships/presProps" Target="presProps.xml"/><Relationship Id="rId31" Type="http://schemas.openxmlformats.org/officeDocument/2006/relationships/viewProps" Target="viewProps.xml"/><Relationship Id="rId32" Type="http://schemas.openxmlformats.org/officeDocument/2006/relationships/theme" Target="theme/theme1.xml"/><Relationship Id="rId33" Type="http://schemas.openxmlformats.org/officeDocument/2006/relationships/tableStyles" Target="tableStyles.xml"/><Relationship Id="rId34" Type="http://schemas.microsoft.com/office/2015/10/relationships/revisionInfo" Target="revisionInfo.xml"/></Relationships>
</file>

<file path=ppt/comments/comment1.xml><?xml version="1.0" encoding="utf-8"?>
<p:cmLst xmlns:a="http://schemas.openxmlformats.org/drawingml/2006/main" xmlns:r="http://schemas.openxmlformats.org/officeDocument/2006/relationships" xmlns:p="http://schemas.openxmlformats.org/presentationml/2006/main">
  <p:cm authorId="2" dt="2020-04-21T08:53:11.960" idx="1">
    <p:pos x="5628" y="920"/>
    <p:text>[@Lori Mason] these came directly from Google's lesson; what about adapting language slightly to the following - 
1. How does technology impact your life?
2. What is one way technology has  made you more efficient as an instructor?
3. What are your colleagues doing with technology in the classroom that you’d like to try?
</p:text>
    <p:extLst>
      <p:ext uri="{C676402C-5697-4E1C-873F-D02D1690AC5C}">
        <p15:threadingInfo xmlns:p15="http://schemas.microsoft.com/office/powerpoint/2012/main" timeZoneBias="420"/>
      </p:ext>
    </p:extLst>
  </p:cm>
</p:cmLst>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FDD48DA-E5F3-4D1D-BB92-823B47DA57A3}"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34FFC277-72CA-42A9-A8B1-E24E1E66DEC5}">
      <dgm:prSet custT="1"/>
      <dgm:spPr/>
      <dgm:t>
        <a:bodyPr/>
        <a:lstStyle/>
        <a:p>
          <a:pPr rtl="1"/>
          <a:r>
            <a:rPr lang="ar-IQ" sz="2800" dirty="0"/>
            <a:t>تشمل بعض منهجيات التعلم الإلكتروني الشائعة ما يلي:</a:t>
          </a:r>
          <a:endParaRPr lang="en-US" sz="2800" dirty="0"/>
        </a:p>
      </dgm:t>
    </dgm:pt>
    <dgm:pt modelId="{D37301B5-2018-4170-B4BE-6DD6745BB291}" type="parTrans" cxnId="{F1AD1198-D57E-4ADD-BEAC-BEAFA0104736}">
      <dgm:prSet/>
      <dgm:spPr/>
      <dgm:t>
        <a:bodyPr/>
        <a:lstStyle/>
        <a:p>
          <a:endParaRPr lang="en-US"/>
        </a:p>
      </dgm:t>
    </dgm:pt>
    <dgm:pt modelId="{869658B8-4547-4F4B-B291-897C50760F0F}" type="sibTrans" cxnId="{F1AD1198-D57E-4ADD-BEAC-BEAFA0104736}">
      <dgm:prSet/>
      <dgm:spPr/>
      <dgm:t>
        <a:bodyPr/>
        <a:lstStyle/>
        <a:p>
          <a:endParaRPr lang="en-US"/>
        </a:p>
      </dgm:t>
    </dgm:pt>
    <dgm:pt modelId="{30A3EDE4-6172-4F53-B948-727AF5136505}">
      <dgm:prSet/>
      <dgm:spPr/>
      <dgm:t>
        <a:bodyPr/>
        <a:lstStyle/>
        <a:p>
          <a:pPr rtl="1"/>
          <a:r>
            <a:rPr lang="ar-IQ" dirty="0">
              <a:solidFill>
                <a:schemeClr val="tx1"/>
              </a:solidFill>
            </a:rPr>
            <a:t>الغير متزامن</a:t>
          </a:r>
          <a:endParaRPr lang="en-US" dirty="0">
            <a:solidFill>
              <a:schemeClr val="tx1"/>
            </a:solidFill>
          </a:endParaRPr>
        </a:p>
      </dgm:t>
    </dgm:pt>
    <dgm:pt modelId="{E25AE555-40D7-4F98-A19C-5CCBD67BE17A}" type="parTrans" cxnId="{E1745096-7270-408E-92F6-1E4ADC10487F}">
      <dgm:prSet/>
      <dgm:spPr/>
      <dgm:t>
        <a:bodyPr/>
        <a:lstStyle/>
        <a:p>
          <a:endParaRPr lang="en-US"/>
        </a:p>
      </dgm:t>
    </dgm:pt>
    <dgm:pt modelId="{A8E8043A-29B0-43E7-A92C-82C33CE705E7}" type="sibTrans" cxnId="{E1745096-7270-408E-92F6-1E4ADC10487F}">
      <dgm:prSet/>
      <dgm:spPr/>
      <dgm:t>
        <a:bodyPr/>
        <a:lstStyle/>
        <a:p>
          <a:endParaRPr lang="en-US"/>
        </a:p>
      </dgm:t>
    </dgm:pt>
    <dgm:pt modelId="{509B4CFD-058A-4C7A-AFB5-F285D33A74BC}">
      <dgm:prSet/>
      <dgm:spPr/>
      <dgm:t>
        <a:bodyPr/>
        <a:lstStyle/>
        <a:p>
          <a:pPr rtl="1"/>
          <a:r>
            <a:rPr lang="ar-IQ" dirty="0">
              <a:solidFill>
                <a:schemeClr val="tx1"/>
              </a:solidFill>
            </a:rPr>
            <a:t>الذاتي والمتزامن</a:t>
          </a:r>
          <a:endParaRPr lang="en-US" dirty="0">
            <a:solidFill>
              <a:schemeClr val="tx1"/>
            </a:solidFill>
          </a:endParaRPr>
        </a:p>
      </dgm:t>
    </dgm:pt>
    <dgm:pt modelId="{E6E7BD9D-7DBA-4D88-B0F8-E98BA0328E6A}" type="parTrans" cxnId="{38577058-8C81-487E-B15A-EECDA8869FCC}">
      <dgm:prSet/>
      <dgm:spPr/>
      <dgm:t>
        <a:bodyPr/>
        <a:lstStyle/>
        <a:p>
          <a:endParaRPr lang="en-US"/>
        </a:p>
      </dgm:t>
    </dgm:pt>
    <dgm:pt modelId="{2EB1079A-52D1-4B88-9D6F-E7C684D17A78}" type="sibTrans" cxnId="{38577058-8C81-487E-B15A-EECDA8869FCC}">
      <dgm:prSet/>
      <dgm:spPr/>
      <dgm:t>
        <a:bodyPr/>
        <a:lstStyle/>
        <a:p>
          <a:endParaRPr lang="en-US"/>
        </a:p>
      </dgm:t>
    </dgm:pt>
    <dgm:pt modelId="{792D9F82-44CB-4CC9-B92F-9C6583125D2E}">
      <dgm:prSet/>
      <dgm:spPr/>
      <dgm:t>
        <a:bodyPr/>
        <a:lstStyle/>
        <a:p>
          <a:pPr rtl="1"/>
          <a:r>
            <a:rPr lang="ar-IQ" dirty="0">
              <a:solidFill>
                <a:schemeClr val="tx1"/>
              </a:solidFill>
            </a:rPr>
            <a:t>ميسّر ومتزامن</a:t>
          </a:r>
          <a:endParaRPr lang="en-US" dirty="0">
            <a:solidFill>
              <a:schemeClr val="tx1"/>
            </a:solidFill>
          </a:endParaRPr>
        </a:p>
      </dgm:t>
    </dgm:pt>
    <dgm:pt modelId="{02FB524C-CB72-4C93-A5F1-C41C4E4D1906}" type="parTrans" cxnId="{EB160491-CA05-4C3A-AD50-86490F8CC4B8}">
      <dgm:prSet/>
      <dgm:spPr/>
      <dgm:t>
        <a:bodyPr/>
        <a:lstStyle/>
        <a:p>
          <a:endParaRPr lang="en-US"/>
        </a:p>
      </dgm:t>
    </dgm:pt>
    <dgm:pt modelId="{02050676-BFF3-41A6-9FE0-A1699B1CF295}" type="sibTrans" cxnId="{EB160491-CA05-4C3A-AD50-86490F8CC4B8}">
      <dgm:prSet/>
      <dgm:spPr/>
      <dgm:t>
        <a:bodyPr/>
        <a:lstStyle/>
        <a:p>
          <a:endParaRPr lang="en-US"/>
        </a:p>
      </dgm:t>
    </dgm:pt>
    <dgm:pt modelId="{2674231B-B1F1-44C5-846A-C624770D4D65}">
      <dgm:prSet/>
      <dgm:spPr/>
      <dgm:t>
        <a:bodyPr/>
        <a:lstStyle/>
        <a:p>
          <a:pPr rtl="1"/>
          <a:r>
            <a:rPr lang="ar-IQ" dirty="0">
              <a:solidFill>
                <a:schemeClr val="tx1"/>
              </a:solidFill>
            </a:rPr>
            <a:t>المختلط</a:t>
          </a:r>
          <a:endParaRPr lang="en-US" dirty="0">
            <a:solidFill>
              <a:schemeClr val="tx1"/>
            </a:solidFill>
          </a:endParaRPr>
        </a:p>
      </dgm:t>
    </dgm:pt>
    <dgm:pt modelId="{5125E4AB-C004-45EF-8DA2-AD7A8BFC3969}" type="parTrans" cxnId="{956974CB-5123-4617-9DC5-97ABC27DD21E}">
      <dgm:prSet/>
      <dgm:spPr/>
      <dgm:t>
        <a:bodyPr/>
        <a:lstStyle/>
        <a:p>
          <a:endParaRPr lang="en-US"/>
        </a:p>
      </dgm:t>
    </dgm:pt>
    <dgm:pt modelId="{BD56D391-1DDB-4E09-B196-257705B2DE42}" type="sibTrans" cxnId="{956974CB-5123-4617-9DC5-97ABC27DD21E}">
      <dgm:prSet/>
      <dgm:spPr/>
      <dgm:t>
        <a:bodyPr/>
        <a:lstStyle/>
        <a:p>
          <a:endParaRPr lang="en-US"/>
        </a:p>
      </dgm:t>
    </dgm:pt>
    <dgm:pt modelId="{4B401500-D02D-43ED-9204-DABBD5F6B7E6}" type="pres">
      <dgm:prSet presAssocID="{AFDD48DA-E5F3-4D1D-BB92-823B47DA57A3}" presName="linear" presStyleCnt="0">
        <dgm:presLayoutVars>
          <dgm:animLvl val="lvl"/>
          <dgm:resizeHandles val="exact"/>
        </dgm:presLayoutVars>
      </dgm:prSet>
      <dgm:spPr/>
    </dgm:pt>
    <dgm:pt modelId="{9332FA5C-50C6-4D1D-A20A-21C5E6884AE6}" type="pres">
      <dgm:prSet presAssocID="{34FFC277-72CA-42A9-A8B1-E24E1E66DEC5}" presName="parentText" presStyleLbl="node1" presStyleIdx="0" presStyleCnt="1" custLinFactX="24467" custLinFactNeighborX="100000" custLinFactNeighborY="-15">
        <dgm:presLayoutVars>
          <dgm:chMax val="0"/>
          <dgm:bulletEnabled val="1"/>
        </dgm:presLayoutVars>
      </dgm:prSet>
      <dgm:spPr/>
    </dgm:pt>
    <dgm:pt modelId="{D9DA203A-BD09-401C-A15C-39C291846B92}" type="pres">
      <dgm:prSet presAssocID="{34FFC277-72CA-42A9-A8B1-E24E1E66DEC5}" presName="childText" presStyleLbl="revTx" presStyleIdx="0" presStyleCnt="1">
        <dgm:presLayoutVars>
          <dgm:bulletEnabled val="1"/>
        </dgm:presLayoutVars>
      </dgm:prSet>
      <dgm:spPr/>
    </dgm:pt>
  </dgm:ptLst>
  <dgm:cxnLst>
    <dgm:cxn modelId="{250F9E18-93BB-4755-9616-F7D10A73BF1B}" type="presOf" srcId="{30A3EDE4-6172-4F53-B948-727AF5136505}" destId="{D9DA203A-BD09-401C-A15C-39C291846B92}" srcOrd="0" destOrd="0" presId="urn:microsoft.com/office/officeart/2005/8/layout/vList2"/>
    <dgm:cxn modelId="{6D7B3928-7524-4799-AFFB-2E5EAFCA90A2}" type="presOf" srcId="{509B4CFD-058A-4C7A-AFB5-F285D33A74BC}" destId="{D9DA203A-BD09-401C-A15C-39C291846B92}" srcOrd="0" destOrd="1" presId="urn:microsoft.com/office/officeart/2005/8/layout/vList2"/>
    <dgm:cxn modelId="{38577058-8C81-487E-B15A-EECDA8869FCC}" srcId="{34FFC277-72CA-42A9-A8B1-E24E1E66DEC5}" destId="{509B4CFD-058A-4C7A-AFB5-F285D33A74BC}" srcOrd="1" destOrd="0" parTransId="{E6E7BD9D-7DBA-4D88-B0F8-E98BA0328E6A}" sibTransId="{2EB1079A-52D1-4B88-9D6F-E7C684D17A78}"/>
    <dgm:cxn modelId="{EB160491-CA05-4C3A-AD50-86490F8CC4B8}" srcId="{34FFC277-72CA-42A9-A8B1-E24E1E66DEC5}" destId="{792D9F82-44CB-4CC9-B92F-9C6583125D2E}" srcOrd="2" destOrd="0" parTransId="{02FB524C-CB72-4C93-A5F1-C41C4E4D1906}" sibTransId="{02050676-BFF3-41A6-9FE0-A1699B1CF295}"/>
    <dgm:cxn modelId="{E1745096-7270-408E-92F6-1E4ADC10487F}" srcId="{34FFC277-72CA-42A9-A8B1-E24E1E66DEC5}" destId="{30A3EDE4-6172-4F53-B948-727AF5136505}" srcOrd="0" destOrd="0" parTransId="{E25AE555-40D7-4F98-A19C-5CCBD67BE17A}" sibTransId="{A8E8043A-29B0-43E7-A92C-82C33CE705E7}"/>
    <dgm:cxn modelId="{F1AD1198-D57E-4ADD-BEAC-BEAFA0104736}" srcId="{AFDD48DA-E5F3-4D1D-BB92-823B47DA57A3}" destId="{34FFC277-72CA-42A9-A8B1-E24E1E66DEC5}" srcOrd="0" destOrd="0" parTransId="{D37301B5-2018-4170-B4BE-6DD6745BB291}" sibTransId="{869658B8-4547-4F4B-B291-897C50760F0F}"/>
    <dgm:cxn modelId="{4A4F25A5-F139-439F-9588-BCFC4C2EC39A}" type="presOf" srcId="{792D9F82-44CB-4CC9-B92F-9C6583125D2E}" destId="{D9DA203A-BD09-401C-A15C-39C291846B92}" srcOrd="0" destOrd="2" presId="urn:microsoft.com/office/officeart/2005/8/layout/vList2"/>
    <dgm:cxn modelId="{895AA1BD-C32F-44F8-B2FC-A7CD88451284}" type="presOf" srcId="{2674231B-B1F1-44C5-846A-C624770D4D65}" destId="{D9DA203A-BD09-401C-A15C-39C291846B92}" srcOrd="0" destOrd="3" presId="urn:microsoft.com/office/officeart/2005/8/layout/vList2"/>
    <dgm:cxn modelId="{711CD5C0-9ABF-4BC7-A2F1-E5FF2954FF1C}" type="presOf" srcId="{AFDD48DA-E5F3-4D1D-BB92-823B47DA57A3}" destId="{4B401500-D02D-43ED-9204-DABBD5F6B7E6}" srcOrd="0" destOrd="0" presId="urn:microsoft.com/office/officeart/2005/8/layout/vList2"/>
    <dgm:cxn modelId="{956974CB-5123-4617-9DC5-97ABC27DD21E}" srcId="{34FFC277-72CA-42A9-A8B1-E24E1E66DEC5}" destId="{2674231B-B1F1-44C5-846A-C624770D4D65}" srcOrd="3" destOrd="0" parTransId="{5125E4AB-C004-45EF-8DA2-AD7A8BFC3969}" sibTransId="{BD56D391-1DDB-4E09-B196-257705B2DE42}"/>
    <dgm:cxn modelId="{58759CF2-070F-498A-9285-23A4860AE09D}" type="presOf" srcId="{34FFC277-72CA-42A9-A8B1-E24E1E66DEC5}" destId="{9332FA5C-50C6-4D1D-A20A-21C5E6884AE6}" srcOrd="0" destOrd="0" presId="urn:microsoft.com/office/officeart/2005/8/layout/vList2"/>
    <dgm:cxn modelId="{AE2A8064-CA70-4390-8D06-9FF5823E12FB}" type="presParOf" srcId="{4B401500-D02D-43ED-9204-DABBD5F6B7E6}" destId="{9332FA5C-50C6-4D1D-A20A-21C5E6884AE6}" srcOrd="0" destOrd="0" presId="urn:microsoft.com/office/officeart/2005/8/layout/vList2"/>
    <dgm:cxn modelId="{164B2BE5-DD96-4947-A4E8-CBD6E76B3B29}" type="presParOf" srcId="{4B401500-D02D-43ED-9204-DABBD5F6B7E6}" destId="{D9DA203A-BD09-401C-A15C-39C291846B92}" srcOrd="1"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AFDD48DA-E5F3-4D1D-BB92-823B47DA57A3}" type="doc">
      <dgm:prSet loTypeId="urn:microsoft.com/office/officeart/2005/8/layout/vList2" loCatId="list" qsTypeId="urn:microsoft.com/office/officeart/2005/8/quickstyle/simple1" qsCatId="simple" csTypeId="urn:microsoft.com/office/officeart/2005/8/colors/colorful3" csCatId="colorful" phldr="1"/>
      <dgm:spPr/>
      <dgm:t>
        <a:bodyPr/>
        <a:lstStyle/>
        <a:p>
          <a:endParaRPr lang="en-US"/>
        </a:p>
      </dgm:t>
    </dgm:pt>
    <dgm:pt modelId="{34FFC277-72CA-42A9-A8B1-E24E1E66DEC5}">
      <dgm:prSet/>
      <dgm:spPr/>
      <dgm:t>
        <a:bodyPr/>
        <a:lstStyle/>
        <a:p>
          <a:pPr rtl="1"/>
          <a:r>
            <a:rPr lang="ar-IQ" dirty="0"/>
            <a:t>تشمل بعض مصطلحات التعلم الإلكتروني الشائعة ما يلي:</a:t>
          </a:r>
          <a:endParaRPr lang="en-US" dirty="0"/>
        </a:p>
      </dgm:t>
    </dgm:pt>
    <dgm:pt modelId="{D37301B5-2018-4170-B4BE-6DD6745BB291}" type="parTrans" cxnId="{F1AD1198-D57E-4ADD-BEAC-BEAFA0104736}">
      <dgm:prSet/>
      <dgm:spPr/>
      <dgm:t>
        <a:bodyPr/>
        <a:lstStyle/>
        <a:p>
          <a:endParaRPr lang="en-US"/>
        </a:p>
      </dgm:t>
    </dgm:pt>
    <dgm:pt modelId="{869658B8-4547-4F4B-B291-897C50760F0F}" type="sibTrans" cxnId="{F1AD1198-D57E-4ADD-BEAC-BEAFA0104736}">
      <dgm:prSet/>
      <dgm:spPr/>
      <dgm:t>
        <a:bodyPr/>
        <a:lstStyle/>
        <a:p>
          <a:endParaRPr lang="en-US"/>
        </a:p>
      </dgm:t>
    </dgm:pt>
    <dgm:pt modelId="{30A3EDE4-6172-4F53-B948-727AF5136505}">
      <dgm:prSet custT="1"/>
      <dgm:spPr/>
      <dgm:t>
        <a:bodyPr/>
        <a:lstStyle/>
        <a:p>
          <a:pPr rtl="1"/>
          <a:r>
            <a:rPr lang="ar-IQ" sz="2800" dirty="0"/>
            <a:t>أنظمة إدارة التعلّم (</a:t>
          </a:r>
          <a:r>
            <a:rPr lang="en-US" sz="2800" dirty="0"/>
            <a:t>(LMS</a:t>
          </a:r>
        </a:p>
      </dgm:t>
    </dgm:pt>
    <dgm:pt modelId="{E25AE555-40D7-4F98-A19C-5CCBD67BE17A}" type="parTrans" cxnId="{E1745096-7270-408E-92F6-1E4ADC10487F}">
      <dgm:prSet/>
      <dgm:spPr/>
      <dgm:t>
        <a:bodyPr/>
        <a:lstStyle/>
        <a:p>
          <a:endParaRPr lang="en-US"/>
        </a:p>
      </dgm:t>
    </dgm:pt>
    <dgm:pt modelId="{A8E8043A-29B0-43E7-A92C-82C33CE705E7}" type="sibTrans" cxnId="{E1745096-7270-408E-92F6-1E4ADC10487F}">
      <dgm:prSet/>
      <dgm:spPr/>
      <dgm:t>
        <a:bodyPr/>
        <a:lstStyle/>
        <a:p>
          <a:endParaRPr lang="en-US"/>
        </a:p>
      </dgm:t>
    </dgm:pt>
    <dgm:pt modelId="{21E62243-59F0-4956-A13C-3724C3B469A1}">
      <dgm:prSet custT="1"/>
      <dgm:spPr/>
      <dgm:t>
        <a:bodyPr/>
        <a:lstStyle/>
        <a:p>
          <a:pPr rtl="1"/>
          <a:r>
            <a:rPr lang="ar-IQ" sz="2800"/>
            <a:t>نظام مؤتمرات الفيديو</a:t>
          </a:r>
          <a:endParaRPr lang="en-US" sz="2800"/>
        </a:p>
      </dgm:t>
    </dgm:pt>
    <dgm:pt modelId="{18F3AD00-88F5-4999-A74B-7DEFB7D989FA}" type="parTrans" cxnId="{3311DD6F-8AEF-48C7-A501-15EDC89D6EF9}">
      <dgm:prSet/>
      <dgm:spPr/>
      <dgm:t>
        <a:bodyPr/>
        <a:lstStyle/>
        <a:p>
          <a:endParaRPr lang="en-US"/>
        </a:p>
      </dgm:t>
    </dgm:pt>
    <dgm:pt modelId="{69B5D279-66E8-4297-B1C3-6BCD0E94E659}" type="sibTrans" cxnId="{3311DD6F-8AEF-48C7-A501-15EDC89D6EF9}">
      <dgm:prSet/>
      <dgm:spPr/>
      <dgm:t>
        <a:bodyPr/>
        <a:lstStyle/>
        <a:p>
          <a:endParaRPr lang="en-US"/>
        </a:p>
      </dgm:t>
    </dgm:pt>
    <dgm:pt modelId="{B7651A3B-5722-4248-B4ED-E805B27D50A6}">
      <dgm:prSet custT="1"/>
      <dgm:spPr/>
      <dgm:t>
        <a:bodyPr/>
        <a:lstStyle/>
        <a:p>
          <a:pPr rtl="1"/>
          <a:r>
            <a:rPr lang="ar-IQ" sz="2800" dirty="0"/>
            <a:t>وحدة</a:t>
          </a:r>
          <a:endParaRPr lang="en-US" sz="2800" dirty="0"/>
        </a:p>
      </dgm:t>
    </dgm:pt>
    <dgm:pt modelId="{A0957C95-7E69-4FA2-AD73-9C45B7ECBD4E}" type="parTrans" cxnId="{287C5EE1-646F-4162-A785-1C1049C2FAF7}">
      <dgm:prSet/>
      <dgm:spPr/>
      <dgm:t>
        <a:bodyPr/>
        <a:lstStyle/>
        <a:p>
          <a:endParaRPr lang="en-US"/>
        </a:p>
      </dgm:t>
    </dgm:pt>
    <dgm:pt modelId="{67C0A8D8-3C2E-4E27-A4FD-EC2647BB8E39}" type="sibTrans" cxnId="{287C5EE1-646F-4162-A785-1C1049C2FAF7}">
      <dgm:prSet/>
      <dgm:spPr/>
      <dgm:t>
        <a:bodyPr/>
        <a:lstStyle/>
        <a:p>
          <a:endParaRPr lang="en-US"/>
        </a:p>
      </dgm:t>
    </dgm:pt>
    <dgm:pt modelId="{176963E3-A42D-4BD9-8CBC-855E913BEB8E}">
      <dgm:prSet custT="1"/>
      <dgm:spPr/>
      <dgm:t>
        <a:bodyPr/>
        <a:lstStyle/>
        <a:p>
          <a:pPr rtl="1"/>
          <a:r>
            <a:rPr lang="en-US" sz="2800" dirty="0"/>
            <a:t>MOOC</a:t>
          </a:r>
        </a:p>
      </dgm:t>
    </dgm:pt>
    <dgm:pt modelId="{FFE1B741-B298-4520-A9EC-23013AD67282}" type="parTrans" cxnId="{628061F0-3BAC-4CB7-A0B1-429018E66BA3}">
      <dgm:prSet/>
      <dgm:spPr/>
      <dgm:t>
        <a:bodyPr/>
        <a:lstStyle/>
        <a:p>
          <a:endParaRPr lang="en-US"/>
        </a:p>
      </dgm:t>
    </dgm:pt>
    <dgm:pt modelId="{105F6591-A289-4F14-8671-187C65D30512}" type="sibTrans" cxnId="{628061F0-3BAC-4CB7-A0B1-429018E66BA3}">
      <dgm:prSet/>
      <dgm:spPr/>
      <dgm:t>
        <a:bodyPr/>
        <a:lstStyle/>
        <a:p>
          <a:endParaRPr lang="en-US"/>
        </a:p>
      </dgm:t>
    </dgm:pt>
    <dgm:pt modelId="{4B401500-D02D-43ED-9204-DABBD5F6B7E6}" type="pres">
      <dgm:prSet presAssocID="{AFDD48DA-E5F3-4D1D-BB92-823B47DA57A3}" presName="linear" presStyleCnt="0">
        <dgm:presLayoutVars>
          <dgm:animLvl val="lvl"/>
          <dgm:resizeHandles val="exact"/>
        </dgm:presLayoutVars>
      </dgm:prSet>
      <dgm:spPr/>
    </dgm:pt>
    <dgm:pt modelId="{9332FA5C-50C6-4D1D-A20A-21C5E6884AE6}" type="pres">
      <dgm:prSet presAssocID="{34FFC277-72CA-42A9-A8B1-E24E1E66DEC5}" presName="parentText" presStyleLbl="node1" presStyleIdx="0" presStyleCnt="1" custLinFactNeighborX="-494" custLinFactNeighborY="-9169">
        <dgm:presLayoutVars>
          <dgm:chMax val="0"/>
          <dgm:bulletEnabled val="1"/>
        </dgm:presLayoutVars>
      </dgm:prSet>
      <dgm:spPr/>
    </dgm:pt>
    <dgm:pt modelId="{D9DA203A-BD09-401C-A15C-39C291846B92}" type="pres">
      <dgm:prSet presAssocID="{34FFC277-72CA-42A9-A8B1-E24E1E66DEC5}" presName="childText" presStyleLbl="revTx" presStyleIdx="0" presStyleCnt="1">
        <dgm:presLayoutVars>
          <dgm:bulletEnabled val="1"/>
        </dgm:presLayoutVars>
      </dgm:prSet>
      <dgm:spPr/>
    </dgm:pt>
  </dgm:ptLst>
  <dgm:cxnLst>
    <dgm:cxn modelId="{669A170C-8860-4082-B1BA-900C5B1BC2A8}" type="presOf" srcId="{21E62243-59F0-4956-A13C-3724C3B469A1}" destId="{D9DA203A-BD09-401C-A15C-39C291846B92}" srcOrd="0" destOrd="1" presId="urn:microsoft.com/office/officeart/2005/8/layout/vList2"/>
    <dgm:cxn modelId="{CEEBC958-E823-4E55-87C0-19A4398F2AC9}" type="presOf" srcId="{34FFC277-72CA-42A9-A8B1-E24E1E66DEC5}" destId="{9332FA5C-50C6-4D1D-A20A-21C5E6884AE6}" srcOrd="0" destOrd="0" presId="urn:microsoft.com/office/officeart/2005/8/layout/vList2"/>
    <dgm:cxn modelId="{FB819C69-DEEE-46A9-ACFD-AC42CFA198FF}" type="presOf" srcId="{30A3EDE4-6172-4F53-B948-727AF5136505}" destId="{D9DA203A-BD09-401C-A15C-39C291846B92}" srcOrd="0" destOrd="0" presId="urn:microsoft.com/office/officeart/2005/8/layout/vList2"/>
    <dgm:cxn modelId="{3311DD6F-8AEF-48C7-A501-15EDC89D6EF9}" srcId="{34FFC277-72CA-42A9-A8B1-E24E1E66DEC5}" destId="{21E62243-59F0-4956-A13C-3724C3B469A1}" srcOrd="1" destOrd="0" parTransId="{18F3AD00-88F5-4999-A74B-7DEFB7D989FA}" sibTransId="{69B5D279-66E8-4297-B1C3-6BCD0E94E659}"/>
    <dgm:cxn modelId="{1ADE2F71-D101-484C-A0A8-3A96BC4F07CC}" type="presOf" srcId="{176963E3-A42D-4BD9-8CBC-855E913BEB8E}" destId="{D9DA203A-BD09-401C-A15C-39C291846B92}" srcOrd="0" destOrd="3" presId="urn:microsoft.com/office/officeart/2005/8/layout/vList2"/>
    <dgm:cxn modelId="{E1745096-7270-408E-92F6-1E4ADC10487F}" srcId="{34FFC277-72CA-42A9-A8B1-E24E1E66DEC5}" destId="{30A3EDE4-6172-4F53-B948-727AF5136505}" srcOrd="0" destOrd="0" parTransId="{E25AE555-40D7-4F98-A19C-5CCBD67BE17A}" sibTransId="{A8E8043A-29B0-43E7-A92C-82C33CE705E7}"/>
    <dgm:cxn modelId="{F1AD1198-D57E-4ADD-BEAC-BEAFA0104736}" srcId="{AFDD48DA-E5F3-4D1D-BB92-823B47DA57A3}" destId="{34FFC277-72CA-42A9-A8B1-E24E1E66DEC5}" srcOrd="0" destOrd="0" parTransId="{D37301B5-2018-4170-B4BE-6DD6745BB291}" sibTransId="{869658B8-4547-4F4B-B291-897C50760F0F}"/>
    <dgm:cxn modelId="{711CD5C0-9ABF-4BC7-A2F1-E5FF2954FF1C}" type="presOf" srcId="{AFDD48DA-E5F3-4D1D-BB92-823B47DA57A3}" destId="{4B401500-D02D-43ED-9204-DABBD5F6B7E6}" srcOrd="0" destOrd="0" presId="urn:microsoft.com/office/officeart/2005/8/layout/vList2"/>
    <dgm:cxn modelId="{287C5EE1-646F-4162-A785-1C1049C2FAF7}" srcId="{34FFC277-72CA-42A9-A8B1-E24E1E66DEC5}" destId="{B7651A3B-5722-4248-B4ED-E805B27D50A6}" srcOrd="2" destOrd="0" parTransId="{A0957C95-7E69-4FA2-AD73-9C45B7ECBD4E}" sibTransId="{67C0A8D8-3C2E-4E27-A4FD-EC2647BB8E39}"/>
    <dgm:cxn modelId="{628061F0-3BAC-4CB7-A0B1-429018E66BA3}" srcId="{34FFC277-72CA-42A9-A8B1-E24E1E66DEC5}" destId="{176963E3-A42D-4BD9-8CBC-855E913BEB8E}" srcOrd="3" destOrd="0" parTransId="{FFE1B741-B298-4520-A9EC-23013AD67282}" sibTransId="{105F6591-A289-4F14-8671-187C65D30512}"/>
    <dgm:cxn modelId="{706616F9-697F-4C1C-8A11-FCAA2EFB146A}" type="presOf" srcId="{B7651A3B-5722-4248-B4ED-E805B27D50A6}" destId="{D9DA203A-BD09-401C-A15C-39C291846B92}" srcOrd="0" destOrd="2" presId="urn:microsoft.com/office/officeart/2005/8/layout/vList2"/>
    <dgm:cxn modelId="{26A11CC2-9980-4B24-B25A-BF731F8B26FC}" type="presParOf" srcId="{4B401500-D02D-43ED-9204-DABBD5F6B7E6}" destId="{9332FA5C-50C6-4D1D-A20A-21C5E6884AE6}" srcOrd="0" destOrd="0" presId="urn:microsoft.com/office/officeart/2005/8/layout/vList2"/>
    <dgm:cxn modelId="{E253E5C9-65BA-468D-A25A-C10C85C105C1}" type="presParOf" srcId="{4B401500-D02D-43ED-9204-DABBD5F6B7E6}" destId="{D9DA203A-BD09-401C-A15C-39C291846B92}" srcOrd="1"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C8179A08-F76C-4754-8613-8DDACCD27580}" type="doc">
      <dgm:prSet loTypeId="urn:microsoft.com/office/officeart/2005/8/layout/vList5" loCatId="list" qsTypeId="urn:microsoft.com/office/officeart/2005/8/quickstyle/simple1" qsCatId="simple" csTypeId="urn:microsoft.com/office/officeart/2005/8/colors/colorful3" csCatId="colorful" phldr="1"/>
      <dgm:spPr/>
      <dgm:t>
        <a:bodyPr/>
        <a:lstStyle/>
        <a:p>
          <a:endParaRPr lang="en-US"/>
        </a:p>
      </dgm:t>
    </dgm:pt>
    <dgm:pt modelId="{2C6FFF5F-FE35-46B4-9624-B8D3CA71DBD8}">
      <dgm:prSet custT="1"/>
      <dgm:spPr/>
      <dgm:t>
        <a:bodyPr/>
        <a:lstStyle/>
        <a:p>
          <a:r>
            <a:rPr lang="ar-IQ" sz="2800" dirty="0"/>
            <a:t>طرق التدريس</a:t>
          </a:r>
          <a:endParaRPr lang="en-US" sz="2800" dirty="0"/>
        </a:p>
      </dgm:t>
    </dgm:pt>
    <dgm:pt modelId="{D1EBBB53-60C5-4DC3-8A33-4CC6AD796A1E}" type="parTrans" cxnId="{66FF2E25-27B0-4408-94C0-A6DE50592E48}">
      <dgm:prSet/>
      <dgm:spPr/>
      <dgm:t>
        <a:bodyPr/>
        <a:lstStyle/>
        <a:p>
          <a:endParaRPr lang="en-US"/>
        </a:p>
      </dgm:t>
    </dgm:pt>
    <dgm:pt modelId="{C84F8B39-EE07-483F-866D-E3FB3D46EF42}" type="sibTrans" cxnId="{66FF2E25-27B0-4408-94C0-A6DE50592E48}">
      <dgm:prSet/>
      <dgm:spPr/>
      <dgm:t>
        <a:bodyPr/>
        <a:lstStyle/>
        <a:p>
          <a:endParaRPr lang="en-US"/>
        </a:p>
      </dgm:t>
    </dgm:pt>
    <dgm:pt modelId="{E4D43481-2BCC-45DE-BA19-37FA2A68F4A0}">
      <dgm:prSet/>
      <dgm:spPr/>
      <dgm:t>
        <a:bodyPr/>
        <a:lstStyle/>
        <a:p>
          <a:pPr rtl="1"/>
          <a:r>
            <a:rPr lang="ar-IQ" dirty="0"/>
            <a:t>يتطلب ذلك التخطيط. خطّط بعناية وفكر في التفاصيل وحافظ على تنوعها وبساطتها!</a:t>
          </a:r>
          <a:endParaRPr lang="en-US" dirty="0"/>
        </a:p>
      </dgm:t>
    </dgm:pt>
    <dgm:pt modelId="{56943867-93DE-4172-852B-8FEF10189DE9}" type="parTrans" cxnId="{56490E7B-EAD6-46F2-A209-F220432E8BA7}">
      <dgm:prSet/>
      <dgm:spPr/>
      <dgm:t>
        <a:bodyPr/>
        <a:lstStyle/>
        <a:p>
          <a:endParaRPr lang="en-US"/>
        </a:p>
      </dgm:t>
    </dgm:pt>
    <dgm:pt modelId="{E17849D2-A46B-487A-AAEF-008CD0F36D11}" type="sibTrans" cxnId="{56490E7B-EAD6-46F2-A209-F220432E8BA7}">
      <dgm:prSet/>
      <dgm:spPr/>
      <dgm:t>
        <a:bodyPr/>
        <a:lstStyle/>
        <a:p>
          <a:endParaRPr lang="en-US"/>
        </a:p>
      </dgm:t>
    </dgm:pt>
    <dgm:pt modelId="{DA24B348-7995-49C7-8098-7D002873695B}">
      <dgm:prSet custT="1"/>
      <dgm:spPr/>
      <dgm:t>
        <a:bodyPr/>
        <a:lstStyle/>
        <a:p>
          <a:pPr rtl="1"/>
          <a:r>
            <a:rPr lang="ar-IQ" sz="2800" dirty="0"/>
            <a:t>المواد التعليمية</a:t>
          </a:r>
          <a:endParaRPr lang="en-US" sz="2800" dirty="0"/>
        </a:p>
      </dgm:t>
    </dgm:pt>
    <dgm:pt modelId="{C0254197-BED5-4932-9C90-9199B6825C2B}" type="parTrans" cxnId="{9190B011-8CD4-4342-B7E7-C76759A3951F}">
      <dgm:prSet/>
      <dgm:spPr/>
      <dgm:t>
        <a:bodyPr/>
        <a:lstStyle/>
        <a:p>
          <a:endParaRPr lang="en-US"/>
        </a:p>
      </dgm:t>
    </dgm:pt>
    <dgm:pt modelId="{EA889336-C95F-472E-8CDF-CADF5CD8E5E9}" type="sibTrans" cxnId="{9190B011-8CD4-4342-B7E7-C76759A3951F}">
      <dgm:prSet/>
      <dgm:spPr/>
      <dgm:t>
        <a:bodyPr/>
        <a:lstStyle/>
        <a:p>
          <a:endParaRPr lang="en-US"/>
        </a:p>
      </dgm:t>
    </dgm:pt>
    <dgm:pt modelId="{8294D026-9410-476C-9C56-E5B17E84B058}">
      <dgm:prSet/>
      <dgm:spPr/>
      <dgm:t>
        <a:bodyPr/>
        <a:lstStyle/>
        <a:p>
          <a:pPr rtl="1"/>
          <a:r>
            <a:rPr lang="ar-IQ" dirty="0"/>
            <a:t>يجب أن تكون المواد ذات جودة عالية مع صور جذابة. استخدم القوالب أو الهيكل القياسي المتاحة!</a:t>
          </a:r>
          <a:endParaRPr lang="en-US" dirty="0"/>
        </a:p>
      </dgm:t>
    </dgm:pt>
    <dgm:pt modelId="{7BE72255-AC61-434A-8C8E-3F77F4CC6959}" type="parTrans" cxnId="{A141A54C-55DF-4656-81AC-25C18F27EB37}">
      <dgm:prSet/>
      <dgm:spPr/>
      <dgm:t>
        <a:bodyPr/>
        <a:lstStyle/>
        <a:p>
          <a:endParaRPr lang="en-US"/>
        </a:p>
      </dgm:t>
    </dgm:pt>
    <dgm:pt modelId="{63133564-737E-4487-9F6E-700D2FC01A7F}" type="sibTrans" cxnId="{A141A54C-55DF-4656-81AC-25C18F27EB37}">
      <dgm:prSet/>
      <dgm:spPr/>
      <dgm:t>
        <a:bodyPr/>
        <a:lstStyle/>
        <a:p>
          <a:endParaRPr lang="en-US"/>
        </a:p>
      </dgm:t>
    </dgm:pt>
    <dgm:pt modelId="{75EB3124-9520-4242-B126-44D7D6D32D99}">
      <dgm:prSet custT="1"/>
      <dgm:spPr/>
      <dgm:t>
        <a:bodyPr/>
        <a:lstStyle/>
        <a:p>
          <a:r>
            <a:rPr lang="ar-IQ" sz="2800" dirty="0"/>
            <a:t>الأنشطة الصفية</a:t>
          </a:r>
          <a:endParaRPr lang="en-US" sz="2800" dirty="0"/>
        </a:p>
      </dgm:t>
    </dgm:pt>
    <dgm:pt modelId="{0EDB303A-F883-4532-8090-E77C65BA1646}" type="parTrans" cxnId="{380C8F33-CC63-48DC-8B7B-78B433E43680}">
      <dgm:prSet/>
      <dgm:spPr/>
      <dgm:t>
        <a:bodyPr/>
        <a:lstStyle/>
        <a:p>
          <a:endParaRPr lang="en-US"/>
        </a:p>
      </dgm:t>
    </dgm:pt>
    <dgm:pt modelId="{0B255E43-10E7-49CF-8C28-93D8BADCA6DC}" type="sibTrans" cxnId="{380C8F33-CC63-48DC-8B7B-78B433E43680}">
      <dgm:prSet/>
      <dgm:spPr/>
      <dgm:t>
        <a:bodyPr/>
        <a:lstStyle/>
        <a:p>
          <a:endParaRPr lang="en-US"/>
        </a:p>
      </dgm:t>
    </dgm:pt>
    <dgm:pt modelId="{B3DFA1C8-D06D-4315-ABC3-14E04D6049DB}">
      <dgm:prSet/>
      <dgm:spPr/>
      <dgm:t>
        <a:bodyPr/>
        <a:lstStyle/>
        <a:p>
          <a:pPr rtl="1"/>
          <a:r>
            <a:rPr lang="ar-IQ" dirty="0"/>
            <a:t>تكون الأنشطة مناسبة لمستوى الموضوع ، وتوفر الفرصة للتفاعل</a:t>
          </a:r>
          <a:endParaRPr lang="en-US" dirty="0"/>
        </a:p>
      </dgm:t>
    </dgm:pt>
    <dgm:pt modelId="{DCC74877-B25D-415B-85E4-70AE3BAF135D}" type="parTrans" cxnId="{C50DAA5B-1014-46CE-BF26-F8EB21A190F3}">
      <dgm:prSet/>
      <dgm:spPr/>
      <dgm:t>
        <a:bodyPr/>
        <a:lstStyle/>
        <a:p>
          <a:endParaRPr lang="en-US"/>
        </a:p>
      </dgm:t>
    </dgm:pt>
    <dgm:pt modelId="{360E52E3-5057-4519-AFC5-0E1B6C98528D}" type="sibTrans" cxnId="{C50DAA5B-1014-46CE-BF26-F8EB21A190F3}">
      <dgm:prSet/>
      <dgm:spPr/>
      <dgm:t>
        <a:bodyPr/>
        <a:lstStyle/>
        <a:p>
          <a:endParaRPr lang="en-US"/>
        </a:p>
      </dgm:t>
    </dgm:pt>
    <dgm:pt modelId="{5B89E7AA-64E3-4EE6-8DF5-0770CABB7626}">
      <dgm:prSet custT="1"/>
      <dgm:spPr/>
      <dgm:t>
        <a:bodyPr/>
        <a:lstStyle/>
        <a:p>
          <a:pPr rtl="1"/>
          <a:r>
            <a:rPr lang="ar-IQ" sz="2800" dirty="0"/>
            <a:t>مشاركة الطلبة</a:t>
          </a:r>
          <a:endParaRPr lang="en-US" sz="2800" dirty="0"/>
        </a:p>
      </dgm:t>
    </dgm:pt>
    <dgm:pt modelId="{C114DDDB-CB46-40E6-A03C-E1AE338B1184}" type="parTrans" cxnId="{06D235E4-0327-49A6-9D2C-F16BE0CBA36A}">
      <dgm:prSet/>
      <dgm:spPr/>
      <dgm:t>
        <a:bodyPr/>
        <a:lstStyle/>
        <a:p>
          <a:endParaRPr lang="en-US"/>
        </a:p>
      </dgm:t>
    </dgm:pt>
    <dgm:pt modelId="{0BE37FA3-13A0-413F-8386-DDE1265145C3}" type="sibTrans" cxnId="{06D235E4-0327-49A6-9D2C-F16BE0CBA36A}">
      <dgm:prSet/>
      <dgm:spPr/>
      <dgm:t>
        <a:bodyPr/>
        <a:lstStyle/>
        <a:p>
          <a:endParaRPr lang="en-US"/>
        </a:p>
      </dgm:t>
    </dgm:pt>
    <dgm:pt modelId="{6DEE9F78-4292-4E84-84F4-C4C84229BE64}">
      <dgm:prSet/>
      <dgm:spPr/>
      <dgm:t>
        <a:bodyPr/>
        <a:lstStyle/>
        <a:p>
          <a:pPr rtl="1"/>
          <a:r>
            <a:rPr lang="ar-IQ" dirty="0"/>
            <a:t>قم بتحفيز اهتمام وفضول الطلبة بمواد تفاعلية ذات صلة بالتطبيق الواقعي</a:t>
          </a:r>
          <a:endParaRPr lang="en-US" dirty="0"/>
        </a:p>
      </dgm:t>
    </dgm:pt>
    <dgm:pt modelId="{0E63C90D-6B02-4875-A785-3BBF86015938}" type="parTrans" cxnId="{6D3FDD33-6230-491A-82F0-14F67DAD3F31}">
      <dgm:prSet/>
      <dgm:spPr/>
      <dgm:t>
        <a:bodyPr/>
        <a:lstStyle/>
        <a:p>
          <a:endParaRPr lang="en-US"/>
        </a:p>
      </dgm:t>
    </dgm:pt>
    <dgm:pt modelId="{E7D1DD3D-4DE8-4386-A560-7D158D8505FD}" type="sibTrans" cxnId="{6D3FDD33-6230-491A-82F0-14F67DAD3F31}">
      <dgm:prSet/>
      <dgm:spPr/>
      <dgm:t>
        <a:bodyPr/>
        <a:lstStyle/>
        <a:p>
          <a:endParaRPr lang="en-US"/>
        </a:p>
      </dgm:t>
    </dgm:pt>
    <dgm:pt modelId="{5D61EDA0-9401-46EB-AAAB-C42F15AD8EBA}">
      <dgm:prSet custT="1"/>
      <dgm:spPr/>
      <dgm:t>
        <a:bodyPr/>
        <a:lstStyle/>
        <a:p>
          <a:r>
            <a:rPr lang="ar-IQ" sz="2800" dirty="0"/>
            <a:t>التقييم والقياس</a:t>
          </a:r>
          <a:endParaRPr lang="en-US" sz="2800" dirty="0"/>
        </a:p>
      </dgm:t>
    </dgm:pt>
    <dgm:pt modelId="{02076AAD-591F-474F-A754-26DBC00C5CE4}" type="parTrans" cxnId="{7241D9C0-36B1-4DCA-8005-7FDA3442C174}">
      <dgm:prSet/>
      <dgm:spPr/>
      <dgm:t>
        <a:bodyPr/>
        <a:lstStyle/>
        <a:p>
          <a:endParaRPr lang="en-US"/>
        </a:p>
      </dgm:t>
    </dgm:pt>
    <dgm:pt modelId="{641595B9-CAED-4A00-8EB9-2CA2E58C1589}" type="sibTrans" cxnId="{7241D9C0-36B1-4DCA-8005-7FDA3442C174}">
      <dgm:prSet/>
      <dgm:spPr/>
      <dgm:t>
        <a:bodyPr/>
        <a:lstStyle/>
        <a:p>
          <a:endParaRPr lang="en-US"/>
        </a:p>
      </dgm:t>
    </dgm:pt>
    <dgm:pt modelId="{0B6E3C02-9570-4E73-B598-D520B7147567}">
      <dgm:prSet/>
      <dgm:spPr/>
      <dgm:t>
        <a:bodyPr/>
        <a:lstStyle/>
        <a:p>
          <a:pPr rtl="1"/>
          <a:r>
            <a:rPr lang="ar-IQ" dirty="0"/>
            <a:t>تقيس التقييمات أهداف التعلّم الموضّحة مسبقاً</a:t>
          </a:r>
          <a:endParaRPr lang="en-US" dirty="0"/>
        </a:p>
      </dgm:t>
    </dgm:pt>
    <dgm:pt modelId="{8D4681FC-F75B-4390-9109-AAA1DA21C173}" type="parTrans" cxnId="{A8205951-97EB-4F81-9F19-3579790374FD}">
      <dgm:prSet/>
      <dgm:spPr/>
      <dgm:t>
        <a:bodyPr/>
        <a:lstStyle/>
        <a:p>
          <a:endParaRPr lang="en-US"/>
        </a:p>
      </dgm:t>
    </dgm:pt>
    <dgm:pt modelId="{AD9CC963-A3C8-407C-A111-CE5F22E9B3F4}" type="sibTrans" cxnId="{A8205951-97EB-4F81-9F19-3579790374FD}">
      <dgm:prSet/>
      <dgm:spPr/>
      <dgm:t>
        <a:bodyPr/>
        <a:lstStyle/>
        <a:p>
          <a:endParaRPr lang="en-US"/>
        </a:p>
      </dgm:t>
    </dgm:pt>
    <dgm:pt modelId="{2C2D32B9-6A0E-4DF9-8F77-7F3B57596043}">
      <dgm:prSet/>
      <dgm:spPr/>
      <dgm:t>
        <a:bodyPr/>
        <a:lstStyle/>
        <a:p>
          <a:pPr rtl="1"/>
          <a:r>
            <a:rPr lang="ar-IQ" dirty="0"/>
            <a:t>التنوع في طرق التقييم</a:t>
          </a:r>
          <a:endParaRPr lang="en-US" dirty="0"/>
        </a:p>
      </dgm:t>
    </dgm:pt>
    <dgm:pt modelId="{421ADDBB-4990-4362-9313-2DEA7EAA73D5}" type="parTrans" cxnId="{8B8FC84E-B096-43FE-8314-36AB14669969}">
      <dgm:prSet/>
      <dgm:spPr/>
      <dgm:t>
        <a:bodyPr/>
        <a:lstStyle/>
        <a:p>
          <a:endParaRPr lang="en-US"/>
        </a:p>
      </dgm:t>
    </dgm:pt>
    <dgm:pt modelId="{C2D5F33B-3D23-4D6E-867B-7FBC1A2FB0E1}" type="sibTrans" cxnId="{8B8FC84E-B096-43FE-8314-36AB14669969}">
      <dgm:prSet/>
      <dgm:spPr/>
      <dgm:t>
        <a:bodyPr/>
        <a:lstStyle/>
        <a:p>
          <a:endParaRPr lang="en-US"/>
        </a:p>
      </dgm:t>
    </dgm:pt>
    <dgm:pt modelId="{F59476A0-E1C0-4EF6-85FF-E24A54B399B6}" type="pres">
      <dgm:prSet presAssocID="{C8179A08-F76C-4754-8613-8DDACCD27580}" presName="Name0" presStyleCnt="0">
        <dgm:presLayoutVars>
          <dgm:dir/>
          <dgm:animLvl val="lvl"/>
          <dgm:resizeHandles val="exact"/>
        </dgm:presLayoutVars>
      </dgm:prSet>
      <dgm:spPr/>
    </dgm:pt>
    <dgm:pt modelId="{7A0E8C38-659E-41FF-B09F-7947E5F0C2C3}" type="pres">
      <dgm:prSet presAssocID="{2C6FFF5F-FE35-46B4-9624-B8D3CA71DBD8}" presName="linNode" presStyleCnt="0"/>
      <dgm:spPr/>
    </dgm:pt>
    <dgm:pt modelId="{81BB03DF-4C36-4B6B-AF1C-F186204603D4}" type="pres">
      <dgm:prSet presAssocID="{2C6FFF5F-FE35-46B4-9624-B8D3CA71DBD8}" presName="parentText" presStyleLbl="node1" presStyleIdx="0" presStyleCnt="5" custLinFactNeighborX="100000" custLinFactNeighborY="-6619">
        <dgm:presLayoutVars>
          <dgm:chMax val="1"/>
          <dgm:bulletEnabled val="1"/>
        </dgm:presLayoutVars>
      </dgm:prSet>
      <dgm:spPr/>
    </dgm:pt>
    <dgm:pt modelId="{7DC8D43D-31A1-479D-823A-CF10A992A00B}" type="pres">
      <dgm:prSet presAssocID="{2C6FFF5F-FE35-46B4-9624-B8D3CA71DBD8}" presName="descendantText" presStyleLbl="alignAccFollowNode1" presStyleIdx="0" presStyleCnt="5" custLinFactNeighborX="-97664" custLinFactNeighborY="-8513">
        <dgm:presLayoutVars>
          <dgm:bulletEnabled val="1"/>
        </dgm:presLayoutVars>
      </dgm:prSet>
      <dgm:spPr/>
    </dgm:pt>
    <dgm:pt modelId="{30ACC66B-AF4C-4EAA-9303-18D5D2764606}" type="pres">
      <dgm:prSet presAssocID="{C84F8B39-EE07-483F-866D-E3FB3D46EF42}" presName="sp" presStyleCnt="0"/>
      <dgm:spPr/>
    </dgm:pt>
    <dgm:pt modelId="{D3D83F4C-F862-4AA5-AAB3-8078C61EF936}" type="pres">
      <dgm:prSet presAssocID="{DA24B348-7995-49C7-8098-7D002873695B}" presName="linNode" presStyleCnt="0"/>
      <dgm:spPr/>
    </dgm:pt>
    <dgm:pt modelId="{0373C326-6E27-4CC9-A118-16253C855A7A}" type="pres">
      <dgm:prSet presAssocID="{DA24B348-7995-49C7-8098-7D002873695B}" presName="parentText" presStyleLbl="node1" presStyleIdx="1" presStyleCnt="5" custLinFactX="0" custLinFactNeighborX="100000" custLinFactNeighborY="3949">
        <dgm:presLayoutVars>
          <dgm:chMax val="1"/>
          <dgm:bulletEnabled val="1"/>
        </dgm:presLayoutVars>
      </dgm:prSet>
      <dgm:spPr/>
    </dgm:pt>
    <dgm:pt modelId="{2CFFE887-8981-48CB-A1BC-A9163472E680}" type="pres">
      <dgm:prSet presAssocID="{DA24B348-7995-49C7-8098-7D002873695B}" presName="descendantText" presStyleLbl="alignAccFollowNode1" presStyleIdx="1" presStyleCnt="5" custLinFactNeighborX="-97664" custLinFactNeighborY="4496">
        <dgm:presLayoutVars>
          <dgm:bulletEnabled val="1"/>
        </dgm:presLayoutVars>
      </dgm:prSet>
      <dgm:spPr/>
    </dgm:pt>
    <dgm:pt modelId="{6B74BEDC-5D97-43BF-92B0-A6C859C29C0D}" type="pres">
      <dgm:prSet presAssocID="{EA889336-C95F-472E-8CDF-CADF5CD8E5E9}" presName="sp" presStyleCnt="0"/>
      <dgm:spPr/>
    </dgm:pt>
    <dgm:pt modelId="{67CB0E68-6F85-497A-9FED-7575F53F8401}" type="pres">
      <dgm:prSet presAssocID="{75EB3124-9520-4242-B126-44D7D6D32D99}" presName="linNode" presStyleCnt="0"/>
      <dgm:spPr/>
    </dgm:pt>
    <dgm:pt modelId="{6E4C5A58-EB42-4B84-AF54-4FE53DF78189}" type="pres">
      <dgm:prSet presAssocID="{75EB3124-9520-4242-B126-44D7D6D32D99}" presName="parentText" presStyleLbl="node1" presStyleIdx="2" presStyleCnt="5" custLinFactNeighborX="99611" custLinFactNeighborY="-1051">
        <dgm:presLayoutVars>
          <dgm:chMax val="1"/>
          <dgm:bulletEnabled val="1"/>
        </dgm:presLayoutVars>
      </dgm:prSet>
      <dgm:spPr/>
    </dgm:pt>
    <dgm:pt modelId="{930DB8E0-7064-4F16-92C7-2F2592C921CE}" type="pres">
      <dgm:prSet presAssocID="{75EB3124-9520-4242-B126-44D7D6D32D99}" presName="descendantText" presStyleLbl="alignAccFollowNode1" presStyleIdx="2" presStyleCnt="5" custLinFactNeighborX="-97664" custLinFactNeighborY="-1594">
        <dgm:presLayoutVars>
          <dgm:bulletEnabled val="1"/>
        </dgm:presLayoutVars>
      </dgm:prSet>
      <dgm:spPr/>
    </dgm:pt>
    <dgm:pt modelId="{FB74B762-ACA2-49C3-81D6-3966286BD3A4}" type="pres">
      <dgm:prSet presAssocID="{0B255E43-10E7-49CF-8C28-93D8BADCA6DC}" presName="sp" presStyleCnt="0"/>
      <dgm:spPr/>
    </dgm:pt>
    <dgm:pt modelId="{699FE98D-861C-40D5-91A6-F4F58F1C7DF2}" type="pres">
      <dgm:prSet presAssocID="{5B89E7AA-64E3-4EE6-8DF5-0770CABB7626}" presName="linNode" presStyleCnt="0"/>
      <dgm:spPr/>
    </dgm:pt>
    <dgm:pt modelId="{33902961-D3EF-42D2-8888-2D76E6F0B095}" type="pres">
      <dgm:prSet presAssocID="{5B89E7AA-64E3-4EE6-8DF5-0770CABB7626}" presName="parentText" presStyleLbl="node1" presStyleIdx="3" presStyleCnt="5" custLinFactX="1385" custLinFactNeighborX="100000" custLinFactNeighborY="-1670">
        <dgm:presLayoutVars>
          <dgm:chMax val="1"/>
          <dgm:bulletEnabled val="1"/>
        </dgm:presLayoutVars>
      </dgm:prSet>
      <dgm:spPr/>
    </dgm:pt>
    <dgm:pt modelId="{1CA7AF10-B9DF-4919-98F0-BF8C53356A1A}" type="pres">
      <dgm:prSet presAssocID="{5B89E7AA-64E3-4EE6-8DF5-0770CABB7626}" presName="descendantText" presStyleLbl="alignAccFollowNode1" presStyleIdx="3" presStyleCnt="5" custLinFactNeighborX="-97664" custLinFactNeighborY="-2087">
        <dgm:presLayoutVars>
          <dgm:bulletEnabled val="1"/>
        </dgm:presLayoutVars>
      </dgm:prSet>
      <dgm:spPr/>
    </dgm:pt>
    <dgm:pt modelId="{5F586189-3929-4BC3-B0E8-B3860CE4DB92}" type="pres">
      <dgm:prSet presAssocID="{0BE37FA3-13A0-413F-8386-DDE1265145C3}" presName="sp" presStyleCnt="0"/>
      <dgm:spPr/>
    </dgm:pt>
    <dgm:pt modelId="{9611567D-54FC-4989-9817-4D5AFD7DD26B}" type="pres">
      <dgm:prSet presAssocID="{5D61EDA0-9401-46EB-AAAB-C42F15AD8EBA}" presName="linNode" presStyleCnt="0"/>
      <dgm:spPr/>
    </dgm:pt>
    <dgm:pt modelId="{32870765-68E8-4922-A54F-89D9A67AD49E}" type="pres">
      <dgm:prSet presAssocID="{5D61EDA0-9401-46EB-AAAB-C42F15AD8EBA}" presName="parentText" presStyleLbl="node1" presStyleIdx="4" presStyleCnt="5" custLinFactNeighborX="99612" custLinFactNeighborY="224">
        <dgm:presLayoutVars>
          <dgm:chMax val="1"/>
          <dgm:bulletEnabled val="1"/>
        </dgm:presLayoutVars>
      </dgm:prSet>
      <dgm:spPr/>
    </dgm:pt>
    <dgm:pt modelId="{350D7F84-35EB-4FFF-8A1A-858AF224E4B2}" type="pres">
      <dgm:prSet presAssocID="{5D61EDA0-9401-46EB-AAAB-C42F15AD8EBA}" presName="descendantText" presStyleLbl="alignAccFollowNode1" presStyleIdx="4" presStyleCnt="5" custLinFactNeighborX="-97664" custLinFactNeighborY="279">
        <dgm:presLayoutVars>
          <dgm:bulletEnabled val="1"/>
        </dgm:presLayoutVars>
      </dgm:prSet>
      <dgm:spPr/>
    </dgm:pt>
  </dgm:ptLst>
  <dgm:cxnLst>
    <dgm:cxn modelId="{9190B011-8CD4-4342-B7E7-C76759A3951F}" srcId="{C8179A08-F76C-4754-8613-8DDACCD27580}" destId="{DA24B348-7995-49C7-8098-7D002873695B}" srcOrd="1" destOrd="0" parTransId="{C0254197-BED5-4932-9C90-9199B6825C2B}" sibTransId="{EA889336-C95F-472E-8CDF-CADF5CD8E5E9}"/>
    <dgm:cxn modelId="{63ECF518-4B47-45D9-889E-151CA99C5173}" type="presOf" srcId="{DA24B348-7995-49C7-8098-7D002873695B}" destId="{0373C326-6E27-4CC9-A118-16253C855A7A}" srcOrd="0" destOrd="0" presId="urn:microsoft.com/office/officeart/2005/8/layout/vList5"/>
    <dgm:cxn modelId="{12D65421-0352-473F-91AD-362482483832}" type="presOf" srcId="{0B6E3C02-9570-4E73-B598-D520B7147567}" destId="{350D7F84-35EB-4FFF-8A1A-858AF224E4B2}" srcOrd="0" destOrd="0" presId="urn:microsoft.com/office/officeart/2005/8/layout/vList5"/>
    <dgm:cxn modelId="{66FF2E25-27B0-4408-94C0-A6DE50592E48}" srcId="{C8179A08-F76C-4754-8613-8DDACCD27580}" destId="{2C6FFF5F-FE35-46B4-9624-B8D3CA71DBD8}" srcOrd="0" destOrd="0" parTransId="{D1EBBB53-60C5-4DC3-8A33-4CC6AD796A1E}" sibTransId="{C84F8B39-EE07-483F-866D-E3FB3D46EF42}"/>
    <dgm:cxn modelId="{732CE52B-81FE-4DA9-9C60-9CCD72A4772D}" type="presOf" srcId="{75EB3124-9520-4242-B126-44D7D6D32D99}" destId="{6E4C5A58-EB42-4B84-AF54-4FE53DF78189}" srcOrd="0" destOrd="0" presId="urn:microsoft.com/office/officeart/2005/8/layout/vList5"/>
    <dgm:cxn modelId="{380C8F33-CC63-48DC-8B7B-78B433E43680}" srcId="{C8179A08-F76C-4754-8613-8DDACCD27580}" destId="{75EB3124-9520-4242-B126-44D7D6D32D99}" srcOrd="2" destOrd="0" parTransId="{0EDB303A-F883-4532-8090-E77C65BA1646}" sibTransId="{0B255E43-10E7-49CF-8C28-93D8BADCA6DC}"/>
    <dgm:cxn modelId="{6D3FDD33-6230-491A-82F0-14F67DAD3F31}" srcId="{5B89E7AA-64E3-4EE6-8DF5-0770CABB7626}" destId="{6DEE9F78-4292-4E84-84F4-C4C84229BE64}" srcOrd="0" destOrd="0" parTransId="{0E63C90D-6B02-4875-A785-3BBF86015938}" sibTransId="{E7D1DD3D-4DE8-4386-A560-7D158D8505FD}"/>
    <dgm:cxn modelId="{A141A54C-55DF-4656-81AC-25C18F27EB37}" srcId="{DA24B348-7995-49C7-8098-7D002873695B}" destId="{8294D026-9410-476C-9C56-E5B17E84B058}" srcOrd="0" destOrd="0" parTransId="{7BE72255-AC61-434A-8C8E-3F77F4CC6959}" sibTransId="{63133564-737E-4487-9F6E-700D2FC01A7F}"/>
    <dgm:cxn modelId="{8B8FC84E-B096-43FE-8314-36AB14669969}" srcId="{5D61EDA0-9401-46EB-AAAB-C42F15AD8EBA}" destId="{2C2D32B9-6A0E-4DF9-8F77-7F3B57596043}" srcOrd="1" destOrd="0" parTransId="{421ADDBB-4990-4362-9313-2DEA7EAA73D5}" sibTransId="{C2D5F33B-3D23-4D6E-867B-7FBC1A2FB0E1}"/>
    <dgm:cxn modelId="{A8205951-97EB-4F81-9F19-3579790374FD}" srcId="{5D61EDA0-9401-46EB-AAAB-C42F15AD8EBA}" destId="{0B6E3C02-9570-4E73-B598-D520B7147567}" srcOrd="0" destOrd="0" parTransId="{8D4681FC-F75B-4390-9109-AAA1DA21C173}" sibTransId="{AD9CC963-A3C8-407C-A111-CE5F22E9B3F4}"/>
    <dgm:cxn modelId="{1A757256-7A2B-4F0E-BBDD-12F5E5F041C4}" type="presOf" srcId="{2C6FFF5F-FE35-46B4-9624-B8D3CA71DBD8}" destId="{81BB03DF-4C36-4B6B-AF1C-F186204603D4}" srcOrd="0" destOrd="0" presId="urn:microsoft.com/office/officeart/2005/8/layout/vList5"/>
    <dgm:cxn modelId="{C50DAA5B-1014-46CE-BF26-F8EB21A190F3}" srcId="{75EB3124-9520-4242-B126-44D7D6D32D99}" destId="{B3DFA1C8-D06D-4315-ABC3-14E04D6049DB}" srcOrd="0" destOrd="0" parTransId="{DCC74877-B25D-415B-85E4-70AE3BAF135D}" sibTransId="{360E52E3-5057-4519-AFC5-0E1B6C98528D}"/>
    <dgm:cxn modelId="{56490E7B-EAD6-46F2-A209-F220432E8BA7}" srcId="{2C6FFF5F-FE35-46B4-9624-B8D3CA71DBD8}" destId="{E4D43481-2BCC-45DE-BA19-37FA2A68F4A0}" srcOrd="0" destOrd="0" parTransId="{56943867-93DE-4172-852B-8FEF10189DE9}" sibTransId="{E17849D2-A46B-487A-AAEF-008CD0F36D11}"/>
    <dgm:cxn modelId="{5998C69F-BD0D-400D-86C8-B40E8706FB66}" type="presOf" srcId="{5D61EDA0-9401-46EB-AAAB-C42F15AD8EBA}" destId="{32870765-68E8-4922-A54F-89D9A67AD49E}" srcOrd="0" destOrd="0" presId="urn:microsoft.com/office/officeart/2005/8/layout/vList5"/>
    <dgm:cxn modelId="{8FB400A8-0237-4327-A94B-094AE59BAABE}" type="presOf" srcId="{C8179A08-F76C-4754-8613-8DDACCD27580}" destId="{F59476A0-E1C0-4EF6-85FF-E24A54B399B6}" srcOrd="0" destOrd="0" presId="urn:microsoft.com/office/officeart/2005/8/layout/vList5"/>
    <dgm:cxn modelId="{E4EED1A8-1200-4632-964A-86FC81F07FA9}" type="presOf" srcId="{2C2D32B9-6A0E-4DF9-8F77-7F3B57596043}" destId="{350D7F84-35EB-4FFF-8A1A-858AF224E4B2}" srcOrd="0" destOrd="1" presId="urn:microsoft.com/office/officeart/2005/8/layout/vList5"/>
    <dgm:cxn modelId="{2F7615AF-8E98-49FA-B233-B865288B9DBE}" type="presOf" srcId="{6DEE9F78-4292-4E84-84F4-C4C84229BE64}" destId="{1CA7AF10-B9DF-4919-98F0-BF8C53356A1A}" srcOrd="0" destOrd="0" presId="urn:microsoft.com/office/officeart/2005/8/layout/vList5"/>
    <dgm:cxn modelId="{7241D9C0-36B1-4DCA-8005-7FDA3442C174}" srcId="{C8179A08-F76C-4754-8613-8DDACCD27580}" destId="{5D61EDA0-9401-46EB-AAAB-C42F15AD8EBA}" srcOrd="4" destOrd="0" parTransId="{02076AAD-591F-474F-A754-26DBC00C5CE4}" sibTransId="{641595B9-CAED-4A00-8EB9-2CA2E58C1589}"/>
    <dgm:cxn modelId="{294434CF-073C-4EF6-82F9-C2DAE3D6B1D9}" type="presOf" srcId="{8294D026-9410-476C-9C56-E5B17E84B058}" destId="{2CFFE887-8981-48CB-A1BC-A9163472E680}" srcOrd="0" destOrd="0" presId="urn:microsoft.com/office/officeart/2005/8/layout/vList5"/>
    <dgm:cxn modelId="{71786BD2-F3AA-4D5E-A586-9D16D45C0ACA}" type="presOf" srcId="{B3DFA1C8-D06D-4315-ABC3-14E04D6049DB}" destId="{930DB8E0-7064-4F16-92C7-2F2592C921CE}" srcOrd="0" destOrd="0" presId="urn:microsoft.com/office/officeart/2005/8/layout/vList5"/>
    <dgm:cxn modelId="{87C547D3-CB71-4CCB-A772-88D479132D38}" type="presOf" srcId="{5B89E7AA-64E3-4EE6-8DF5-0770CABB7626}" destId="{33902961-D3EF-42D2-8888-2D76E6F0B095}" srcOrd="0" destOrd="0" presId="urn:microsoft.com/office/officeart/2005/8/layout/vList5"/>
    <dgm:cxn modelId="{06D235E4-0327-49A6-9D2C-F16BE0CBA36A}" srcId="{C8179A08-F76C-4754-8613-8DDACCD27580}" destId="{5B89E7AA-64E3-4EE6-8DF5-0770CABB7626}" srcOrd="3" destOrd="0" parTransId="{C114DDDB-CB46-40E6-A03C-E1AE338B1184}" sibTransId="{0BE37FA3-13A0-413F-8386-DDE1265145C3}"/>
    <dgm:cxn modelId="{84A04AEA-0117-4E0D-819E-B7C094547ACD}" type="presOf" srcId="{E4D43481-2BCC-45DE-BA19-37FA2A68F4A0}" destId="{7DC8D43D-31A1-479D-823A-CF10A992A00B}" srcOrd="0" destOrd="0" presId="urn:microsoft.com/office/officeart/2005/8/layout/vList5"/>
    <dgm:cxn modelId="{B0295AE3-DAB2-4010-ADFA-23C7544855DE}" type="presParOf" srcId="{F59476A0-E1C0-4EF6-85FF-E24A54B399B6}" destId="{7A0E8C38-659E-41FF-B09F-7947E5F0C2C3}" srcOrd="0" destOrd="0" presId="urn:microsoft.com/office/officeart/2005/8/layout/vList5"/>
    <dgm:cxn modelId="{15DBA438-DF21-42AE-A974-694597A807D0}" type="presParOf" srcId="{7A0E8C38-659E-41FF-B09F-7947E5F0C2C3}" destId="{81BB03DF-4C36-4B6B-AF1C-F186204603D4}" srcOrd="0" destOrd="0" presId="urn:microsoft.com/office/officeart/2005/8/layout/vList5"/>
    <dgm:cxn modelId="{F3CBBF75-3CAF-4D7B-89DD-B01DF71D62ED}" type="presParOf" srcId="{7A0E8C38-659E-41FF-B09F-7947E5F0C2C3}" destId="{7DC8D43D-31A1-479D-823A-CF10A992A00B}" srcOrd="1" destOrd="0" presId="urn:microsoft.com/office/officeart/2005/8/layout/vList5"/>
    <dgm:cxn modelId="{972713BB-CA84-4DCD-B8E6-68923619F469}" type="presParOf" srcId="{F59476A0-E1C0-4EF6-85FF-E24A54B399B6}" destId="{30ACC66B-AF4C-4EAA-9303-18D5D2764606}" srcOrd="1" destOrd="0" presId="urn:microsoft.com/office/officeart/2005/8/layout/vList5"/>
    <dgm:cxn modelId="{61F22E87-569E-43EC-B6D5-27A620B14592}" type="presParOf" srcId="{F59476A0-E1C0-4EF6-85FF-E24A54B399B6}" destId="{D3D83F4C-F862-4AA5-AAB3-8078C61EF936}" srcOrd="2" destOrd="0" presId="urn:microsoft.com/office/officeart/2005/8/layout/vList5"/>
    <dgm:cxn modelId="{74A2A749-8CEC-49DB-8F23-56E7442B9A7A}" type="presParOf" srcId="{D3D83F4C-F862-4AA5-AAB3-8078C61EF936}" destId="{0373C326-6E27-4CC9-A118-16253C855A7A}" srcOrd="0" destOrd="0" presId="urn:microsoft.com/office/officeart/2005/8/layout/vList5"/>
    <dgm:cxn modelId="{877CC63F-D375-4E74-8C1D-37D343613DBD}" type="presParOf" srcId="{D3D83F4C-F862-4AA5-AAB3-8078C61EF936}" destId="{2CFFE887-8981-48CB-A1BC-A9163472E680}" srcOrd="1" destOrd="0" presId="urn:microsoft.com/office/officeart/2005/8/layout/vList5"/>
    <dgm:cxn modelId="{4C254DDE-257B-4138-9B67-69F7B71AD789}" type="presParOf" srcId="{F59476A0-E1C0-4EF6-85FF-E24A54B399B6}" destId="{6B74BEDC-5D97-43BF-92B0-A6C859C29C0D}" srcOrd="3" destOrd="0" presId="urn:microsoft.com/office/officeart/2005/8/layout/vList5"/>
    <dgm:cxn modelId="{A468556B-8DDD-4369-A57B-422EE737C08D}" type="presParOf" srcId="{F59476A0-E1C0-4EF6-85FF-E24A54B399B6}" destId="{67CB0E68-6F85-497A-9FED-7575F53F8401}" srcOrd="4" destOrd="0" presId="urn:microsoft.com/office/officeart/2005/8/layout/vList5"/>
    <dgm:cxn modelId="{37C05B8A-46C7-421A-A54D-46E0E2422366}" type="presParOf" srcId="{67CB0E68-6F85-497A-9FED-7575F53F8401}" destId="{6E4C5A58-EB42-4B84-AF54-4FE53DF78189}" srcOrd="0" destOrd="0" presId="urn:microsoft.com/office/officeart/2005/8/layout/vList5"/>
    <dgm:cxn modelId="{6DDDCEE6-7190-4EEF-B118-5DDBD2C6817E}" type="presParOf" srcId="{67CB0E68-6F85-497A-9FED-7575F53F8401}" destId="{930DB8E0-7064-4F16-92C7-2F2592C921CE}" srcOrd="1" destOrd="0" presId="urn:microsoft.com/office/officeart/2005/8/layout/vList5"/>
    <dgm:cxn modelId="{50D01AEA-0B90-4720-AC6C-A9B597EEF113}" type="presParOf" srcId="{F59476A0-E1C0-4EF6-85FF-E24A54B399B6}" destId="{FB74B762-ACA2-49C3-81D6-3966286BD3A4}" srcOrd="5" destOrd="0" presId="urn:microsoft.com/office/officeart/2005/8/layout/vList5"/>
    <dgm:cxn modelId="{2F121CC4-14DD-4A75-A4CE-2E97CE46CC44}" type="presParOf" srcId="{F59476A0-E1C0-4EF6-85FF-E24A54B399B6}" destId="{699FE98D-861C-40D5-91A6-F4F58F1C7DF2}" srcOrd="6" destOrd="0" presId="urn:microsoft.com/office/officeart/2005/8/layout/vList5"/>
    <dgm:cxn modelId="{04E0D36B-698B-41D9-AB52-3F1D1C1E6DFE}" type="presParOf" srcId="{699FE98D-861C-40D5-91A6-F4F58F1C7DF2}" destId="{33902961-D3EF-42D2-8888-2D76E6F0B095}" srcOrd="0" destOrd="0" presId="urn:microsoft.com/office/officeart/2005/8/layout/vList5"/>
    <dgm:cxn modelId="{18B0A81D-DE6E-4FDE-B0A9-CB122BE7CED9}" type="presParOf" srcId="{699FE98D-861C-40D5-91A6-F4F58F1C7DF2}" destId="{1CA7AF10-B9DF-4919-98F0-BF8C53356A1A}" srcOrd="1" destOrd="0" presId="urn:microsoft.com/office/officeart/2005/8/layout/vList5"/>
    <dgm:cxn modelId="{D2355D34-6226-40E9-A918-E81066445F1C}" type="presParOf" srcId="{F59476A0-E1C0-4EF6-85FF-E24A54B399B6}" destId="{5F586189-3929-4BC3-B0E8-B3860CE4DB92}" srcOrd="7" destOrd="0" presId="urn:microsoft.com/office/officeart/2005/8/layout/vList5"/>
    <dgm:cxn modelId="{61DFF79D-A9DF-4A8A-B174-54A3780278B5}" type="presParOf" srcId="{F59476A0-E1C0-4EF6-85FF-E24A54B399B6}" destId="{9611567D-54FC-4989-9817-4D5AFD7DD26B}" srcOrd="8" destOrd="0" presId="urn:microsoft.com/office/officeart/2005/8/layout/vList5"/>
    <dgm:cxn modelId="{27A0D065-A284-46A8-9B29-130DAA030F3A}" type="presParOf" srcId="{9611567D-54FC-4989-9817-4D5AFD7DD26B}" destId="{32870765-68E8-4922-A54F-89D9A67AD49E}" srcOrd="0" destOrd="0" presId="urn:microsoft.com/office/officeart/2005/8/layout/vList5"/>
    <dgm:cxn modelId="{E91A2364-948E-4D8E-AF0F-22A01A427FF4}" type="presParOf" srcId="{9611567D-54FC-4989-9817-4D5AFD7DD26B}" destId="{350D7F84-35EB-4FFF-8A1A-858AF224E4B2}" srcOrd="1" destOrd="0" presId="urn:microsoft.com/office/officeart/2005/8/layout/vList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976A6AC6-E4D6-4076-AC71-069039822B13}" type="doc">
      <dgm:prSet loTypeId="urn:microsoft.com/office/officeart/2005/8/layout/vList2" loCatId="list" qsTypeId="urn:microsoft.com/office/officeart/2005/8/quickstyle/simple1" qsCatId="simple" csTypeId="urn:microsoft.com/office/officeart/2005/8/colors/colorful1" csCatId="colorful" phldr="1"/>
      <dgm:spPr/>
      <dgm:t>
        <a:bodyPr/>
        <a:lstStyle/>
        <a:p>
          <a:endParaRPr lang="en-US"/>
        </a:p>
      </dgm:t>
    </dgm:pt>
    <dgm:pt modelId="{51954233-9739-48C2-9662-9762BCEA18D8}">
      <dgm:prSet/>
      <dgm:spPr/>
      <dgm:t>
        <a:bodyPr/>
        <a:lstStyle/>
        <a:p>
          <a:pPr rtl="1"/>
          <a:r>
            <a:rPr lang="ar-IQ" dirty="0"/>
            <a:t>ركز على التعلم النشط</a:t>
          </a:r>
          <a:endParaRPr lang="en-US" dirty="0"/>
        </a:p>
      </dgm:t>
    </dgm:pt>
    <dgm:pt modelId="{32513F42-C918-4EDA-9DE0-75A08C2FF5CD}" type="parTrans" cxnId="{4CC7D636-83E6-47EC-B351-69CEE91DE03E}">
      <dgm:prSet/>
      <dgm:spPr/>
      <dgm:t>
        <a:bodyPr/>
        <a:lstStyle/>
        <a:p>
          <a:endParaRPr lang="en-US"/>
        </a:p>
      </dgm:t>
    </dgm:pt>
    <dgm:pt modelId="{5801512A-44B1-4FFC-A970-3642DE444F87}" type="sibTrans" cxnId="{4CC7D636-83E6-47EC-B351-69CEE91DE03E}">
      <dgm:prSet/>
      <dgm:spPr/>
      <dgm:t>
        <a:bodyPr/>
        <a:lstStyle/>
        <a:p>
          <a:endParaRPr lang="en-US"/>
        </a:p>
      </dgm:t>
    </dgm:pt>
    <dgm:pt modelId="{A9B574F6-E123-408B-929B-97FA82FEA06D}">
      <dgm:prSet/>
      <dgm:spPr/>
      <dgm:t>
        <a:bodyPr/>
        <a:lstStyle/>
        <a:p>
          <a:pPr rtl="1"/>
          <a:r>
            <a:rPr lang="ar-IQ" dirty="0"/>
            <a:t>استخدم مزيجًا من الفيديو والواجبات التعاونية والمناقشة والتمارين العملية والدردشة ومراجعة الطلبة لأداء بعضهم البعض</a:t>
          </a:r>
          <a:endParaRPr lang="en-US" dirty="0"/>
        </a:p>
      </dgm:t>
    </dgm:pt>
    <dgm:pt modelId="{EBD1FAEE-4F21-4369-9AB2-5AA96B277246}" type="parTrans" cxnId="{1A839732-142D-472A-B96E-4B5C37CF7FC8}">
      <dgm:prSet/>
      <dgm:spPr/>
      <dgm:t>
        <a:bodyPr/>
        <a:lstStyle/>
        <a:p>
          <a:endParaRPr lang="en-US"/>
        </a:p>
      </dgm:t>
    </dgm:pt>
    <dgm:pt modelId="{FB9CCFAB-025C-44B4-A458-B9BF6D61732F}" type="sibTrans" cxnId="{1A839732-142D-472A-B96E-4B5C37CF7FC8}">
      <dgm:prSet/>
      <dgm:spPr/>
      <dgm:t>
        <a:bodyPr/>
        <a:lstStyle/>
        <a:p>
          <a:endParaRPr lang="en-US"/>
        </a:p>
      </dgm:t>
    </dgm:pt>
    <dgm:pt modelId="{5695D626-1158-436C-9187-499623C5DE5C}">
      <dgm:prSet/>
      <dgm:spPr/>
      <dgm:t>
        <a:bodyPr/>
        <a:lstStyle/>
        <a:p>
          <a:pPr rtl="1"/>
          <a:r>
            <a:rPr lang="ar-IQ" dirty="0"/>
            <a:t>"قطّع" دروسك</a:t>
          </a:r>
          <a:endParaRPr lang="en-US" dirty="0"/>
        </a:p>
      </dgm:t>
    </dgm:pt>
    <dgm:pt modelId="{83B26144-52B8-42DC-90A9-F339A848CD68}" type="parTrans" cxnId="{CFDD48DD-A40A-48D5-B1AD-0DBDF65B8EED}">
      <dgm:prSet/>
      <dgm:spPr/>
      <dgm:t>
        <a:bodyPr/>
        <a:lstStyle/>
        <a:p>
          <a:endParaRPr lang="en-US"/>
        </a:p>
      </dgm:t>
    </dgm:pt>
    <dgm:pt modelId="{F333697F-B4D5-4988-9161-C00D1BBB7C3D}" type="sibTrans" cxnId="{CFDD48DD-A40A-48D5-B1AD-0DBDF65B8EED}">
      <dgm:prSet/>
      <dgm:spPr/>
      <dgm:t>
        <a:bodyPr/>
        <a:lstStyle/>
        <a:p>
          <a:endParaRPr lang="en-US"/>
        </a:p>
      </dgm:t>
    </dgm:pt>
    <dgm:pt modelId="{71419FF7-D5C0-45E0-8E15-399F9688632C}">
      <dgm:prSet/>
      <dgm:spPr/>
      <dgm:t>
        <a:bodyPr/>
        <a:lstStyle/>
        <a:p>
          <a:pPr rtl="1"/>
          <a:r>
            <a:rPr lang="ar-IQ" dirty="0"/>
            <a:t>قسّم دروسك إلى "أجزاء" مكونة من 10 دقائق للمعلومات والأنشطة وقم بتغيير طريقة العرض التقديمي!</a:t>
          </a:r>
          <a:endParaRPr lang="en-US" dirty="0"/>
        </a:p>
      </dgm:t>
    </dgm:pt>
    <dgm:pt modelId="{D7C041AB-88E3-4F49-A60C-FF0EFEC98B41}" type="parTrans" cxnId="{5DAD3F67-FF6D-40AE-B6CC-7860AB96922F}">
      <dgm:prSet/>
      <dgm:spPr/>
      <dgm:t>
        <a:bodyPr/>
        <a:lstStyle/>
        <a:p>
          <a:endParaRPr lang="en-US"/>
        </a:p>
      </dgm:t>
    </dgm:pt>
    <dgm:pt modelId="{4A04EDA7-FAE4-46BD-A3D3-5562B76CE886}" type="sibTrans" cxnId="{5DAD3F67-FF6D-40AE-B6CC-7860AB96922F}">
      <dgm:prSet/>
      <dgm:spPr/>
      <dgm:t>
        <a:bodyPr/>
        <a:lstStyle/>
        <a:p>
          <a:endParaRPr lang="en-US"/>
        </a:p>
      </dgm:t>
    </dgm:pt>
    <dgm:pt modelId="{6A20D648-96B4-4F27-8080-D28BF0298D62}">
      <dgm:prSet/>
      <dgm:spPr/>
      <dgm:t>
        <a:bodyPr/>
        <a:lstStyle/>
        <a:p>
          <a:pPr rtl="1"/>
          <a:r>
            <a:rPr lang="ar-IQ" dirty="0"/>
            <a:t>قم بإدارة وقتك</a:t>
          </a:r>
          <a:endParaRPr lang="en-US" dirty="0"/>
        </a:p>
      </dgm:t>
    </dgm:pt>
    <dgm:pt modelId="{74EE2951-C3E1-46E6-A26B-7EF7E20351FC}" type="parTrans" cxnId="{51F6650E-1B8B-4D09-9A66-B4AB9B136646}">
      <dgm:prSet/>
      <dgm:spPr/>
      <dgm:t>
        <a:bodyPr/>
        <a:lstStyle/>
        <a:p>
          <a:endParaRPr lang="en-US"/>
        </a:p>
      </dgm:t>
    </dgm:pt>
    <dgm:pt modelId="{41B59A97-D485-4A49-853A-826D8B3890D9}" type="sibTrans" cxnId="{51F6650E-1B8B-4D09-9A66-B4AB9B136646}">
      <dgm:prSet/>
      <dgm:spPr/>
      <dgm:t>
        <a:bodyPr/>
        <a:lstStyle/>
        <a:p>
          <a:endParaRPr lang="en-US"/>
        </a:p>
      </dgm:t>
    </dgm:pt>
    <dgm:pt modelId="{6A317A83-3C51-4922-9B15-DF7AE36E3079}">
      <dgm:prSet/>
      <dgm:spPr/>
      <dgm:t>
        <a:bodyPr/>
        <a:lstStyle/>
        <a:p>
          <a:pPr rtl="1"/>
          <a:r>
            <a:rPr lang="ar-IQ" dirty="0"/>
            <a:t>كن متجاوبًا مع الطلاب ولكن حدّد ساعات وتوقعات واضحة لساعات العمل الافتراضية والردود على أسئلتهم وإعطاء تعليقك حول اجاباتهم</a:t>
          </a:r>
          <a:endParaRPr lang="en-US" dirty="0"/>
        </a:p>
      </dgm:t>
    </dgm:pt>
    <dgm:pt modelId="{32F05374-0D24-462A-BAC9-4D1E9B36F2B9}" type="parTrans" cxnId="{320B27EB-DC5D-4576-BFE7-A0310A9876AD}">
      <dgm:prSet/>
      <dgm:spPr/>
      <dgm:t>
        <a:bodyPr/>
        <a:lstStyle/>
        <a:p>
          <a:endParaRPr lang="en-US"/>
        </a:p>
      </dgm:t>
    </dgm:pt>
    <dgm:pt modelId="{0A93A200-7EB4-4D26-B21D-F8897149CBFD}" type="sibTrans" cxnId="{320B27EB-DC5D-4576-BFE7-A0310A9876AD}">
      <dgm:prSet/>
      <dgm:spPr/>
      <dgm:t>
        <a:bodyPr/>
        <a:lstStyle/>
        <a:p>
          <a:endParaRPr lang="en-US"/>
        </a:p>
      </dgm:t>
    </dgm:pt>
    <dgm:pt modelId="{CF90E5B7-C2C8-4585-B35A-B84248BA439F}">
      <dgm:prSet/>
      <dgm:spPr/>
      <dgm:t>
        <a:bodyPr/>
        <a:lstStyle/>
        <a:p>
          <a:pPr rtl="1"/>
          <a:r>
            <a:rPr lang="ar-IQ" dirty="0"/>
            <a:t>قم بتنويع الواجبات</a:t>
          </a:r>
          <a:endParaRPr lang="en-US" dirty="0"/>
        </a:p>
      </dgm:t>
    </dgm:pt>
    <dgm:pt modelId="{4C6BF4D7-460C-4F0E-A392-BFA0E38A8824}" type="parTrans" cxnId="{92DB8BF5-17CF-41A2-B69A-F7B98FE8E521}">
      <dgm:prSet/>
      <dgm:spPr/>
      <dgm:t>
        <a:bodyPr/>
        <a:lstStyle/>
        <a:p>
          <a:endParaRPr lang="en-US"/>
        </a:p>
      </dgm:t>
    </dgm:pt>
    <dgm:pt modelId="{924271FE-F17B-4581-AABD-4F874A80EC16}" type="sibTrans" cxnId="{92DB8BF5-17CF-41A2-B69A-F7B98FE8E521}">
      <dgm:prSet/>
      <dgm:spPr/>
      <dgm:t>
        <a:bodyPr/>
        <a:lstStyle/>
        <a:p>
          <a:endParaRPr lang="en-US"/>
        </a:p>
      </dgm:t>
    </dgm:pt>
    <dgm:pt modelId="{030C4DBA-4817-4BAF-80E9-41E422336BD3}">
      <dgm:prSet/>
      <dgm:spPr/>
      <dgm:t>
        <a:bodyPr/>
        <a:lstStyle/>
        <a:p>
          <a:pPr rtl="1"/>
          <a:r>
            <a:rPr lang="ar-IQ" dirty="0"/>
            <a:t>عندما يظهر الطلبة ارتياحاً أكثر مع التكنولوجيا الرقمية ، قم بدمج الواجبات والتقييمات المبتكرة في الفصل الدراسي!</a:t>
          </a:r>
          <a:endParaRPr lang="en-US" dirty="0"/>
        </a:p>
      </dgm:t>
    </dgm:pt>
    <dgm:pt modelId="{55D5A017-2676-4254-BA38-409BBA12D98C}" type="parTrans" cxnId="{C053CEE5-A480-4BC9-8A1C-741E13984679}">
      <dgm:prSet/>
      <dgm:spPr/>
      <dgm:t>
        <a:bodyPr/>
        <a:lstStyle/>
        <a:p>
          <a:endParaRPr lang="en-US"/>
        </a:p>
      </dgm:t>
    </dgm:pt>
    <dgm:pt modelId="{CC6046D1-752F-4655-BFD2-EB6231B140F4}" type="sibTrans" cxnId="{C053CEE5-A480-4BC9-8A1C-741E13984679}">
      <dgm:prSet/>
      <dgm:spPr/>
      <dgm:t>
        <a:bodyPr/>
        <a:lstStyle/>
        <a:p>
          <a:endParaRPr lang="en-US"/>
        </a:p>
      </dgm:t>
    </dgm:pt>
    <dgm:pt modelId="{A895A816-07CB-4FFB-BD37-61C0945339CB}" type="pres">
      <dgm:prSet presAssocID="{976A6AC6-E4D6-4076-AC71-069039822B13}" presName="linear" presStyleCnt="0">
        <dgm:presLayoutVars>
          <dgm:animLvl val="lvl"/>
          <dgm:resizeHandles val="exact"/>
        </dgm:presLayoutVars>
      </dgm:prSet>
      <dgm:spPr/>
    </dgm:pt>
    <dgm:pt modelId="{8BCD58B8-6FE1-402F-8D2F-EAA6CD45BD6B}" type="pres">
      <dgm:prSet presAssocID="{51954233-9739-48C2-9662-9762BCEA18D8}" presName="parentText" presStyleLbl="node1" presStyleIdx="0" presStyleCnt="4">
        <dgm:presLayoutVars>
          <dgm:chMax val="0"/>
          <dgm:bulletEnabled val="1"/>
        </dgm:presLayoutVars>
      </dgm:prSet>
      <dgm:spPr/>
    </dgm:pt>
    <dgm:pt modelId="{21446037-34B6-43B0-B540-EC3711FD5212}" type="pres">
      <dgm:prSet presAssocID="{51954233-9739-48C2-9662-9762BCEA18D8}" presName="childText" presStyleLbl="revTx" presStyleIdx="0" presStyleCnt="4">
        <dgm:presLayoutVars>
          <dgm:bulletEnabled val="1"/>
        </dgm:presLayoutVars>
      </dgm:prSet>
      <dgm:spPr/>
    </dgm:pt>
    <dgm:pt modelId="{E99CA8B6-ACC0-4646-B2D3-BD2009025C74}" type="pres">
      <dgm:prSet presAssocID="{5695D626-1158-436C-9187-499623C5DE5C}" presName="parentText" presStyleLbl="node1" presStyleIdx="1" presStyleCnt="4">
        <dgm:presLayoutVars>
          <dgm:chMax val="0"/>
          <dgm:bulletEnabled val="1"/>
        </dgm:presLayoutVars>
      </dgm:prSet>
      <dgm:spPr/>
    </dgm:pt>
    <dgm:pt modelId="{A2EF6618-40D7-4D70-8BFE-DB84BE921C9A}" type="pres">
      <dgm:prSet presAssocID="{5695D626-1158-436C-9187-499623C5DE5C}" presName="childText" presStyleLbl="revTx" presStyleIdx="1" presStyleCnt="4">
        <dgm:presLayoutVars>
          <dgm:bulletEnabled val="1"/>
        </dgm:presLayoutVars>
      </dgm:prSet>
      <dgm:spPr/>
    </dgm:pt>
    <dgm:pt modelId="{A72F6F02-45FD-45F1-9B63-1D97A4CA9C1D}" type="pres">
      <dgm:prSet presAssocID="{6A20D648-96B4-4F27-8080-D28BF0298D62}" presName="parentText" presStyleLbl="node1" presStyleIdx="2" presStyleCnt="4">
        <dgm:presLayoutVars>
          <dgm:chMax val="0"/>
          <dgm:bulletEnabled val="1"/>
        </dgm:presLayoutVars>
      </dgm:prSet>
      <dgm:spPr/>
    </dgm:pt>
    <dgm:pt modelId="{EB321D7A-18D2-4EAA-9739-3AF1A06FDBB5}" type="pres">
      <dgm:prSet presAssocID="{6A20D648-96B4-4F27-8080-D28BF0298D62}" presName="childText" presStyleLbl="revTx" presStyleIdx="2" presStyleCnt="4">
        <dgm:presLayoutVars>
          <dgm:bulletEnabled val="1"/>
        </dgm:presLayoutVars>
      </dgm:prSet>
      <dgm:spPr/>
    </dgm:pt>
    <dgm:pt modelId="{78E37239-5BCB-418E-87B1-C77E3FDCCE70}" type="pres">
      <dgm:prSet presAssocID="{CF90E5B7-C2C8-4585-B35A-B84248BA439F}" presName="parentText" presStyleLbl="node1" presStyleIdx="3" presStyleCnt="4">
        <dgm:presLayoutVars>
          <dgm:chMax val="0"/>
          <dgm:bulletEnabled val="1"/>
        </dgm:presLayoutVars>
      </dgm:prSet>
      <dgm:spPr/>
    </dgm:pt>
    <dgm:pt modelId="{2096B45F-76D9-42AD-B37E-9C1145F9D45D}" type="pres">
      <dgm:prSet presAssocID="{CF90E5B7-C2C8-4585-B35A-B84248BA439F}" presName="childText" presStyleLbl="revTx" presStyleIdx="3" presStyleCnt="4">
        <dgm:presLayoutVars>
          <dgm:bulletEnabled val="1"/>
        </dgm:presLayoutVars>
      </dgm:prSet>
      <dgm:spPr/>
    </dgm:pt>
  </dgm:ptLst>
  <dgm:cxnLst>
    <dgm:cxn modelId="{51F6650E-1B8B-4D09-9A66-B4AB9B136646}" srcId="{976A6AC6-E4D6-4076-AC71-069039822B13}" destId="{6A20D648-96B4-4F27-8080-D28BF0298D62}" srcOrd="2" destOrd="0" parTransId="{74EE2951-C3E1-46E6-A26B-7EF7E20351FC}" sibTransId="{41B59A97-D485-4A49-853A-826D8B3890D9}"/>
    <dgm:cxn modelId="{71D6421C-D395-4DF4-A1AF-511A9794BEEF}" type="presOf" srcId="{51954233-9739-48C2-9662-9762BCEA18D8}" destId="{8BCD58B8-6FE1-402F-8D2F-EAA6CD45BD6B}" srcOrd="0" destOrd="0" presId="urn:microsoft.com/office/officeart/2005/8/layout/vList2"/>
    <dgm:cxn modelId="{ED317721-78E5-4B9F-AAC7-1F878BDB90AD}" type="presOf" srcId="{976A6AC6-E4D6-4076-AC71-069039822B13}" destId="{A895A816-07CB-4FFB-BD37-61C0945339CB}" srcOrd="0" destOrd="0" presId="urn:microsoft.com/office/officeart/2005/8/layout/vList2"/>
    <dgm:cxn modelId="{8FAD5029-E7CC-4CDB-A5E2-C7FE05561B56}" type="presOf" srcId="{CF90E5B7-C2C8-4585-B35A-B84248BA439F}" destId="{78E37239-5BCB-418E-87B1-C77E3FDCCE70}" srcOrd="0" destOrd="0" presId="urn:microsoft.com/office/officeart/2005/8/layout/vList2"/>
    <dgm:cxn modelId="{6FAB482D-4F73-4CF9-989B-A9AA14352F70}" type="presOf" srcId="{030C4DBA-4817-4BAF-80E9-41E422336BD3}" destId="{2096B45F-76D9-42AD-B37E-9C1145F9D45D}" srcOrd="0" destOrd="0" presId="urn:microsoft.com/office/officeart/2005/8/layout/vList2"/>
    <dgm:cxn modelId="{1A839732-142D-472A-B96E-4B5C37CF7FC8}" srcId="{51954233-9739-48C2-9662-9762BCEA18D8}" destId="{A9B574F6-E123-408B-929B-97FA82FEA06D}" srcOrd="0" destOrd="0" parTransId="{EBD1FAEE-4F21-4369-9AB2-5AA96B277246}" sibTransId="{FB9CCFAB-025C-44B4-A458-B9BF6D61732F}"/>
    <dgm:cxn modelId="{4CC7D636-83E6-47EC-B351-69CEE91DE03E}" srcId="{976A6AC6-E4D6-4076-AC71-069039822B13}" destId="{51954233-9739-48C2-9662-9762BCEA18D8}" srcOrd="0" destOrd="0" parTransId="{32513F42-C918-4EDA-9DE0-75A08C2FF5CD}" sibTransId="{5801512A-44B1-4FFC-A970-3642DE444F87}"/>
    <dgm:cxn modelId="{5DAD3F67-FF6D-40AE-B6CC-7860AB96922F}" srcId="{5695D626-1158-436C-9187-499623C5DE5C}" destId="{71419FF7-D5C0-45E0-8E15-399F9688632C}" srcOrd="0" destOrd="0" parTransId="{D7C041AB-88E3-4F49-A60C-FF0EFEC98B41}" sibTransId="{4A04EDA7-FAE4-46BD-A3D3-5562B76CE886}"/>
    <dgm:cxn modelId="{8BCEAFAE-BE1F-4870-B6A7-8BDD4A9CEE52}" type="presOf" srcId="{71419FF7-D5C0-45E0-8E15-399F9688632C}" destId="{A2EF6618-40D7-4D70-8BFE-DB84BE921C9A}" srcOrd="0" destOrd="0" presId="urn:microsoft.com/office/officeart/2005/8/layout/vList2"/>
    <dgm:cxn modelId="{CFDD48DD-A40A-48D5-B1AD-0DBDF65B8EED}" srcId="{976A6AC6-E4D6-4076-AC71-069039822B13}" destId="{5695D626-1158-436C-9187-499623C5DE5C}" srcOrd="1" destOrd="0" parTransId="{83B26144-52B8-42DC-90A9-F339A848CD68}" sibTransId="{F333697F-B4D5-4988-9161-C00D1BBB7C3D}"/>
    <dgm:cxn modelId="{C053CEE5-A480-4BC9-8A1C-741E13984679}" srcId="{CF90E5B7-C2C8-4585-B35A-B84248BA439F}" destId="{030C4DBA-4817-4BAF-80E9-41E422336BD3}" srcOrd="0" destOrd="0" parTransId="{55D5A017-2676-4254-BA38-409BBA12D98C}" sibTransId="{CC6046D1-752F-4655-BFD2-EB6231B140F4}"/>
    <dgm:cxn modelId="{320B27EB-DC5D-4576-BFE7-A0310A9876AD}" srcId="{6A20D648-96B4-4F27-8080-D28BF0298D62}" destId="{6A317A83-3C51-4922-9B15-DF7AE36E3079}" srcOrd="0" destOrd="0" parTransId="{32F05374-0D24-462A-BAC9-4D1E9B36F2B9}" sibTransId="{0A93A200-7EB4-4D26-B21D-F8897149CBFD}"/>
    <dgm:cxn modelId="{63D4E2ED-BD87-4432-B806-7E599C03F37D}" type="presOf" srcId="{5695D626-1158-436C-9187-499623C5DE5C}" destId="{E99CA8B6-ACC0-4646-B2D3-BD2009025C74}" srcOrd="0" destOrd="0" presId="urn:microsoft.com/office/officeart/2005/8/layout/vList2"/>
    <dgm:cxn modelId="{16FD61F4-880D-42D6-8F43-0DC2D6C3C889}" type="presOf" srcId="{6A317A83-3C51-4922-9B15-DF7AE36E3079}" destId="{EB321D7A-18D2-4EAA-9739-3AF1A06FDBB5}" srcOrd="0" destOrd="0" presId="urn:microsoft.com/office/officeart/2005/8/layout/vList2"/>
    <dgm:cxn modelId="{A086D0F4-601D-45D9-AB46-8930BC167118}" type="presOf" srcId="{A9B574F6-E123-408B-929B-97FA82FEA06D}" destId="{21446037-34B6-43B0-B540-EC3711FD5212}" srcOrd="0" destOrd="0" presId="urn:microsoft.com/office/officeart/2005/8/layout/vList2"/>
    <dgm:cxn modelId="{92DB8BF5-17CF-41A2-B69A-F7B98FE8E521}" srcId="{976A6AC6-E4D6-4076-AC71-069039822B13}" destId="{CF90E5B7-C2C8-4585-B35A-B84248BA439F}" srcOrd="3" destOrd="0" parTransId="{4C6BF4D7-460C-4F0E-A392-BFA0E38A8824}" sibTransId="{924271FE-F17B-4581-AABD-4F874A80EC16}"/>
    <dgm:cxn modelId="{C5D465FD-09D1-441C-9F63-2250FA54FCAD}" type="presOf" srcId="{6A20D648-96B4-4F27-8080-D28BF0298D62}" destId="{A72F6F02-45FD-45F1-9B63-1D97A4CA9C1D}" srcOrd="0" destOrd="0" presId="urn:microsoft.com/office/officeart/2005/8/layout/vList2"/>
    <dgm:cxn modelId="{34A4D261-BFEC-4230-98BA-20110A95074B}" type="presParOf" srcId="{A895A816-07CB-4FFB-BD37-61C0945339CB}" destId="{8BCD58B8-6FE1-402F-8D2F-EAA6CD45BD6B}" srcOrd="0" destOrd="0" presId="urn:microsoft.com/office/officeart/2005/8/layout/vList2"/>
    <dgm:cxn modelId="{8486A0D2-67D3-42DC-A4BA-52B1720E48E2}" type="presParOf" srcId="{A895A816-07CB-4FFB-BD37-61C0945339CB}" destId="{21446037-34B6-43B0-B540-EC3711FD5212}" srcOrd="1" destOrd="0" presId="urn:microsoft.com/office/officeart/2005/8/layout/vList2"/>
    <dgm:cxn modelId="{559D363C-7CF8-4EB8-8885-0B692BAECCEC}" type="presParOf" srcId="{A895A816-07CB-4FFB-BD37-61C0945339CB}" destId="{E99CA8B6-ACC0-4646-B2D3-BD2009025C74}" srcOrd="2" destOrd="0" presId="urn:microsoft.com/office/officeart/2005/8/layout/vList2"/>
    <dgm:cxn modelId="{62E8FE84-F69E-4707-A762-AF2CDA13E74C}" type="presParOf" srcId="{A895A816-07CB-4FFB-BD37-61C0945339CB}" destId="{A2EF6618-40D7-4D70-8BFE-DB84BE921C9A}" srcOrd="3" destOrd="0" presId="urn:microsoft.com/office/officeart/2005/8/layout/vList2"/>
    <dgm:cxn modelId="{49333A20-1D7B-4436-A6D8-993A5857E284}" type="presParOf" srcId="{A895A816-07CB-4FFB-BD37-61C0945339CB}" destId="{A72F6F02-45FD-45F1-9B63-1D97A4CA9C1D}" srcOrd="4" destOrd="0" presId="urn:microsoft.com/office/officeart/2005/8/layout/vList2"/>
    <dgm:cxn modelId="{ECFCB671-35B6-4DF0-AEE8-FC8BDD5689E4}" type="presParOf" srcId="{A895A816-07CB-4FFB-BD37-61C0945339CB}" destId="{EB321D7A-18D2-4EAA-9739-3AF1A06FDBB5}" srcOrd="5" destOrd="0" presId="urn:microsoft.com/office/officeart/2005/8/layout/vList2"/>
    <dgm:cxn modelId="{1BD6CDBD-CF19-431A-B95C-CE5257B3C765}" type="presParOf" srcId="{A895A816-07CB-4FFB-BD37-61C0945339CB}" destId="{78E37239-5BCB-418E-87B1-C77E3FDCCE70}" srcOrd="6" destOrd="0" presId="urn:microsoft.com/office/officeart/2005/8/layout/vList2"/>
    <dgm:cxn modelId="{3541E16B-820E-4688-A974-CFB071B32A48}" type="presParOf" srcId="{A895A816-07CB-4FFB-BD37-61C0945339CB}" destId="{2096B45F-76D9-42AD-B37E-9C1145F9D45D}" srcOrd="7"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332FA5C-50C6-4D1D-A20A-21C5E6884AE6}">
      <dsp:nvSpPr>
        <dsp:cNvPr id="0" name=""/>
        <dsp:cNvSpPr/>
      </dsp:nvSpPr>
      <dsp:spPr>
        <a:xfrm>
          <a:off x="0" y="7555"/>
          <a:ext cx="3660629" cy="1085174"/>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r" defTabSz="1244600" rtl="1">
            <a:lnSpc>
              <a:spcPct val="90000"/>
            </a:lnSpc>
            <a:spcBef>
              <a:spcPct val="0"/>
            </a:spcBef>
            <a:spcAft>
              <a:spcPct val="35000"/>
            </a:spcAft>
            <a:buNone/>
          </a:pPr>
          <a:r>
            <a:rPr lang="ar-IQ" sz="2800" kern="1200" dirty="0"/>
            <a:t>تشمل بعض منهجيات التعلم الإلكتروني الشائعة ما يلي:</a:t>
          </a:r>
          <a:endParaRPr lang="en-US" sz="2800" kern="1200" dirty="0"/>
        </a:p>
      </dsp:txBody>
      <dsp:txXfrm>
        <a:off x="52974" y="60529"/>
        <a:ext cx="3554681" cy="979226"/>
      </dsp:txXfrm>
    </dsp:sp>
    <dsp:sp modelId="{D9DA203A-BD09-401C-A15C-39C291846B92}">
      <dsp:nvSpPr>
        <dsp:cNvPr id="0" name=""/>
        <dsp:cNvSpPr/>
      </dsp:nvSpPr>
      <dsp:spPr>
        <a:xfrm>
          <a:off x="0" y="1093007"/>
          <a:ext cx="3660629" cy="18474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6225" tIns="44450" rIns="248920" bIns="44450" numCol="1" spcCol="1270" anchor="t" anchorCtr="0">
          <a:noAutofit/>
        </a:bodyPr>
        <a:lstStyle/>
        <a:p>
          <a:pPr marL="228600" lvl="1" indent="-228600" algn="r" defTabSz="1200150" rtl="1">
            <a:lnSpc>
              <a:spcPct val="90000"/>
            </a:lnSpc>
            <a:spcBef>
              <a:spcPct val="0"/>
            </a:spcBef>
            <a:spcAft>
              <a:spcPct val="20000"/>
            </a:spcAft>
            <a:buChar char="•"/>
          </a:pPr>
          <a:r>
            <a:rPr lang="ar-IQ" sz="2700" kern="1200" dirty="0">
              <a:solidFill>
                <a:schemeClr val="tx1"/>
              </a:solidFill>
            </a:rPr>
            <a:t>الغير متزامن</a:t>
          </a:r>
          <a:endParaRPr lang="en-US" sz="2700" kern="1200" dirty="0">
            <a:solidFill>
              <a:schemeClr val="tx1"/>
            </a:solidFill>
          </a:endParaRPr>
        </a:p>
        <a:p>
          <a:pPr marL="228600" lvl="1" indent="-228600" algn="r" defTabSz="1200150" rtl="1">
            <a:lnSpc>
              <a:spcPct val="90000"/>
            </a:lnSpc>
            <a:spcBef>
              <a:spcPct val="0"/>
            </a:spcBef>
            <a:spcAft>
              <a:spcPct val="20000"/>
            </a:spcAft>
            <a:buChar char="•"/>
          </a:pPr>
          <a:r>
            <a:rPr lang="ar-IQ" sz="2700" kern="1200" dirty="0">
              <a:solidFill>
                <a:schemeClr val="tx1"/>
              </a:solidFill>
            </a:rPr>
            <a:t>الذاتي والمتزامن</a:t>
          </a:r>
          <a:endParaRPr lang="en-US" sz="2700" kern="1200" dirty="0">
            <a:solidFill>
              <a:schemeClr val="tx1"/>
            </a:solidFill>
          </a:endParaRPr>
        </a:p>
        <a:p>
          <a:pPr marL="228600" lvl="1" indent="-228600" algn="r" defTabSz="1200150" rtl="1">
            <a:lnSpc>
              <a:spcPct val="90000"/>
            </a:lnSpc>
            <a:spcBef>
              <a:spcPct val="0"/>
            </a:spcBef>
            <a:spcAft>
              <a:spcPct val="20000"/>
            </a:spcAft>
            <a:buChar char="•"/>
          </a:pPr>
          <a:r>
            <a:rPr lang="ar-IQ" sz="2700" kern="1200" dirty="0">
              <a:solidFill>
                <a:schemeClr val="tx1"/>
              </a:solidFill>
            </a:rPr>
            <a:t>ميسّر ومتزامن</a:t>
          </a:r>
          <a:endParaRPr lang="en-US" sz="2700" kern="1200" dirty="0">
            <a:solidFill>
              <a:schemeClr val="tx1"/>
            </a:solidFill>
          </a:endParaRPr>
        </a:p>
        <a:p>
          <a:pPr marL="228600" lvl="1" indent="-228600" algn="r" defTabSz="1200150" rtl="1">
            <a:lnSpc>
              <a:spcPct val="90000"/>
            </a:lnSpc>
            <a:spcBef>
              <a:spcPct val="0"/>
            </a:spcBef>
            <a:spcAft>
              <a:spcPct val="20000"/>
            </a:spcAft>
            <a:buChar char="•"/>
          </a:pPr>
          <a:r>
            <a:rPr lang="ar-IQ" sz="2700" kern="1200" dirty="0">
              <a:solidFill>
                <a:schemeClr val="tx1"/>
              </a:solidFill>
            </a:rPr>
            <a:t>المختلط</a:t>
          </a:r>
          <a:endParaRPr lang="en-US" sz="2700" kern="1200" dirty="0">
            <a:solidFill>
              <a:schemeClr val="tx1"/>
            </a:solidFill>
          </a:endParaRPr>
        </a:p>
      </dsp:txBody>
      <dsp:txXfrm>
        <a:off x="0" y="1093007"/>
        <a:ext cx="3660629" cy="1847475"/>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332FA5C-50C6-4D1D-A20A-21C5E6884AE6}">
      <dsp:nvSpPr>
        <dsp:cNvPr id="0" name=""/>
        <dsp:cNvSpPr/>
      </dsp:nvSpPr>
      <dsp:spPr>
        <a:xfrm>
          <a:off x="0" y="0"/>
          <a:ext cx="4780171" cy="1389960"/>
        </a:xfrm>
        <a:prstGeom prst="roundRect">
          <a:avLst/>
        </a:prstGeom>
        <a:solidFill>
          <a:schemeClr val="accent3">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7160" tIns="137160" rIns="137160" bIns="137160" numCol="1" spcCol="1270" anchor="ctr" anchorCtr="0">
          <a:noAutofit/>
        </a:bodyPr>
        <a:lstStyle/>
        <a:p>
          <a:pPr marL="0" lvl="0" indent="0" algn="r" defTabSz="1600200" rtl="1">
            <a:lnSpc>
              <a:spcPct val="90000"/>
            </a:lnSpc>
            <a:spcBef>
              <a:spcPct val="0"/>
            </a:spcBef>
            <a:spcAft>
              <a:spcPct val="35000"/>
            </a:spcAft>
            <a:buNone/>
          </a:pPr>
          <a:r>
            <a:rPr lang="ar-IQ" sz="3600" kern="1200" dirty="0"/>
            <a:t>تشمل بعض مصطلحات التعلم الإلكتروني الشائعة ما يلي:</a:t>
          </a:r>
          <a:endParaRPr lang="en-US" sz="3600" kern="1200" dirty="0"/>
        </a:p>
      </dsp:txBody>
      <dsp:txXfrm>
        <a:off x="67852" y="67852"/>
        <a:ext cx="4644467" cy="1254256"/>
      </dsp:txXfrm>
    </dsp:sp>
    <dsp:sp modelId="{D9DA203A-BD09-401C-A15C-39C291846B92}">
      <dsp:nvSpPr>
        <dsp:cNvPr id="0" name=""/>
        <dsp:cNvSpPr/>
      </dsp:nvSpPr>
      <dsp:spPr>
        <a:xfrm>
          <a:off x="0" y="1516246"/>
          <a:ext cx="4780171" cy="19002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1770" tIns="35560" rIns="199136" bIns="35560" numCol="1" spcCol="1270" anchor="t" anchorCtr="0">
          <a:noAutofit/>
        </a:bodyPr>
        <a:lstStyle/>
        <a:p>
          <a:pPr marL="285750" lvl="1" indent="-285750" algn="r" defTabSz="1244600" rtl="1">
            <a:lnSpc>
              <a:spcPct val="90000"/>
            </a:lnSpc>
            <a:spcBef>
              <a:spcPct val="0"/>
            </a:spcBef>
            <a:spcAft>
              <a:spcPct val="20000"/>
            </a:spcAft>
            <a:buChar char="•"/>
          </a:pPr>
          <a:r>
            <a:rPr lang="ar-IQ" sz="2800" kern="1200" dirty="0"/>
            <a:t>أنظمة إدارة التعلّم (</a:t>
          </a:r>
          <a:r>
            <a:rPr lang="en-US" sz="2800" kern="1200" dirty="0"/>
            <a:t>(LMS</a:t>
          </a:r>
        </a:p>
        <a:p>
          <a:pPr marL="285750" lvl="1" indent="-285750" algn="r" defTabSz="1244600" rtl="1">
            <a:lnSpc>
              <a:spcPct val="90000"/>
            </a:lnSpc>
            <a:spcBef>
              <a:spcPct val="0"/>
            </a:spcBef>
            <a:spcAft>
              <a:spcPct val="20000"/>
            </a:spcAft>
            <a:buChar char="•"/>
          </a:pPr>
          <a:r>
            <a:rPr lang="ar-IQ" sz="2800" kern="1200"/>
            <a:t>نظام مؤتمرات الفيديو</a:t>
          </a:r>
          <a:endParaRPr lang="en-US" sz="2800" kern="1200"/>
        </a:p>
        <a:p>
          <a:pPr marL="285750" lvl="1" indent="-285750" algn="r" defTabSz="1244600" rtl="1">
            <a:lnSpc>
              <a:spcPct val="90000"/>
            </a:lnSpc>
            <a:spcBef>
              <a:spcPct val="0"/>
            </a:spcBef>
            <a:spcAft>
              <a:spcPct val="20000"/>
            </a:spcAft>
            <a:buChar char="•"/>
          </a:pPr>
          <a:r>
            <a:rPr lang="ar-IQ" sz="2800" kern="1200" dirty="0"/>
            <a:t>وحدة</a:t>
          </a:r>
          <a:endParaRPr lang="en-US" sz="2800" kern="1200" dirty="0"/>
        </a:p>
        <a:p>
          <a:pPr marL="285750" lvl="1" indent="-285750" algn="r" defTabSz="1244600" rtl="1">
            <a:lnSpc>
              <a:spcPct val="90000"/>
            </a:lnSpc>
            <a:spcBef>
              <a:spcPct val="0"/>
            </a:spcBef>
            <a:spcAft>
              <a:spcPct val="20000"/>
            </a:spcAft>
            <a:buChar char="•"/>
          </a:pPr>
          <a:r>
            <a:rPr lang="en-US" sz="2800" kern="1200" dirty="0"/>
            <a:t>MOOC</a:t>
          </a:r>
        </a:p>
      </dsp:txBody>
      <dsp:txXfrm>
        <a:off x="0" y="1516246"/>
        <a:ext cx="4780171" cy="190026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DC8D43D-31A1-479D-823A-CF10A992A00B}">
      <dsp:nvSpPr>
        <dsp:cNvPr id="0" name=""/>
        <dsp:cNvSpPr/>
      </dsp:nvSpPr>
      <dsp:spPr>
        <a:xfrm rot="5400000">
          <a:off x="2281489" y="-2188438"/>
          <a:ext cx="623568" cy="5053735"/>
        </a:xfrm>
        <a:prstGeom prst="round2SameRect">
          <a:avLst/>
        </a:prstGeom>
        <a:solidFill>
          <a:schemeClr val="accent3">
            <a:tint val="40000"/>
            <a:alpha val="90000"/>
            <a:hueOff val="0"/>
            <a:satOff val="0"/>
            <a:lumOff val="0"/>
            <a:alphaOff val="0"/>
          </a:schemeClr>
        </a:solidFill>
        <a:ln w="25400" cap="flat" cmpd="sng" algn="ctr">
          <a:solidFill>
            <a:schemeClr val="accent3">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0960" tIns="30480" rIns="60960" bIns="30480" numCol="1" spcCol="1270" anchor="ctr" anchorCtr="0">
          <a:noAutofit/>
        </a:bodyPr>
        <a:lstStyle/>
        <a:p>
          <a:pPr marL="171450" lvl="1" indent="-171450" algn="r" defTabSz="711200" rtl="1">
            <a:lnSpc>
              <a:spcPct val="90000"/>
            </a:lnSpc>
            <a:spcBef>
              <a:spcPct val="0"/>
            </a:spcBef>
            <a:spcAft>
              <a:spcPct val="15000"/>
            </a:spcAft>
            <a:buChar char="•"/>
          </a:pPr>
          <a:r>
            <a:rPr lang="ar-IQ" sz="1600" kern="1200" dirty="0"/>
            <a:t>يتطلب ذلك التخطيط. خطّط بعناية وفكر في التفاصيل وحافظ على تنوعها وبساطتها!</a:t>
          </a:r>
          <a:endParaRPr lang="en-US" sz="1600" kern="1200" dirty="0"/>
        </a:p>
      </dsp:txBody>
      <dsp:txXfrm rot="-5400000">
        <a:off x="66406" y="57085"/>
        <a:ext cx="5023295" cy="562688"/>
      </dsp:txXfrm>
    </dsp:sp>
    <dsp:sp modelId="{81BB03DF-4C36-4B6B-AF1C-F186204603D4}">
      <dsp:nvSpPr>
        <dsp:cNvPr id="0" name=""/>
        <dsp:cNvSpPr/>
      </dsp:nvSpPr>
      <dsp:spPr>
        <a:xfrm>
          <a:off x="5053735" y="0"/>
          <a:ext cx="2842725" cy="779460"/>
        </a:xfrm>
        <a:prstGeom prst="roundRect">
          <a:avLst/>
        </a:prstGeom>
        <a:solidFill>
          <a:schemeClr val="accent3">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53340" rIns="106680" bIns="53340" numCol="1" spcCol="1270" anchor="ctr" anchorCtr="0">
          <a:noAutofit/>
        </a:bodyPr>
        <a:lstStyle/>
        <a:p>
          <a:pPr marL="0" lvl="0" indent="0" algn="ctr" defTabSz="1244600">
            <a:lnSpc>
              <a:spcPct val="90000"/>
            </a:lnSpc>
            <a:spcBef>
              <a:spcPct val="0"/>
            </a:spcBef>
            <a:spcAft>
              <a:spcPct val="35000"/>
            </a:spcAft>
            <a:buNone/>
          </a:pPr>
          <a:r>
            <a:rPr lang="ar-IQ" sz="2800" kern="1200" dirty="0"/>
            <a:t>طرق التدريس</a:t>
          </a:r>
          <a:endParaRPr lang="en-US" sz="2800" kern="1200" dirty="0"/>
        </a:p>
      </dsp:txBody>
      <dsp:txXfrm>
        <a:off x="5091785" y="38050"/>
        <a:ext cx="2766625" cy="703360"/>
      </dsp:txXfrm>
    </dsp:sp>
    <dsp:sp modelId="{2CFFE887-8981-48CB-A1BC-A9163472E680}">
      <dsp:nvSpPr>
        <dsp:cNvPr id="0" name=""/>
        <dsp:cNvSpPr/>
      </dsp:nvSpPr>
      <dsp:spPr>
        <a:xfrm rot="5400000">
          <a:off x="2281489" y="-1288885"/>
          <a:ext cx="623568" cy="5053735"/>
        </a:xfrm>
        <a:prstGeom prst="round2SameRect">
          <a:avLst/>
        </a:prstGeom>
        <a:solidFill>
          <a:schemeClr val="accent3">
            <a:tint val="40000"/>
            <a:alpha val="90000"/>
            <a:hueOff val="2679212"/>
            <a:satOff val="-3448"/>
            <a:lumOff val="-269"/>
            <a:alphaOff val="0"/>
          </a:schemeClr>
        </a:solidFill>
        <a:ln w="25400" cap="flat" cmpd="sng" algn="ctr">
          <a:solidFill>
            <a:schemeClr val="accent3">
              <a:tint val="40000"/>
              <a:alpha val="90000"/>
              <a:hueOff val="2679212"/>
              <a:satOff val="-3448"/>
              <a:lumOff val="-269"/>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0960" tIns="30480" rIns="60960" bIns="30480" numCol="1" spcCol="1270" anchor="ctr" anchorCtr="0">
          <a:noAutofit/>
        </a:bodyPr>
        <a:lstStyle/>
        <a:p>
          <a:pPr marL="171450" lvl="1" indent="-171450" algn="r" defTabSz="711200" rtl="1">
            <a:lnSpc>
              <a:spcPct val="90000"/>
            </a:lnSpc>
            <a:spcBef>
              <a:spcPct val="0"/>
            </a:spcBef>
            <a:spcAft>
              <a:spcPct val="15000"/>
            </a:spcAft>
            <a:buChar char="•"/>
          </a:pPr>
          <a:r>
            <a:rPr lang="ar-IQ" sz="1600" kern="1200" dirty="0"/>
            <a:t>يجب أن تكون المواد ذات جودة عالية مع صور جذابة. استخدم القوالب أو الهيكل القياسي المتاحة!</a:t>
          </a:r>
          <a:endParaRPr lang="en-US" sz="1600" kern="1200" dirty="0"/>
        </a:p>
      </dsp:txBody>
      <dsp:txXfrm rot="-5400000">
        <a:off x="66406" y="956638"/>
        <a:ext cx="5023295" cy="562688"/>
      </dsp:txXfrm>
    </dsp:sp>
    <dsp:sp modelId="{0373C326-6E27-4CC9-A118-16253C855A7A}">
      <dsp:nvSpPr>
        <dsp:cNvPr id="0" name=""/>
        <dsp:cNvSpPr/>
      </dsp:nvSpPr>
      <dsp:spPr>
        <a:xfrm>
          <a:off x="5053735" y="850997"/>
          <a:ext cx="2842725" cy="779460"/>
        </a:xfrm>
        <a:prstGeom prst="roundRect">
          <a:avLst/>
        </a:prstGeom>
        <a:solidFill>
          <a:schemeClr val="accent3">
            <a:hueOff val="2812566"/>
            <a:satOff val="-4220"/>
            <a:lumOff val="-686"/>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53340" rIns="106680" bIns="53340" numCol="1" spcCol="1270" anchor="ctr" anchorCtr="0">
          <a:noAutofit/>
        </a:bodyPr>
        <a:lstStyle/>
        <a:p>
          <a:pPr marL="0" lvl="0" indent="0" algn="ctr" defTabSz="1244600" rtl="1">
            <a:lnSpc>
              <a:spcPct val="90000"/>
            </a:lnSpc>
            <a:spcBef>
              <a:spcPct val="0"/>
            </a:spcBef>
            <a:spcAft>
              <a:spcPct val="35000"/>
            </a:spcAft>
            <a:buNone/>
          </a:pPr>
          <a:r>
            <a:rPr lang="ar-IQ" sz="2800" kern="1200" dirty="0"/>
            <a:t>المواد التعليمية</a:t>
          </a:r>
          <a:endParaRPr lang="en-US" sz="2800" kern="1200" dirty="0"/>
        </a:p>
      </dsp:txBody>
      <dsp:txXfrm>
        <a:off x="5091785" y="889047"/>
        <a:ext cx="2766625" cy="703360"/>
      </dsp:txXfrm>
    </dsp:sp>
    <dsp:sp modelId="{930DB8E0-7064-4F16-92C7-2F2592C921CE}">
      <dsp:nvSpPr>
        <dsp:cNvPr id="0" name=""/>
        <dsp:cNvSpPr/>
      </dsp:nvSpPr>
      <dsp:spPr>
        <a:xfrm rot="5400000">
          <a:off x="2281489" y="-508426"/>
          <a:ext cx="623568" cy="5053735"/>
        </a:xfrm>
        <a:prstGeom prst="round2SameRect">
          <a:avLst/>
        </a:prstGeom>
        <a:solidFill>
          <a:schemeClr val="accent3">
            <a:tint val="40000"/>
            <a:alpha val="90000"/>
            <a:hueOff val="5358425"/>
            <a:satOff val="-6896"/>
            <a:lumOff val="-537"/>
            <a:alphaOff val="0"/>
          </a:schemeClr>
        </a:solidFill>
        <a:ln w="25400" cap="flat" cmpd="sng" algn="ctr">
          <a:solidFill>
            <a:schemeClr val="accent3">
              <a:tint val="40000"/>
              <a:alpha val="90000"/>
              <a:hueOff val="5358425"/>
              <a:satOff val="-6896"/>
              <a:lumOff val="-537"/>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0960" tIns="30480" rIns="60960" bIns="30480" numCol="1" spcCol="1270" anchor="ctr" anchorCtr="0">
          <a:noAutofit/>
        </a:bodyPr>
        <a:lstStyle/>
        <a:p>
          <a:pPr marL="171450" lvl="1" indent="-171450" algn="r" defTabSz="711200" rtl="1">
            <a:lnSpc>
              <a:spcPct val="90000"/>
            </a:lnSpc>
            <a:spcBef>
              <a:spcPct val="0"/>
            </a:spcBef>
            <a:spcAft>
              <a:spcPct val="15000"/>
            </a:spcAft>
            <a:buChar char="•"/>
          </a:pPr>
          <a:r>
            <a:rPr lang="ar-IQ" sz="1600" kern="1200" dirty="0"/>
            <a:t>تكون الأنشطة مناسبة لمستوى الموضوع ، وتوفر الفرصة للتفاعل</a:t>
          </a:r>
          <a:endParaRPr lang="en-US" sz="1600" kern="1200" dirty="0"/>
        </a:p>
      </dsp:txBody>
      <dsp:txXfrm rot="-5400000">
        <a:off x="66406" y="1737097"/>
        <a:ext cx="5023295" cy="562688"/>
      </dsp:txXfrm>
    </dsp:sp>
    <dsp:sp modelId="{6E4C5A58-EB42-4B84-AF54-4FE53DF78189}">
      <dsp:nvSpPr>
        <dsp:cNvPr id="0" name=""/>
        <dsp:cNvSpPr/>
      </dsp:nvSpPr>
      <dsp:spPr>
        <a:xfrm>
          <a:off x="5034076" y="1630458"/>
          <a:ext cx="2842725" cy="779460"/>
        </a:xfrm>
        <a:prstGeom prst="roundRect">
          <a:avLst/>
        </a:prstGeom>
        <a:solidFill>
          <a:schemeClr val="accent3">
            <a:hueOff val="5625132"/>
            <a:satOff val="-8440"/>
            <a:lumOff val="-1373"/>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53340" rIns="106680" bIns="53340" numCol="1" spcCol="1270" anchor="ctr" anchorCtr="0">
          <a:noAutofit/>
        </a:bodyPr>
        <a:lstStyle/>
        <a:p>
          <a:pPr marL="0" lvl="0" indent="0" algn="ctr" defTabSz="1244600">
            <a:lnSpc>
              <a:spcPct val="90000"/>
            </a:lnSpc>
            <a:spcBef>
              <a:spcPct val="0"/>
            </a:spcBef>
            <a:spcAft>
              <a:spcPct val="35000"/>
            </a:spcAft>
            <a:buNone/>
          </a:pPr>
          <a:r>
            <a:rPr lang="ar-IQ" sz="2800" kern="1200" dirty="0"/>
            <a:t>الأنشطة الصفية</a:t>
          </a:r>
          <a:endParaRPr lang="en-US" sz="2800" kern="1200" dirty="0"/>
        </a:p>
      </dsp:txBody>
      <dsp:txXfrm>
        <a:off x="5072126" y="1668508"/>
        <a:ext cx="2766625" cy="703360"/>
      </dsp:txXfrm>
    </dsp:sp>
    <dsp:sp modelId="{1CA7AF10-B9DF-4919-98F0-BF8C53356A1A}">
      <dsp:nvSpPr>
        <dsp:cNvPr id="0" name=""/>
        <dsp:cNvSpPr/>
      </dsp:nvSpPr>
      <dsp:spPr>
        <a:xfrm rot="5400000">
          <a:off x="2281489" y="306932"/>
          <a:ext cx="623568" cy="5053735"/>
        </a:xfrm>
        <a:prstGeom prst="round2SameRect">
          <a:avLst/>
        </a:prstGeom>
        <a:solidFill>
          <a:schemeClr val="accent3">
            <a:tint val="40000"/>
            <a:alpha val="90000"/>
            <a:hueOff val="8037638"/>
            <a:satOff val="-10345"/>
            <a:lumOff val="-806"/>
            <a:alphaOff val="0"/>
          </a:schemeClr>
        </a:solidFill>
        <a:ln w="25400" cap="flat" cmpd="sng" algn="ctr">
          <a:solidFill>
            <a:schemeClr val="accent3">
              <a:tint val="40000"/>
              <a:alpha val="90000"/>
              <a:hueOff val="8037638"/>
              <a:satOff val="-10345"/>
              <a:lumOff val="-806"/>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0960" tIns="30480" rIns="60960" bIns="30480" numCol="1" spcCol="1270" anchor="ctr" anchorCtr="0">
          <a:noAutofit/>
        </a:bodyPr>
        <a:lstStyle/>
        <a:p>
          <a:pPr marL="171450" lvl="1" indent="-171450" algn="r" defTabSz="711200" rtl="1">
            <a:lnSpc>
              <a:spcPct val="90000"/>
            </a:lnSpc>
            <a:spcBef>
              <a:spcPct val="0"/>
            </a:spcBef>
            <a:spcAft>
              <a:spcPct val="15000"/>
            </a:spcAft>
            <a:buChar char="•"/>
          </a:pPr>
          <a:r>
            <a:rPr lang="ar-IQ" sz="1600" kern="1200" dirty="0"/>
            <a:t>قم بتحفيز اهتمام وفضول الطلبة بمواد تفاعلية ذات صلة بالتطبيق الواقعي</a:t>
          </a:r>
          <a:endParaRPr lang="en-US" sz="1600" kern="1200" dirty="0"/>
        </a:p>
      </dsp:txBody>
      <dsp:txXfrm rot="-5400000">
        <a:off x="66406" y="2552455"/>
        <a:ext cx="5023295" cy="562688"/>
      </dsp:txXfrm>
    </dsp:sp>
    <dsp:sp modelId="{33902961-D3EF-42D2-8888-2D76E6F0B095}">
      <dsp:nvSpPr>
        <dsp:cNvPr id="0" name=""/>
        <dsp:cNvSpPr/>
      </dsp:nvSpPr>
      <dsp:spPr>
        <a:xfrm>
          <a:off x="5053735" y="2444066"/>
          <a:ext cx="2842725" cy="779460"/>
        </a:xfrm>
        <a:prstGeom prst="roundRect">
          <a:avLst/>
        </a:prstGeom>
        <a:solidFill>
          <a:schemeClr val="accent3">
            <a:hueOff val="8437698"/>
            <a:satOff val="-12660"/>
            <a:lumOff val="-2059"/>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53340" rIns="106680" bIns="53340" numCol="1" spcCol="1270" anchor="ctr" anchorCtr="0">
          <a:noAutofit/>
        </a:bodyPr>
        <a:lstStyle/>
        <a:p>
          <a:pPr marL="0" lvl="0" indent="0" algn="ctr" defTabSz="1244600" rtl="1">
            <a:lnSpc>
              <a:spcPct val="90000"/>
            </a:lnSpc>
            <a:spcBef>
              <a:spcPct val="0"/>
            </a:spcBef>
            <a:spcAft>
              <a:spcPct val="35000"/>
            </a:spcAft>
            <a:buNone/>
          </a:pPr>
          <a:r>
            <a:rPr lang="ar-IQ" sz="2800" kern="1200" dirty="0"/>
            <a:t>مشاركة الطلبة</a:t>
          </a:r>
          <a:endParaRPr lang="en-US" sz="2800" kern="1200" dirty="0"/>
        </a:p>
      </dsp:txBody>
      <dsp:txXfrm>
        <a:off x="5091785" y="2482116"/>
        <a:ext cx="2766625" cy="703360"/>
      </dsp:txXfrm>
    </dsp:sp>
    <dsp:sp modelId="{350D7F84-35EB-4FFF-8A1A-858AF224E4B2}">
      <dsp:nvSpPr>
        <dsp:cNvPr id="0" name=""/>
        <dsp:cNvSpPr/>
      </dsp:nvSpPr>
      <dsp:spPr>
        <a:xfrm rot="5400000">
          <a:off x="2281489" y="1140120"/>
          <a:ext cx="623568" cy="5053735"/>
        </a:xfrm>
        <a:prstGeom prst="round2SameRect">
          <a:avLst/>
        </a:prstGeom>
        <a:solidFill>
          <a:schemeClr val="accent3">
            <a:tint val="40000"/>
            <a:alpha val="90000"/>
            <a:hueOff val="10716850"/>
            <a:satOff val="-13793"/>
            <a:lumOff val="-1075"/>
            <a:alphaOff val="0"/>
          </a:schemeClr>
        </a:solidFill>
        <a:ln w="25400" cap="flat" cmpd="sng" algn="ctr">
          <a:solidFill>
            <a:schemeClr val="accent3">
              <a:tint val="40000"/>
              <a:alpha val="90000"/>
              <a:hueOff val="10716850"/>
              <a:satOff val="-13793"/>
              <a:lumOff val="-1075"/>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0960" tIns="30480" rIns="60960" bIns="30480" numCol="1" spcCol="1270" anchor="ctr" anchorCtr="0">
          <a:noAutofit/>
        </a:bodyPr>
        <a:lstStyle/>
        <a:p>
          <a:pPr marL="171450" lvl="1" indent="-171450" algn="r" defTabSz="711200" rtl="1">
            <a:lnSpc>
              <a:spcPct val="90000"/>
            </a:lnSpc>
            <a:spcBef>
              <a:spcPct val="0"/>
            </a:spcBef>
            <a:spcAft>
              <a:spcPct val="15000"/>
            </a:spcAft>
            <a:buChar char="•"/>
          </a:pPr>
          <a:r>
            <a:rPr lang="ar-IQ" sz="1600" kern="1200" dirty="0"/>
            <a:t>تقيس التقييمات أهداف التعلّم الموضّحة مسبقاً</a:t>
          </a:r>
          <a:endParaRPr lang="en-US" sz="1600" kern="1200" dirty="0"/>
        </a:p>
        <a:p>
          <a:pPr marL="171450" lvl="1" indent="-171450" algn="r" defTabSz="711200" rtl="1">
            <a:lnSpc>
              <a:spcPct val="90000"/>
            </a:lnSpc>
            <a:spcBef>
              <a:spcPct val="0"/>
            </a:spcBef>
            <a:spcAft>
              <a:spcPct val="15000"/>
            </a:spcAft>
            <a:buChar char="•"/>
          </a:pPr>
          <a:r>
            <a:rPr lang="ar-IQ" sz="1600" kern="1200" dirty="0"/>
            <a:t>التنوع في طرق التقييم</a:t>
          </a:r>
          <a:endParaRPr lang="en-US" sz="1600" kern="1200" dirty="0"/>
        </a:p>
      </dsp:txBody>
      <dsp:txXfrm rot="-5400000">
        <a:off x="66406" y="3385643"/>
        <a:ext cx="5023295" cy="562688"/>
      </dsp:txXfrm>
    </dsp:sp>
    <dsp:sp modelId="{32870765-68E8-4922-A54F-89D9A67AD49E}">
      <dsp:nvSpPr>
        <dsp:cNvPr id="0" name=""/>
        <dsp:cNvSpPr/>
      </dsp:nvSpPr>
      <dsp:spPr>
        <a:xfrm>
          <a:off x="5034126" y="3277263"/>
          <a:ext cx="2842725" cy="779460"/>
        </a:xfrm>
        <a:prstGeom prst="roundRect">
          <a:avLst/>
        </a:prstGeom>
        <a:solidFill>
          <a:schemeClr val="accent3">
            <a:hueOff val="11250264"/>
            <a:satOff val="-16880"/>
            <a:lumOff val="-2745"/>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53340" rIns="106680" bIns="53340" numCol="1" spcCol="1270" anchor="ctr" anchorCtr="0">
          <a:noAutofit/>
        </a:bodyPr>
        <a:lstStyle/>
        <a:p>
          <a:pPr marL="0" lvl="0" indent="0" algn="ctr" defTabSz="1244600">
            <a:lnSpc>
              <a:spcPct val="90000"/>
            </a:lnSpc>
            <a:spcBef>
              <a:spcPct val="0"/>
            </a:spcBef>
            <a:spcAft>
              <a:spcPct val="35000"/>
            </a:spcAft>
            <a:buNone/>
          </a:pPr>
          <a:r>
            <a:rPr lang="ar-IQ" sz="2800" kern="1200" dirty="0"/>
            <a:t>التقييم والقياس</a:t>
          </a:r>
          <a:endParaRPr lang="en-US" sz="2800" kern="1200" dirty="0"/>
        </a:p>
      </dsp:txBody>
      <dsp:txXfrm>
        <a:off x="5072176" y="3315313"/>
        <a:ext cx="2766625" cy="703360"/>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CD58B8-6FE1-402F-8D2F-EAA6CD45BD6B}">
      <dsp:nvSpPr>
        <dsp:cNvPr id="0" name=""/>
        <dsp:cNvSpPr/>
      </dsp:nvSpPr>
      <dsp:spPr>
        <a:xfrm>
          <a:off x="0" y="23648"/>
          <a:ext cx="8089883" cy="527670"/>
        </a:xfrm>
        <a:prstGeom prst="roundRect">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r" defTabSz="977900" rtl="1">
            <a:lnSpc>
              <a:spcPct val="90000"/>
            </a:lnSpc>
            <a:spcBef>
              <a:spcPct val="0"/>
            </a:spcBef>
            <a:spcAft>
              <a:spcPct val="35000"/>
            </a:spcAft>
            <a:buNone/>
          </a:pPr>
          <a:r>
            <a:rPr lang="ar-IQ" sz="2200" kern="1200" dirty="0"/>
            <a:t>ركز على التعلم النشط</a:t>
          </a:r>
          <a:endParaRPr lang="en-US" sz="2200" kern="1200" dirty="0"/>
        </a:p>
      </dsp:txBody>
      <dsp:txXfrm>
        <a:off x="25759" y="49407"/>
        <a:ext cx="8038365" cy="476152"/>
      </dsp:txXfrm>
    </dsp:sp>
    <dsp:sp modelId="{21446037-34B6-43B0-B540-EC3711FD5212}">
      <dsp:nvSpPr>
        <dsp:cNvPr id="0" name=""/>
        <dsp:cNvSpPr/>
      </dsp:nvSpPr>
      <dsp:spPr>
        <a:xfrm>
          <a:off x="0" y="551318"/>
          <a:ext cx="8089883" cy="5237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56854" tIns="27940" rIns="156464" bIns="27940" numCol="1" spcCol="1270" anchor="t" anchorCtr="0">
          <a:noAutofit/>
        </a:bodyPr>
        <a:lstStyle/>
        <a:p>
          <a:pPr marL="171450" lvl="1" indent="-171450" algn="r" defTabSz="755650" rtl="1">
            <a:lnSpc>
              <a:spcPct val="90000"/>
            </a:lnSpc>
            <a:spcBef>
              <a:spcPct val="0"/>
            </a:spcBef>
            <a:spcAft>
              <a:spcPct val="20000"/>
            </a:spcAft>
            <a:buChar char="•"/>
          </a:pPr>
          <a:r>
            <a:rPr lang="ar-IQ" sz="1700" kern="1200" dirty="0"/>
            <a:t>استخدم مزيجًا من الفيديو والواجبات التعاونية والمناقشة والتمارين العملية والدردشة ومراجعة الطلبة لأداء بعضهم البعض</a:t>
          </a:r>
          <a:endParaRPr lang="en-US" sz="1700" kern="1200" dirty="0"/>
        </a:p>
      </dsp:txBody>
      <dsp:txXfrm>
        <a:off x="0" y="551318"/>
        <a:ext cx="8089883" cy="523710"/>
      </dsp:txXfrm>
    </dsp:sp>
    <dsp:sp modelId="{E99CA8B6-ACC0-4646-B2D3-BD2009025C74}">
      <dsp:nvSpPr>
        <dsp:cNvPr id="0" name=""/>
        <dsp:cNvSpPr/>
      </dsp:nvSpPr>
      <dsp:spPr>
        <a:xfrm>
          <a:off x="0" y="1075029"/>
          <a:ext cx="8089883" cy="527670"/>
        </a:xfrm>
        <a:prstGeom prst="roundRect">
          <a:avLst/>
        </a:prstGeom>
        <a:solidFill>
          <a:schemeClr val="accent3">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r" defTabSz="977900" rtl="1">
            <a:lnSpc>
              <a:spcPct val="90000"/>
            </a:lnSpc>
            <a:spcBef>
              <a:spcPct val="0"/>
            </a:spcBef>
            <a:spcAft>
              <a:spcPct val="35000"/>
            </a:spcAft>
            <a:buNone/>
          </a:pPr>
          <a:r>
            <a:rPr lang="ar-IQ" sz="2200" kern="1200" dirty="0"/>
            <a:t>"قطّع" دروسك</a:t>
          </a:r>
          <a:endParaRPr lang="en-US" sz="2200" kern="1200" dirty="0"/>
        </a:p>
      </dsp:txBody>
      <dsp:txXfrm>
        <a:off x="25759" y="1100788"/>
        <a:ext cx="8038365" cy="476152"/>
      </dsp:txXfrm>
    </dsp:sp>
    <dsp:sp modelId="{A2EF6618-40D7-4D70-8BFE-DB84BE921C9A}">
      <dsp:nvSpPr>
        <dsp:cNvPr id="0" name=""/>
        <dsp:cNvSpPr/>
      </dsp:nvSpPr>
      <dsp:spPr>
        <a:xfrm>
          <a:off x="0" y="1602699"/>
          <a:ext cx="8089883" cy="3643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56854" tIns="27940" rIns="156464" bIns="27940" numCol="1" spcCol="1270" anchor="t" anchorCtr="0">
          <a:noAutofit/>
        </a:bodyPr>
        <a:lstStyle/>
        <a:p>
          <a:pPr marL="171450" lvl="1" indent="-171450" algn="r" defTabSz="755650" rtl="1">
            <a:lnSpc>
              <a:spcPct val="90000"/>
            </a:lnSpc>
            <a:spcBef>
              <a:spcPct val="0"/>
            </a:spcBef>
            <a:spcAft>
              <a:spcPct val="20000"/>
            </a:spcAft>
            <a:buChar char="•"/>
          </a:pPr>
          <a:r>
            <a:rPr lang="ar-IQ" sz="1700" kern="1200" dirty="0"/>
            <a:t>قسّم دروسك إلى "أجزاء" مكونة من 10 دقائق للمعلومات والأنشطة وقم بتغيير طريقة العرض التقديمي!</a:t>
          </a:r>
          <a:endParaRPr lang="en-US" sz="1700" kern="1200" dirty="0"/>
        </a:p>
      </dsp:txBody>
      <dsp:txXfrm>
        <a:off x="0" y="1602699"/>
        <a:ext cx="8089883" cy="364320"/>
      </dsp:txXfrm>
    </dsp:sp>
    <dsp:sp modelId="{A72F6F02-45FD-45F1-9B63-1D97A4CA9C1D}">
      <dsp:nvSpPr>
        <dsp:cNvPr id="0" name=""/>
        <dsp:cNvSpPr/>
      </dsp:nvSpPr>
      <dsp:spPr>
        <a:xfrm>
          <a:off x="0" y="1967019"/>
          <a:ext cx="8089883" cy="527670"/>
        </a:xfrm>
        <a:prstGeom prst="roundRect">
          <a:avLst/>
        </a:prstGeom>
        <a:solidFill>
          <a:schemeClr val="accent4">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r" defTabSz="977900" rtl="1">
            <a:lnSpc>
              <a:spcPct val="90000"/>
            </a:lnSpc>
            <a:spcBef>
              <a:spcPct val="0"/>
            </a:spcBef>
            <a:spcAft>
              <a:spcPct val="35000"/>
            </a:spcAft>
            <a:buNone/>
          </a:pPr>
          <a:r>
            <a:rPr lang="ar-IQ" sz="2200" kern="1200" dirty="0"/>
            <a:t>قم بإدارة وقتك</a:t>
          </a:r>
          <a:endParaRPr lang="en-US" sz="2200" kern="1200" dirty="0"/>
        </a:p>
      </dsp:txBody>
      <dsp:txXfrm>
        <a:off x="25759" y="1992778"/>
        <a:ext cx="8038365" cy="476152"/>
      </dsp:txXfrm>
    </dsp:sp>
    <dsp:sp modelId="{EB321D7A-18D2-4EAA-9739-3AF1A06FDBB5}">
      <dsp:nvSpPr>
        <dsp:cNvPr id="0" name=""/>
        <dsp:cNvSpPr/>
      </dsp:nvSpPr>
      <dsp:spPr>
        <a:xfrm>
          <a:off x="0" y="2494689"/>
          <a:ext cx="8089883" cy="5237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56854" tIns="27940" rIns="156464" bIns="27940" numCol="1" spcCol="1270" anchor="t" anchorCtr="0">
          <a:noAutofit/>
        </a:bodyPr>
        <a:lstStyle/>
        <a:p>
          <a:pPr marL="171450" lvl="1" indent="-171450" algn="r" defTabSz="755650" rtl="1">
            <a:lnSpc>
              <a:spcPct val="90000"/>
            </a:lnSpc>
            <a:spcBef>
              <a:spcPct val="0"/>
            </a:spcBef>
            <a:spcAft>
              <a:spcPct val="20000"/>
            </a:spcAft>
            <a:buChar char="•"/>
          </a:pPr>
          <a:r>
            <a:rPr lang="ar-IQ" sz="1700" kern="1200" dirty="0"/>
            <a:t>كن متجاوبًا مع الطلاب ولكن حدّد ساعات وتوقعات واضحة لساعات العمل الافتراضية والردود على أسئلتهم وإعطاء تعليقك حول اجاباتهم</a:t>
          </a:r>
          <a:endParaRPr lang="en-US" sz="1700" kern="1200" dirty="0"/>
        </a:p>
      </dsp:txBody>
      <dsp:txXfrm>
        <a:off x="0" y="2494689"/>
        <a:ext cx="8089883" cy="523710"/>
      </dsp:txXfrm>
    </dsp:sp>
    <dsp:sp modelId="{78E37239-5BCB-418E-87B1-C77E3FDCCE70}">
      <dsp:nvSpPr>
        <dsp:cNvPr id="0" name=""/>
        <dsp:cNvSpPr/>
      </dsp:nvSpPr>
      <dsp:spPr>
        <a:xfrm>
          <a:off x="0" y="3018399"/>
          <a:ext cx="8089883" cy="527670"/>
        </a:xfrm>
        <a:prstGeom prst="roundRect">
          <a:avLst/>
        </a:prstGeom>
        <a:solidFill>
          <a:schemeClr val="accent5">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r" defTabSz="977900" rtl="1">
            <a:lnSpc>
              <a:spcPct val="90000"/>
            </a:lnSpc>
            <a:spcBef>
              <a:spcPct val="0"/>
            </a:spcBef>
            <a:spcAft>
              <a:spcPct val="35000"/>
            </a:spcAft>
            <a:buNone/>
          </a:pPr>
          <a:r>
            <a:rPr lang="ar-IQ" sz="2200" kern="1200" dirty="0"/>
            <a:t>قم بتنويع الواجبات</a:t>
          </a:r>
          <a:endParaRPr lang="en-US" sz="2200" kern="1200" dirty="0"/>
        </a:p>
      </dsp:txBody>
      <dsp:txXfrm>
        <a:off x="25759" y="3044158"/>
        <a:ext cx="8038365" cy="476152"/>
      </dsp:txXfrm>
    </dsp:sp>
    <dsp:sp modelId="{2096B45F-76D9-42AD-B37E-9C1145F9D45D}">
      <dsp:nvSpPr>
        <dsp:cNvPr id="0" name=""/>
        <dsp:cNvSpPr/>
      </dsp:nvSpPr>
      <dsp:spPr>
        <a:xfrm>
          <a:off x="0" y="3546069"/>
          <a:ext cx="8089883" cy="5237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56854" tIns="27940" rIns="156464" bIns="27940" numCol="1" spcCol="1270" anchor="t" anchorCtr="0">
          <a:noAutofit/>
        </a:bodyPr>
        <a:lstStyle/>
        <a:p>
          <a:pPr marL="171450" lvl="1" indent="-171450" algn="r" defTabSz="755650" rtl="1">
            <a:lnSpc>
              <a:spcPct val="90000"/>
            </a:lnSpc>
            <a:spcBef>
              <a:spcPct val="0"/>
            </a:spcBef>
            <a:spcAft>
              <a:spcPct val="20000"/>
            </a:spcAft>
            <a:buChar char="•"/>
          </a:pPr>
          <a:r>
            <a:rPr lang="ar-IQ" sz="1700" kern="1200" dirty="0"/>
            <a:t>عندما يظهر الطلبة ارتياحاً أكثر مع التكنولوجيا الرقمية ، قم بدمج الواجبات والتقييمات المبتكرة في الفصل الدراسي!</a:t>
          </a:r>
          <a:endParaRPr lang="en-US" sz="1700" kern="1200" dirty="0"/>
        </a:p>
      </dsp:txBody>
      <dsp:txXfrm>
        <a:off x="0" y="3546069"/>
        <a:ext cx="8089883" cy="523710"/>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4820"/>
          </a:xfrm>
          <a:prstGeom prst="rect">
            <a:avLst/>
          </a:prstGeom>
        </p:spPr>
        <p:txBody>
          <a:bodyPr vert="horz" lIns="93177" tIns="46589" rIns="93177" bIns="46589" rtlCol="0"/>
          <a:lstStyle>
            <a:lvl1pPr algn="l">
              <a:defRPr sz="1200"/>
            </a:lvl1pPr>
          </a:lstStyle>
          <a:p>
            <a:endParaRPr lang="en-US">
              <a:latin typeface="Arial" charset="0"/>
            </a:endParaRPr>
          </a:p>
        </p:txBody>
      </p:sp>
      <p:sp>
        <p:nvSpPr>
          <p:cNvPr id="3" name="Date Placeholder 2"/>
          <p:cNvSpPr>
            <a:spLocks noGrp="1"/>
          </p:cNvSpPr>
          <p:nvPr>
            <p:ph type="dt" sz="quarter" idx="1"/>
          </p:nvPr>
        </p:nvSpPr>
        <p:spPr>
          <a:xfrm>
            <a:off x="3970938" y="0"/>
            <a:ext cx="3037840" cy="464820"/>
          </a:xfrm>
          <a:prstGeom prst="rect">
            <a:avLst/>
          </a:prstGeom>
        </p:spPr>
        <p:txBody>
          <a:bodyPr vert="horz" lIns="93177" tIns="46589" rIns="93177" bIns="46589" rtlCol="0"/>
          <a:lstStyle>
            <a:lvl1pPr algn="r">
              <a:defRPr sz="1200"/>
            </a:lvl1pPr>
          </a:lstStyle>
          <a:p>
            <a:fld id="{A093954A-C201-EB40-9459-342C786798D2}" type="datetimeFigureOut">
              <a:rPr lang="en-US" smtClean="0">
                <a:latin typeface="Arial" charset="0"/>
              </a:rPr>
              <a:t>9/29/25</a:t>
            </a:fld>
            <a:endParaRPr lang="en-US">
              <a:latin typeface="Arial" charset="0"/>
            </a:endParaRPr>
          </a:p>
        </p:txBody>
      </p:sp>
      <p:sp>
        <p:nvSpPr>
          <p:cNvPr id="4" name="Footer Placeholder 3"/>
          <p:cNvSpPr>
            <a:spLocks noGrp="1"/>
          </p:cNvSpPr>
          <p:nvPr>
            <p:ph type="ftr" sz="quarter" idx="2"/>
          </p:nvPr>
        </p:nvSpPr>
        <p:spPr>
          <a:xfrm>
            <a:off x="0" y="8829967"/>
            <a:ext cx="3037840" cy="464820"/>
          </a:xfrm>
          <a:prstGeom prst="rect">
            <a:avLst/>
          </a:prstGeom>
        </p:spPr>
        <p:txBody>
          <a:bodyPr vert="horz" lIns="93177" tIns="46589" rIns="93177" bIns="46589" rtlCol="0" anchor="b"/>
          <a:lstStyle>
            <a:lvl1pPr algn="l">
              <a:defRPr sz="1200"/>
            </a:lvl1pPr>
          </a:lstStyle>
          <a:p>
            <a:endParaRPr lang="en-US">
              <a:latin typeface="Arial" charset="0"/>
            </a:endParaRPr>
          </a:p>
        </p:txBody>
      </p:sp>
      <p:sp>
        <p:nvSpPr>
          <p:cNvPr id="5" name="Slide Number Placeholder 4"/>
          <p:cNvSpPr>
            <a:spLocks noGrp="1"/>
          </p:cNvSpPr>
          <p:nvPr>
            <p:ph type="sldNum" sz="quarter" idx="3"/>
          </p:nvPr>
        </p:nvSpPr>
        <p:spPr>
          <a:xfrm>
            <a:off x="3970938" y="8829967"/>
            <a:ext cx="3037840" cy="464820"/>
          </a:xfrm>
          <a:prstGeom prst="rect">
            <a:avLst/>
          </a:prstGeom>
        </p:spPr>
        <p:txBody>
          <a:bodyPr vert="horz" lIns="93177" tIns="46589" rIns="93177" bIns="46589" rtlCol="0" anchor="b"/>
          <a:lstStyle>
            <a:lvl1pPr algn="r">
              <a:defRPr sz="1200"/>
            </a:lvl1pPr>
          </a:lstStyle>
          <a:p>
            <a:fld id="{3F52853C-6216-544B-82BE-E4DDDB9FF424}" type="slidenum">
              <a:rPr lang="en-US" smtClean="0">
                <a:latin typeface="Arial" charset="0"/>
              </a:rPr>
              <a:t>‹#›</a:t>
            </a:fld>
            <a:endParaRPr lang="en-US">
              <a:latin typeface="Arial" charset="0"/>
            </a:endParaRPr>
          </a:p>
        </p:txBody>
      </p:sp>
    </p:spTree>
    <p:extLst>
      <p:ext uri="{BB962C8B-B14F-4D97-AF65-F5344CB8AC3E}">
        <p14:creationId xmlns:p14="http://schemas.microsoft.com/office/powerpoint/2010/main" val="1789662051"/>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4820"/>
          </a:xfrm>
          <a:prstGeom prst="rect">
            <a:avLst/>
          </a:prstGeom>
        </p:spPr>
        <p:txBody>
          <a:bodyPr vert="horz" lIns="93177" tIns="46589" rIns="93177" bIns="46589" rtlCol="0"/>
          <a:lstStyle>
            <a:lvl1pPr algn="l">
              <a:defRPr sz="1200" b="0" i="0">
                <a:latin typeface="Arial" charset="0"/>
              </a:defRPr>
            </a:lvl1pPr>
          </a:lstStyle>
          <a:p>
            <a:endParaRPr lang="en-JM"/>
          </a:p>
        </p:txBody>
      </p:sp>
      <p:sp>
        <p:nvSpPr>
          <p:cNvPr id="3" name="Date Placeholder 2"/>
          <p:cNvSpPr>
            <a:spLocks noGrp="1"/>
          </p:cNvSpPr>
          <p:nvPr>
            <p:ph type="dt" idx="1"/>
          </p:nvPr>
        </p:nvSpPr>
        <p:spPr>
          <a:xfrm>
            <a:off x="3970938" y="0"/>
            <a:ext cx="3037840" cy="464820"/>
          </a:xfrm>
          <a:prstGeom prst="rect">
            <a:avLst/>
          </a:prstGeom>
        </p:spPr>
        <p:txBody>
          <a:bodyPr vert="horz" lIns="93177" tIns="46589" rIns="93177" bIns="46589" rtlCol="0"/>
          <a:lstStyle>
            <a:lvl1pPr algn="r">
              <a:defRPr sz="1200" b="0" i="0">
                <a:latin typeface="Arial" charset="0"/>
              </a:defRPr>
            </a:lvl1pPr>
          </a:lstStyle>
          <a:p>
            <a:fld id="{7D7D0FC4-79A4-4CD6-9D21-6D2AFDDF42EC}" type="datetimeFigureOut">
              <a:rPr lang="en-JM" smtClean="0"/>
              <a:pPr/>
              <a:t>29/09/2025</a:t>
            </a:fld>
            <a:endParaRPr lang="en-JM"/>
          </a:p>
        </p:txBody>
      </p:sp>
      <p:sp>
        <p:nvSpPr>
          <p:cNvPr id="4" name="Slide Image Placeholder 3"/>
          <p:cNvSpPr>
            <a:spLocks noGrp="1" noRot="1" noChangeAspect="1"/>
          </p:cNvSpPr>
          <p:nvPr>
            <p:ph type="sldImg" idx="2"/>
          </p:nvPr>
        </p:nvSpPr>
        <p:spPr>
          <a:xfrm>
            <a:off x="406400" y="696913"/>
            <a:ext cx="6197600" cy="3486150"/>
          </a:xfrm>
          <a:prstGeom prst="rect">
            <a:avLst/>
          </a:prstGeom>
          <a:noFill/>
          <a:ln w="12700">
            <a:solidFill>
              <a:prstClr val="black"/>
            </a:solidFill>
          </a:ln>
        </p:spPr>
        <p:txBody>
          <a:bodyPr vert="horz" lIns="93177" tIns="46589" rIns="93177" bIns="46589" rtlCol="0" anchor="ctr"/>
          <a:lstStyle/>
          <a:p>
            <a:endParaRPr lang="en-JM" dirty="0"/>
          </a:p>
        </p:txBody>
      </p:sp>
      <p:sp>
        <p:nvSpPr>
          <p:cNvPr id="5" name="Notes Placeholder 4"/>
          <p:cNvSpPr>
            <a:spLocks noGrp="1"/>
          </p:cNvSpPr>
          <p:nvPr>
            <p:ph type="body" sz="quarter" idx="3"/>
          </p:nvPr>
        </p:nvSpPr>
        <p:spPr>
          <a:xfrm>
            <a:off x="701040" y="4415790"/>
            <a:ext cx="5608320" cy="4183380"/>
          </a:xfrm>
          <a:prstGeom prst="rect">
            <a:avLst/>
          </a:prstGeom>
        </p:spPr>
        <p:txBody>
          <a:bodyPr vert="horz" lIns="93177" tIns="46589" rIns="93177" bIns="46589"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JM" dirty="0"/>
          </a:p>
        </p:txBody>
      </p:sp>
      <p:sp>
        <p:nvSpPr>
          <p:cNvPr id="6" name="Footer Placeholder 5"/>
          <p:cNvSpPr>
            <a:spLocks noGrp="1"/>
          </p:cNvSpPr>
          <p:nvPr>
            <p:ph type="ftr" sz="quarter" idx="4"/>
          </p:nvPr>
        </p:nvSpPr>
        <p:spPr>
          <a:xfrm>
            <a:off x="0" y="8829967"/>
            <a:ext cx="3037840" cy="464820"/>
          </a:xfrm>
          <a:prstGeom prst="rect">
            <a:avLst/>
          </a:prstGeom>
        </p:spPr>
        <p:txBody>
          <a:bodyPr vert="horz" lIns="93177" tIns="46589" rIns="93177" bIns="46589" rtlCol="0" anchor="b"/>
          <a:lstStyle>
            <a:lvl1pPr algn="l">
              <a:defRPr sz="1200" b="0" i="0">
                <a:latin typeface="Arial" charset="0"/>
              </a:defRPr>
            </a:lvl1pPr>
          </a:lstStyle>
          <a:p>
            <a:endParaRPr lang="en-JM"/>
          </a:p>
        </p:txBody>
      </p:sp>
      <p:sp>
        <p:nvSpPr>
          <p:cNvPr id="7" name="Slide Number Placeholder 6"/>
          <p:cNvSpPr>
            <a:spLocks noGrp="1"/>
          </p:cNvSpPr>
          <p:nvPr>
            <p:ph type="sldNum" sz="quarter" idx="5"/>
          </p:nvPr>
        </p:nvSpPr>
        <p:spPr>
          <a:xfrm>
            <a:off x="3970938" y="8829967"/>
            <a:ext cx="3037840" cy="464820"/>
          </a:xfrm>
          <a:prstGeom prst="rect">
            <a:avLst/>
          </a:prstGeom>
        </p:spPr>
        <p:txBody>
          <a:bodyPr vert="horz" lIns="93177" tIns="46589" rIns="93177" bIns="46589" rtlCol="0" anchor="b"/>
          <a:lstStyle>
            <a:lvl1pPr algn="r">
              <a:defRPr sz="1200" b="0" i="0">
                <a:latin typeface="Arial" charset="0"/>
              </a:defRPr>
            </a:lvl1pPr>
          </a:lstStyle>
          <a:p>
            <a:fld id="{FEA829E4-7B8F-48ED-BCF8-1C0A3C644052}" type="slidenum">
              <a:rPr lang="en-JM" smtClean="0"/>
              <a:pPr/>
              <a:t>‹#›</a:t>
            </a:fld>
            <a:endParaRPr lang="en-JM"/>
          </a:p>
        </p:txBody>
      </p:sp>
    </p:spTree>
    <p:extLst>
      <p:ext uri="{BB962C8B-B14F-4D97-AF65-F5344CB8AC3E}">
        <p14:creationId xmlns:p14="http://schemas.microsoft.com/office/powerpoint/2010/main" val="487037923"/>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b="0" i="0" kern="1200">
        <a:solidFill>
          <a:schemeClr val="tx1"/>
        </a:solidFill>
        <a:latin typeface="Arial" charset="0"/>
        <a:ea typeface="+mn-ea"/>
        <a:cs typeface="+mn-cs"/>
      </a:defRPr>
    </a:lvl1pPr>
    <a:lvl2pPr marL="457200" algn="l" defTabSz="914400" rtl="0" eaLnBrk="1" latinLnBrk="0" hangingPunct="1">
      <a:defRPr sz="1200" b="0" i="0" kern="1200">
        <a:solidFill>
          <a:schemeClr val="tx1"/>
        </a:solidFill>
        <a:latin typeface="Arial" charset="0"/>
        <a:ea typeface="+mn-ea"/>
        <a:cs typeface="+mn-cs"/>
      </a:defRPr>
    </a:lvl2pPr>
    <a:lvl3pPr marL="914400" algn="l" defTabSz="914400" rtl="0" eaLnBrk="1" latinLnBrk="0" hangingPunct="1">
      <a:defRPr sz="1200" b="0" i="0" kern="1200">
        <a:solidFill>
          <a:schemeClr val="tx1"/>
        </a:solidFill>
        <a:latin typeface="Arial" charset="0"/>
        <a:ea typeface="+mn-ea"/>
        <a:cs typeface="+mn-cs"/>
      </a:defRPr>
    </a:lvl3pPr>
    <a:lvl4pPr marL="1371600" algn="l" defTabSz="914400" rtl="0" eaLnBrk="1" latinLnBrk="0" hangingPunct="1">
      <a:defRPr sz="1200" b="0" i="0" kern="1200">
        <a:solidFill>
          <a:schemeClr val="tx1"/>
        </a:solidFill>
        <a:latin typeface="Arial" charset="0"/>
        <a:ea typeface="+mn-ea"/>
        <a:cs typeface="+mn-cs"/>
      </a:defRPr>
    </a:lvl4pPr>
    <a:lvl5pPr marL="1828800" algn="l" defTabSz="914400" rtl="0" eaLnBrk="1" latinLnBrk="0" hangingPunct="1">
      <a:defRPr sz="1200" b="0" i="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 Id="rId3" Type="http://schemas.openxmlformats.org/officeDocument/2006/relationships/hyperlink" Target="https://www.chronicle.com/interactives/advice-online-teaching" TargetMode="Externa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 Id="rId3" Type="http://schemas.openxmlformats.org/officeDocument/2006/relationships/hyperlink" Target="https://www.insidehighered.com/digital-learning/article/2017/07/12/7-guidelines-effective-teaching-online" TargetMode="Externa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 Id="rId3" Type="http://schemas.openxmlformats.org/officeDocument/2006/relationships/hyperlink" Target="https://teachercenter.withgoogle.com/fundamentals/unit?unit=1&amp;lesson=2" TargetMode="Externa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 Id="rId3" Type="http://schemas.openxmlformats.org/officeDocument/2006/relationships/hyperlink" Target="https://directpoll.com/c?XDVhEtiyGKGrkHbJ9hL2Z8hBSnJyhqFuPl" TargetMode="External"/><Relationship Id="rId4" Type="http://schemas.openxmlformats.org/officeDocument/2006/relationships/hyperlink" Target="http://etc.ch/d7Jj" TargetMode="External"/><Relationship Id="rId5" Type="http://schemas.openxmlformats.org/officeDocument/2006/relationships/hyperlink" Target="https://directpoll.com/v?XDVhEtiyGKGrkHbJ9hL2Z8hBSnJyhBlXy" TargetMode="External"/><Relationship Id="rId6" Type="http://schemas.openxmlformats.org/officeDocument/2006/relationships/hyperlink" Target="https://directpoll.com/r?XDbzPBd3ixYqg8AVvzpKuelO6eOB1N9i7SsRrUhNwG2" TargetMode="Externa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EA829E4-7B8F-48ED-BCF8-1C0A3C644052}" type="slidenum">
              <a:rPr lang="en-JM" smtClean="0"/>
              <a:pPr/>
              <a:t>2</a:t>
            </a:fld>
            <a:endParaRPr lang="en-JM"/>
          </a:p>
        </p:txBody>
      </p:sp>
    </p:spTree>
    <p:extLst>
      <p:ext uri="{BB962C8B-B14F-4D97-AF65-F5344CB8AC3E}">
        <p14:creationId xmlns:p14="http://schemas.microsoft.com/office/powerpoint/2010/main" val="210232548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LM – go through objectives and why. Goal of this session is to introduce participants to concepts. Many of you already understand and are already using online learning. Our session and some activities reflect that however we are hoping to guide all through the use of this whether you have been leading online sessions for years or just trying to get started. This will be a stretch area for many of our faculty and students. We will need patience in this process but also a perseverance to keep moving forward </a:t>
            </a:r>
          </a:p>
          <a:p>
            <a:endParaRPr lang="en-US"/>
          </a:p>
          <a:p>
            <a:r>
              <a:rPr lang="en-US"/>
              <a:t>E Learning/ E TEACHING is more than just posting a series of </a:t>
            </a:r>
            <a:r>
              <a:rPr lang="en-US" err="1"/>
              <a:t>powerpoint</a:t>
            </a:r>
            <a:r>
              <a:rPr lang="en-US"/>
              <a:t> lectures online. It is active and in motion</a:t>
            </a:r>
          </a:p>
          <a:p>
            <a:endParaRPr lang="en-US"/>
          </a:p>
        </p:txBody>
      </p:sp>
      <p:sp>
        <p:nvSpPr>
          <p:cNvPr id="4" name="Slide Number Placeholder 3"/>
          <p:cNvSpPr>
            <a:spLocks noGrp="1"/>
          </p:cNvSpPr>
          <p:nvPr>
            <p:ph type="sldNum" sz="quarter" idx="10"/>
          </p:nvPr>
        </p:nvSpPr>
        <p:spPr/>
        <p:txBody>
          <a:bodyPr/>
          <a:lstStyle/>
          <a:p>
            <a:fld id="{FEA829E4-7B8F-48ED-BCF8-1C0A3C644052}" type="slidenum">
              <a:rPr lang="en-JM" smtClean="0"/>
              <a:pPr/>
              <a:t>3</a:t>
            </a:fld>
            <a:endParaRPr lang="en-JM"/>
          </a:p>
        </p:txBody>
      </p:sp>
    </p:spTree>
    <p:extLst>
      <p:ext uri="{BB962C8B-B14F-4D97-AF65-F5344CB8AC3E}">
        <p14:creationId xmlns:p14="http://schemas.microsoft.com/office/powerpoint/2010/main" val="232888252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Quick formative assessment model to gauge starting point for all </a:t>
            </a:r>
          </a:p>
        </p:txBody>
      </p:sp>
      <p:sp>
        <p:nvSpPr>
          <p:cNvPr id="4" name="Slide Number Placeholder 3"/>
          <p:cNvSpPr>
            <a:spLocks noGrp="1"/>
          </p:cNvSpPr>
          <p:nvPr>
            <p:ph type="sldNum" sz="quarter" idx="5"/>
          </p:nvPr>
        </p:nvSpPr>
        <p:spPr/>
        <p:txBody>
          <a:bodyPr/>
          <a:lstStyle/>
          <a:p>
            <a:fld id="{FEA829E4-7B8F-48ED-BCF8-1C0A3C644052}" type="slidenum">
              <a:rPr lang="en-JM" smtClean="0"/>
              <a:pPr/>
              <a:t>4</a:t>
            </a:fld>
            <a:endParaRPr lang="en-JM"/>
          </a:p>
        </p:txBody>
      </p:sp>
    </p:spTree>
    <p:extLst>
      <p:ext uri="{BB962C8B-B14F-4D97-AF65-F5344CB8AC3E}">
        <p14:creationId xmlns:p14="http://schemas.microsoft.com/office/powerpoint/2010/main" val="241445494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i="0" kern="1200">
                <a:solidFill>
                  <a:schemeClr val="tx1"/>
                </a:solidFill>
                <a:effectLst/>
                <a:latin typeface="Arial"/>
                <a:cs typeface="Arial"/>
              </a:rPr>
              <a:t>Self-paced and asynchronous:</a:t>
            </a:r>
            <a:r>
              <a:rPr lang="en-US" sz="1200" b="0" i="0" kern="1200">
                <a:solidFill>
                  <a:schemeClr val="tx1"/>
                </a:solidFill>
                <a:effectLst/>
                <a:latin typeface="Arial"/>
                <a:cs typeface="Arial"/>
              </a:rPr>
              <a:t> Learners learn at their own pace and path. This consists of pre-recorded and established resources which a learner can access at any time. There are no time constraints and no requirements for a student to complete section one before section two, for example. The instructor pre-records and develops the learning experience then allows each learner to have autonomy and select their learning journey without constraints. Instructors can still be available for technical or learning support.</a:t>
            </a:r>
          </a:p>
          <a:p>
            <a:pPr lvl="0"/>
            <a:r>
              <a:rPr lang="en-US" sz="1200" b="1" i="0" kern="1200">
                <a:solidFill>
                  <a:schemeClr val="tx1"/>
                </a:solidFill>
                <a:effectLst/>
                <a:latin typeface="Arial"/>
                <a:cs typeface="Arial"/>
              </a:rPr>
              <a:t>Self-paced and synchronous: </a:t>
            </a:r>
            <a:r>
              <a:rPr lang="en-US" sz="1200" b="0" i="0" kern="1200">
                <a:solidFill>
                  <a:schemeClr val="tx1"/>
                </a:solidFill>
                <a:effectLst/>
                <a:latin typeface="Arial"/>
                <a:cs typeface="Arial"/>
              </a:rPr>
              <a:t>Like self-paced and asynchronous, except the e-learning materials are presented in a specific order and the platform provides guidance for progressing in the course. For example, although there may not be a deadline to complete section one, students may still need to complete it before progressing to section two.</a:t>
            </a:r>
          </a:p>
          <a:p>
            <a:pPr lvl="0"/>
            <a:r>
              <a:rPr lang="en-US" sz="1200" b="1" i="0" kern="1200">
                <a:solidFill>
                  <a:schemeClr val="tx1"/>
                </a:solidFill>
                <a:effectLst/>
                <a:latin typeface="Arial"/>
                <a:cs typeface="Arial"/>
              </a:rPr>
              <a:t>Facilitated and synchronous:</a:t>
            </a:r>
            <a:r>
              <a:rPr lang="en-US" sz="1200" b="0" i="0" kern="1200">
                <a:solidFill>
                  <a:schemeClr val="tx1"/>
                </a:solidFill>
                <a:effectLst/>
                <a:latin typeface="Arial"/>
                <a:cs typeface="Arial"/>
              </a:rPr>
              <a:t> The trainer provides a linear syllabus or course/training agenda with specific dates and deadlines. The trainer guides the learner through each topic and resource which follows in chronological order. The instructor is very involved in the learner’s experience. This may include live virtual classrooms, moderated discussion forums, assignments with feedback from the instructor, and trainer assessment to be completed at a specific date after the materials have been reviewed. This methodology includes one-time live trainings.</a:t>
            </a:r>
          </a:p>
          <a:p>
            <a:pPr lvl="0"/>
            <a:r>
              <a:rPr lang="en-US" sz="1200" b="1" i="0" kern="1200">
                <a:solidFill>
                  <a:schemeClr val="tx1"/>
                </a:solidFill>
                <a:effectLst/>
                <a:latin typeface="Arial"/>
                <a:cs typeface="Arial"/>
              </a:rPr>
              <a:t>Blended Learning</a:t>
            </a:r>
            <a:r>
              <a:rPr lang="en-US" sz="1200" b="0" i="0" kern="1200">
                <a:solidFill>
                  <a:schemeClr val="tx1"/>
                </a:solidFill>
                <a:effectLst/>
                <a:latin typeface="Arial"/>
                <a:cs typeface="Arial"/>
              </a:rPr>
              <a:t>: </a:t>
            </a:r>
            <a:r>
              <a:rPr lang="en-US" sz="1200" b="1" i="0" kern="1200">
                <a:solidFill>
                  <a:schemeClr val="tx1"/>
                </a:solidFill>
                <a:effectLst/>
                <a:latin typeface="Arial"/>
                <a:cs typeface="Arial"/>
              </a:rPr>
              <a:t>A blended, or mixed approach, is very common in online learning. This may include a series of pre-recorded videos, required and optional resources, moderated or un-moderated discussion forums, modules which participants complete within a specific time frame but at their own pace and determining which order to review, and live classrooms. </a:t>
            </a:r>
            <a:r>
              <a:rPr lang="en-US" sz="1200" b="0" i="0" kern="1200">
                <a:solidFill>
                  <a:schemeClr val="tx1"/>
                </a:solidFill>
                <a:effectLst/>
                <a:latin typeface="Arial"/>
                <a:cs typeface="Arial"/>
              </a:rPr>
              <a:t>In a more traditional sense, blended-learning may also include in-person components.</a:t>
            </a:r>
          </a:p>
          <a:p>
            <a:r>
              <a:rPr lang="en-US">
                <a:latin typeface="Arial"/>
                <a:cs typeface="Arial"/>
              </a:rPr>
              <a:t>Source: IREX Remote Training Handbook</a:t>
            </a:r>
            <a:endParaRPr lang="en-US">
              <a:cs typeface="Arial"/>
            </a:endParaRPr>
          </a:p>
          <a:p>
            <a:endParaRPr lang="en-US">
              <a:cs typeface="Arial" charset="0"/>
            </a:endParaRPr>
          </a:p>
        </p:txBody>
      </p:sp>
      <p:sp>
        <p:nvSpPr>
          <p:cNvPr id="4" name="Slide Number Placeholder 3"/>
          <p:cNvSpPr>
            <a:spLocks noGrp="1"/>
          </p:cNvSpPr>
          <p:nvPr>
            <p:ph type="sldNum" sz="quarter" idx="10"/>
          </p:nvPr>
        </p:nvSpPr>
        <p:spPr/>
        <p:txBody>
          <a:bodyPr/>
          <a:lstStyle/>
          <a:p>
            <a:fld id="{FEA829E4-7B8F-48ED-BCF8-1C0A3C644052}" type="slidenum">
              <a:rPr lang="en-JM" smtClean="0"/>
              <a:pPr/>
              <a:t>5</a:t>
            </a:fld>
            <a:endParaRPr lang="en-JM"/>
          </a:p>
        </p:txBody>
      </p:sp>
    </p:spTree>
    <p:extLst>
      <p:ext uri="{BB962C8B-B14F-4D97-AF65-F5344CB8AC3E}">
        <p14:creationId xmlns:p14="http://schemas.microsoft.com/office/powerpoint/2010/main" val="93778552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kern="1200">
                <a:solidFill>
                  <a:schemeClr val="tx1"/>
                </a:solidFill>
                <a:effectLst/>
                <a:latin typeface="Arial"/>
                <a:cs typeface="Arial"/>
              </a:rPr>
              <a:t>Learning management system.</a:t>
            </a:r>
            <a:r>
              <a:rPr lang="en-US" sz="1200" b="0" i="0" kern="1200">
                <a:solidFill>
                  <a:schemeClr val="tx1"/>
                </a:solidFill>
                <a:effectLst/>
                <a:latin typeface="Arial"/>
                <a:cs typeface="Arial"/>
              </a:rPr>
              <a:t> Otherwise known as an LMS. Online classes typically take place via your institution’s chosen learning-management system — a platform that include communication, content delivery, and assessment tools to facilitate the teaching-and-learning process.</a:t>
            </a:r>
            <a:r>
              <a:rPr lang="en-US">
                <a:latin typeface="Arial"/>
                <a:cs typeface="Arial"/>
              </a:rPr>
              <a:t> Examples of common LMSs include Google Classroom, Moodle and many others. An LMS can be used with synchronous and asynchronous online learning </a:t>
            </a:r>
            <a:endParaRPr lang="en-US" sz="1200" b="0" i="0" kern="1200">
              <a:solidFill>
                <a:schemeClr val="tx1"/>
              </a:solidFill>
              <a:effectLst/>
              <a:latin typeface="Arial" charset="0"/>
              <a:ea typeface="+mn-ea"/>
              <a:cs typeface="+mn-cs"/>
            </a:endParaRPr>
          </a:p>
          <a:p>
            <a:endParaRPr lang="en-US" sz="1200" b="0" i="0" kern="1200">
              <a:solidFill>
                <a:schemeClr val="tx1"/>
              </a:solidFill>
              <a:effectLst/>
              <a:latin typeface="Arial" charset="0"/>
              <a:cs typeface="Arial"/>
            </a:endParaRPr>
          </a:p>
          <a:p>
            <a:r>
              <a:rPr lang="en-US" b="1">
                <a:latin typeface="Arial"/>
                <a:cs typeface="Arial"/>
              </a:rPr>
              <a:t>Video Conferencing System- </a:t>
            </a:r>
            <a:r>
              <a:rPr lang="en-US" b="0">
                <a:latin typeface="Arial"/>
                <a:cs typeface="Arial"/>
              </a:rPr>
              <a:t>this is a web based video system that allows for video meetings in real time. Common systems include Zoom, GoToMeeting, </a:t>
            </a:r>
            <a:r>
              <a:rPr lang="en-US" b="0" err="1">
                <a:latin typeface="Arial"/>
                <a:cs typeface="Arial"/>
              </a:rPr>
              <a:t>CiscoWebEX</a:t>
            </a:r>
            <a:r>
              <a:rPr lang="en-US" b="0">
                <a:latin typeface="Arial"/>
                <a:cs typeface="Arial"/>
              </a:rPr>
              <a:t>, and others. These are used for synchronous teaching </a:t>
            </a:r>
            <a:endParaRPr lang="en-US">
              <a:cs typeface="Arial"/>
            </a:endParaRPr>
          </a:p>
          <a:p>
            <a:endParaRPr lang="en-US">
              <a:cs typeface="Arial"/>
            </a:endParaRPr>
          </a:p>
          <a:p>
            <a:endParaRPr lang="en-US">
              <a:cs typeface="Arial" charset="0"/>
            </a:endParaRPr>
          </a:p>
          <a:p>
            <a:r>
              <a:rPr lang="en-US" sz="1200" b="1" i="0" kern="1200">
                <a:solidFill>
                  <a:schemeClr val="tx1"/>
                </a:solidFill>
                <a:effectLst/>
                <a:latin typeface="Arial"/>
                <a:cs typeface="Arial"/>
              </a:rPr>
              <a:t>Module.</a:t>
            </a:r>
            <a:r>
              <a:rPr lang="en-US" sz="1200" b="0" i="0" kern="1200">
                <a:solidFill>
                  <a:schemeClr val="tx1"/>
                </a:solidFill>
                <a:effectLst/>
                <a:latin typeface="Arial"/>
                <a:cs typeface="Arial"/>
              </a:rPr>
              <a:t> The most common unit of organization for an online class is a module. Instructors use modules to organize class materials into topics. They’re ordered sequentially and contain all course materials and learning activities for that particular topic or unit.</a:t>
            </a:r>
          </a:p>
          <a:p>
            <a:r>
              <a:rPr lang="en-US" sz="1200" b="0" i="0" kern="1200">
                <a:solidFill>
                  <a:schemeClr val="tx1"/>
                </a:solidFill>
                <a:effectLst/>
                <a:latin typeface="Arial"/>
                <a:cs typeface="Arial"/>
              </a:rPr>
              <a:t>Source: </a:t>
            </a:r>
            <a:r>
              <a:rPr lang="en-US">
                <a:latin typeface="Arial"/>
                <a:cs typeface="Arial"/>
                <a:hlinkClick r:id="rId3"/>
              </a:rPr>
              <a:t>https://www.chronicle.com/interactives/advice-online-teaching</a:t>
            </a:r>
            <a:endParaRPr lang="en-US">
              <a:latin typeface="Arial"/>
              <a:cs typeface="Arial"/>
            </a:endParaRPr>
          </a:p>
          <a:p>
            <a:endParaRPr lang="en-US" sz="1200" b="0" i="0" kern="1200">
              <a:solidFill>
                <a:schemeClr val="tx1"/>
              </a:solidFill>
              <a:effectLst/>
              <a:latin typeface="Arial" charset="0"/>
              <a:ea typeface="+mn-ea"/>
              <a:cs typeface="+mn-cs"/>
            </a:endParaRPr>
          </a:p>
          <a:p>
            <a:r>
              <a:rPr lang="en-US" sz="1200" b="0" i="0" kern="1200">
                <a:solidFill>
                  <a:schemeClr val="tx1"/>
                </a:solidFill>
                <a:effectLst/>
                <a:latin typeface="Arial"/>
                <a:cs typeface="Arial"/>
              </a:rPr>
              <a:t>A MOOC is a massive open online course, usually (but not always) delivered free of charge or for a small fee. Typically MOOCs are open to all meaning that there are no enrollment requirements.</a:t>
            </a:r>
            <a:r>
              <a:rPr lang="en-US">
                <a:latin typeface="Arial"/>
                <a:cs typeface="Arial"/>
              </a:rPr>
              <a:t> </a:t>
            </a:r>
            <a:endParaRPr lang="en-US" sz="1200" b="0" i="0" kern="1200">
              <a:solidFill>
                <a:schemeClr val="tx1"/>
              </a:solidFill>
              <a:effectLst/>
              <a:latin typeface="Arial" charset="0"/>
              <a:cs typeface="Arial"/>
            </a:endParaRPr>
          </a:p>
          <a:p>
            <a:endParaRPr lang="en-US" dirty="0"/>
          </a:p>
        </p:txBody>
      </p:sp>
      <p:sp>
        <p:nvSpPr>
          <p:cNvPr id="4" name="Slide Number Placeholder 3"/>
          <p:cNvSpPr>
            <a:spLocks noGrp="1"/>
          </p:cNvSpPr>
          <p:nvPr>
            <p:ph type="sldNum" sz="quarter" idx="10"/>
          </p:nvPr>
        </p:nvSpPr>
        <p:spPr/>
        <p:txBody>
          <a:bodyPr/>
          <a:lstStyle/>
          <a:p>
            <a:fld id="{FEA829E4-7B8F-48ED-BCF8-1C0A3C644052}" type="slidenum">
              <a:rPr lang="en-JM" smtClean="0"/>
              <a:pPr/>
              <a:t>6</a:t>
            </a:fld>
            <a:endParaRPr lang="en-JM"/>
          </a:p>
        </p:txBody>
      </p:sp>
    </p:spTree>
    <p:extLst>
      <p:ext uri="{BB962C8B-B14F-4D97-AF65-F5344CB8AC3E}">
        <p14:creationId xmlns:p14="http://schemas.microsoft.com/office/powerpoint/2010/main" val="192404906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See what comes through in the chat (may be a lot of responses simultaneously); use responses as a means to discuss the current need as one potential way to structure this topic; additional ideas on next slide</a:t>
            </a:r>
          </a:p>
        </p:txBody>
      </p:sp>
      <p:sp>
        <p:nvSpPr>
          <p:cNvPr id="4" name="Slide Number Placeholder 3"/>
          <p:cNvSpPr>
            <a:spLocks noGrp="1"/>
          </p:cNvSpPr>
          <p:nvPr>
            <p:ph type="sldNum" sz="quarter" idx="5"/>
          </p:nvPr>
        </p:nvSpPr>
        <p:spPr/>
        <p:txBody>
          <a:bodyPr/>
          <a:lstStyle/>
          <a:p>
            <a:fld id="{FEA829E4-7B8F-48ED-BCF8-1C0A3C644052}" type="slidenum">
              <a:rPr lang="en-JM" smtClean="0"/>
              <a:pPr/>
              <a:t>7</a:t>
            </a:fld>
            <a:endParaRPr lang="en-JM"/>
          </a:p>
        </p:txBody>
      </p:sp>
    </p:spTree>
    <p:extLst>
      <p:ext uri="{BB962C8B-B14F-4D97-AF65-F5344CB8AC3E}">
        <p14:creationId xmlns:p14="http://schemas.microsoft.com/office/powerpoint/2010/main" val="152342904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Why e-learning and why now</a:t>
            </a:r>
          </a:p>
          <a:p>
            <a:endParaRPr lang="en-US"/>
          </a:p>
          <a:p>
            <a:r>
              <a:rPr lang="en-US"/>
              <a:t>Big picture- needs to learn</a:t>
            </a:r>
          </a:p>
          <a:p>
            <a:endParaRPr lang="en-US"/>
          </a:p>
          <a:p>
            <a:r>
              <a:rPr lang="en-US"/>
              <a:t>Current situation- one access point </a:t>
            </a:r>
          </a:p>
        </p:txBody>
      </p:sp>
      <p:sp>
        <p:nvSpPr>
          <p:cNvPr id="4" name="Slide Number Placeholder 3"/>
          <p:cNvSpPr>
            <a:spLocks noGrp="1"/>
          </p:cNvSpPr>
          <p:nvPr>
            <p:ph type="sldNum" sz="quarter" idx="10"/>
          </p:nvPr>
        </p:nvSpPr>
        <p:spPr/>
        <p:txBody>
          <a:bodyPr/>
          <a:lstStyle/>
          <a:p>
            <a:fld id="{FEA829E4-7B8F-48ED-BCF8-1C0A3C644052}" type="slidenum">
              <a:rPr lang="en-JM" smtClean="0"/>
              <a:pPr/>
              <a:t>8</a:t>
            </a:fld>
            <a:endParaRPr lang="en-JM"/>
          </a:p>
        </p:txBody>
      </p:sp>
    </p:spTree>
    <p:extLst>
      <p:ext uri="{BB962C8B-B14F-4D97-AF65-F5344CB8AC3E}">
        <p14:creationId xmlns:p14="http://schemas.microsoft.com/office/powerpoint/2010/main" val="33041941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Correct answer is all of these! </a:t>
            </a:r>
          </a:p>
        </p:txBody>
      </p:sp>
      <p:sp>
        <p:nvSpPr>
          <p:cNvPr id="4" name="Slide Number Placeholder 3"/>
          <p:cNvSpPr>
            <a:spLocks noGrp="1"/>
          </p:cNvSpPr>
          <p:nvPr>
            <p:ph type="sldNum" sz="quarter" idx="10"/>
          </p:nvPr>
        </p:nvSpPr>
        <p:spPr/>
        <p:txBody>
          <a:bodyPr/>
          <a:lstStyle/>
          <a:p>
            <a:fld id="{FEA829E4-7B8F-48ED-BCF8-1C0A3C644052}" type="slidenum">
              <a:rPr lang="en-JM" smtClean="0"/>
              <a:pPr/>
              <a:t>9</a:t>
            </a:fld>
            <a:endParaRPr lang="en-JM"/>
          </a:p>
        </p:txBody>
      </p:sp>
    </p:spTree>
    <p:extLst>
      <p:ext uri="{BB962C8B-B14F-4D97-AF65-F5344CB8AC3E}">
        <p14:creationId xmlns:p14="http://schemas.microsoft.com/office/powerpoint/2010/main" val="88273099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is an individual reflection exercise  where each faculty member takes just a moment to reflect on their own; using this as basis for an assignment post-session as well</a:t>
            </a:r>
          </a:p>
          <a:p>
            <a:endParaRPr lang="en-US"/>
          </a:p>
          <a:p>
            <a:endParaRPr lang="en-US"/>
          </a:p>
        </p:txBody>
      </p:sp>
      <p:sp>
        <p:nvSpPr>
          <p:cNvPr id="4" name="Slide Number Placeholder 3"/>
          <p:cNvSpPr>
            <a:spLocks noGrp="1"/>
          </p:cNvSpPr>
          <p:nvPr>
            <p:ph type="sldNum" sz="quarter" idx="5"/>
          </p:nvPr>
        </p:nvSpPr>
        <p:spPr/>
        <p:txBody>
          <a:bodyPr/>
          <a:lstStyle/>
          <a:p>
            <a:fld id="{FEA829E4-7B8F-48ED-BCF8-1C0A3C644052}" type="slidenum">
              <a:rPr lang="en-JM" smtClean="0"/>
              <a:pPr/>
              <a:t>10</a:t>
            </a:fld>
            <a:endParaRPr lang="en-JM"/>
          </a:p>
        </p:txBody>
      </p:sp>
    </p:spTree>
    <p:extLst>
      <p:ext uri="{BB962C8B-B14F-4D97-AF65-F5344CB8AC3E}">
        <p14:creationId xmlns:p14="http://schemas.microsoft.com/office/powerpoint/2010/main" val="404630351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There are many best practices related to e-learning. Here are a few to start us. These are big picture areas however we are going into detail in tips and ways you can move active learning online. and we will provide a ‘Best Practices in E-Learning Checklist’ at the end of the lesson for more! </a:t>
            </a:r>
          </a:p>
        </p:txBody>
      </p:sp>
      <p:sp>
        <p:nvSpPr>
          <p:cNvPr id="4" name="Slide Number Placeholder 3"/>
          <p:cNvSpPr>
            <a:spLocks noGrp="1"/>
          </p:cNvSpPr>
          <p:nvPr>
            <p:ph type="sldNum" sz="quarter" idx="10"/>
          </p:nvPr>
        </p:nvSpPr>
        <p:spPr/>
        <p:txBody>
          <a:bodyPr/>
          <a:lstStyle/>
          <a:p>
            <a:fld id="{FEA829E4-7B8F-48ED-BCF8-1C0A3C644052}" type="slidenum">
              <a:rPr lang="en-JM" smtClean="0"/>
              <a:pPr/>
              <a:t>11</a:t>
            </a:fld>
            <a:endParaRPr lang="en-JM"/>
          </a:p>
        </p:txBody>
      </p:sp>
    </p:spTree>
    <p:extLst>
      <p:ext uri="{BB962C8B-B14F-4D97-AF65-F5344CB8AC3E}">
        <p14:creationId xmlns:p14="http://schemas.microsoft.com/office/powerpoint/2010/main" val="367168497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Reference to include in facilitator notes: </a:t>
            </a:r>
            <a:r>
              <a:rPr lang="en-US">
                <a:hlinkClick r:id="rId3"/>
              </a:rPr>
              <a:t>https://www.insidehighered.com/digital-learning/article/2017/07/12/7-guidelines-effective-teaching-online</a:t>
            </a:r>
            <a:endParaRPr lang="en-US"/>
          </a:p>
        </p:txBody>
      </p:sp>
      <p:sp>
        <p:nvSpPr>
          <p:cNvPr id="4" name="Slide Number Placeholder 3"/>
          <p:cNvSpPr>
            <a:spLocks noGrp="1"/>
          </p:cNvSpPr>
          <p:nvPr>
            <p:ph type="sldNum" sz="quarter" idx="10"/>
          </p:nvPr>
        </p:nvSpPr>
        <p:spPr/>
        <p:txBody>
          <a:bodyPr/>
          <a:lstStyle/>
          <a:p>
            <a:fld id="{FEA829E4-7B8F-48ED-BCF8-1C0A3C644052}" type="slidenum">
              <a:rPr lang="en-JM" smtClean="0"/>
              <a:pPr/>
              <a:t>12</a:t>
            </a:fld>
            <a:endParaRPr lang="en-JM"/>
          </a:p>
        </p:txBody>
      </p:sp>
    </p:spTree>
    <p:extLst>
      <p:ext uri="{BB962C8B-B14F-4D97-AF65-F5344CB8AC3E}">
        <p14:creationId xmlns:p14="http://schemas.microsoft.com/office/powerpoint/2010/main" val="237872807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Source: </a:t>
            </a:r>
            <a:r>
              <a:rPr lang="en-US">
                <a:hlinkClick r:id="rId3"/>
              </a:rPr>
              <a:t>https://teachercenter.withgoogle.com/fundamentals/unit?unit=1&amp;lesson=2</a:t>
            </a:r>
            <a:endParaRPr lang="en-US"/>
          </a:p>
        </p:txBody>
      </p:sp>
      <p:sp>
        <p:nvSpPr>
          <p:cNvPr id="4" name="Slide Number Placeholder 3"/>
          <p:cNvSpPr>
            <a:spLocks noGrp="1"/>
          </p:cNvSpPr>
          <p:nvPr>
            <p:ph type="sldNum" sz="quarter" idx="10"/>
          </p:nvPr>
        </p:nvSpPr>
        <p:spPr/>
        <p:txBody>
          <a:bodyPr/>
          <a:lstStyle/>
          <a:p>
            <a:fld id="{FEA829E4-7B8F-48ED-BCF8-1C0A3C644052}" type="slidenum">
              <a:rPr lang="en-JM" smtClean="0"/>
              <a:pPr/>
              <a:t>13</a:t>
            </a:fld>
            <a:endParaRPr lang="en-JM"/>
          </a:p>
        </p:txBody>
      </p:sp>
    </p:spTree>
    <p:extLst>
      <p:ext uri="{BB962C8B-B14F-4D97-AF65-F5344CB8AC3E}">
        <p14:creationId xmlns:p14="http://schemas.microsoft.com/office/powerpoint/2010/main" val="215010313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Materials from IREX Remote Training Handbook</a:t>
            </a:r>
          </a:p>
        </p:txBody>
      </p:sp>
      <p:sp>
        <p:nvSpPr>
          <p:cNvPr id="4" name="Slide Number Placeholder 3"/>
          <p:cNvSpPr>
            <a:spLocks noGrp="1"/>
          </p:cNvSpPr>
          <p:nvPr>
            <p:ph type="sldNum" sz="quarter" idx="5"/>
          </p:nvPr>
        </p:nvSpPr>
        <p:spPr/>
        <p:txBody>
          <a:bodyPr/>
          <a:lstStyle/>
          <a:p>
            <a:fld id="{FEA829E4-7B8F-48ED-BCF8-1C0A3C644052}" type="slidenum">
              <a:rPr lang="en-JM" smtClean="0"/>
              <a:pPr/>
              <a:t>14</a:t>
            </a:fld>
            <a:endParaRPr lang="en-JM"/>
          </a:p>
        </p:txBody>
      </p:sp>
    </p:spTree>
    <p:extLst>
      <p:ext uri="{BB962C8B-B14F-4D97-AF65-F5344CB8AC3E}">
        <p14:creationId xmlns:p14="http://schemas.microsoft.com/office/powerpoint/2010/main" val="65396950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Materials from IREX Remote Training Handbook</a:t>
            </a:r>
          </a:p>
        </p:txBody>
      </p:sp>
      <p:sp>
        <p:nvSpPr>
          <p:cNvPr id="4" name="Slide Number Placeholder 3"/>
          <p:cNvSpPr>
            <a:spLocks noGrp="1"/>
          </p:cNvSpPr>
          <p:nvPr>
            <p:ph type="sldNum" sz="quarter" idx="5"/>
          </p:nvPr>
        </p:nvSpPr>
        <p:spPr/>
        <p:txBody>
          <a:bodyPr/>
          <a:lstStyle/>
          <a:p>
            <a:fld id="{FEA829E4-7B8F-48ED-BCF8-1C0A3C644052}" type="slidenum">
              <a:rPr lang="en-JM" smtClean="0"/>
              <a:pPr/>
              <a:t>15</a:t>
            </a:fld>
            <a:endParaRPr lang="en-JM"/>
          </a:p>
        </p:txBody>
      </p:sp>
    </p:spTree>
    <p:extLst>
      <p:ext uri="{BB962C8B-B14F-4D97-AF65-F5344CB8AC3E}">
        <p14:creationId xmlns:p14="http://schemas.microsoft.com/office/powerpoint/2010/main" val="407949954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200" b="0" i="0" kern="1200">
              <a:solidFill>
                <a:schemeClr val="tx1"/>
              </a:solidFill>
              <a:effectLst/>
              <a:latin typeface="Arial" charset="0"/>
              <a:ea typeface="+mn-ea"/>
              <a:cs typeface="+mn-cs"/>
            </a:endParaRPr>
          </a:p>
        </p:txBody>
      </p:sp>
      <p:sp>
        <p:nvSpPr>
          <p:cNvPr id="4" name="Slide Number Placeholder 3"/>
          <p:cNvSpPr>
            <a:spLocks noGrp="1"/>
          </p:cNvSpPr>
          <p:nvPr>
            <p:ph type="sldNum" sz="quarter" idx="5"/>
          </p:nvPr>
        </p:nvSpPr>
        <p:spPr/>
        <p:txBody>
          <a:bodyPr/>
          <a:lstStyle/>
          <a:p>
            <a:fld id="{FEA829E4-7B8F-48ED-BCF8-1C0A3C644052}" type="slidenum">
              <a:rPr lang="en-JM" smtClean="0"/>
              <a:pPr/>
              <a:t>18</a:t>
            </a:fld>
            <a:endParaRPr lang="en-JM"/>
          </a:p>
        </p:txBody>
      </p:sp>
    </p:spTree>
    <p:extLst>
      <p:ext uri="{BB962C8B-B14F-4D97-AF65-F5344CB8AC3E}">
        <p14:creationId xmlns:p14="http://schemas.microsoft.com/office/powerpoint/2010/main" val="377525785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a:solidFill>
                  <a:schemeClr val="tx1"/>
                </a:solidFill>
                <a:effectLst/>
                <a:latin typeface="Arial" charset="0"/>
                <a:ea typeface="+mn-ea"/>
                <a:cs typeface="+mn-cs"/>
              </a:rPr>
              <a:t>Type your </a:t>
            </a:r>
            <a:r>
              <a:rPr lang="en-US" sz="1200" b="0" i="0" kern="1200" err="1">
                <a:solidFill>
                  <a:schemeClr val="tx1"/>
                </a:solidFill>
                <a:effectLst/>
                <a:latin typeface="Arial" charset="0"/>
                <a:ea typeface="+mn-ea"/>
                <a:cs typeface="+mn-cs"/>
              </a:rPr>
              <a:t>respnoses</a:t>
            </a:r>
            <a:r>
              <a:rPr lang="en-US" sz="1200" b="0" i="0" kern="1200">
                <a:solidFill>
                  <a:schemeClr val="tx1"/>
                </a:solidFill>
                <a:effectLst/>
                <a:latin typeface="Arial" charset="0"/>
                <a:ea typeface="+mn-ea"/>
                <a:cs typeface="+mn-cs"/>
              </a:rPr>
              <a:t> in the chat box</a:t>
            </a:r>
          </a:p>
        </p:txBody>
      </p:sp>
      <p:sp>
        <p:nvSpPr>
          <p:cNvPr id="4" name="Slide Number Placeholder 3"/>
          <p:cNvSpPr>
            <a:spLocks noGrp="1"/>
          </p:cNvSpPr>
          <p:nvPr>
            <p:ph type="sldNum" sz="quarter" idx="5"/>
          </p:nvPr>
        </p:nvSpPr>
        <p:spPr/>
        <p:txBody>
          <a:bodyPr/>
          <a:lstStyle/>
          <a:p>
            <a:fld id="{FEA829E4-7B8F-48ED-BCF8-1C0A3C644052}" type="slidenum">
              <a:rPr lang="en-JM" smtClean="0"/>
              <a:pPr/>
              <a:t>19</a:t>
            </a:fld>
            <a:endParaRPr lang="en-JM"/>
          </a:p>
        </p:txBody>
      </p:sp>
    </p:spTree>
    <p:extLst>
      <p:ext uri="{BB962C8B-B14F-4D97-AF65-F5344CB8AC3E}">
        <p14:creationId xmlns:p14="http://schemas.microsoft.com/office/powerpoint/2010/main" val="227222951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kern="1200">
                <a:solidFill>
                  <a:schemeClr val="tx1"/>
                </a:solidFill>
                <a:effectLst/>
                <a:latin typeface="Arial" charset="0"/>
                <a:ea typeface="+mn-ea"/>
                <a:cs typeface="+mn-cs"/>
              </a:rPr>
              <a:t>This is a free tool you can use for formative assessments. This allows you to create polls for up to 500 participants. The first 500 responses here will be taken</a:t>
            </a:r>
          </a:p>
          <a:p>
            <a:endParaRPr lang="en-US" sz="1200" b="1" i="0" kern="1200">
              <a:solidFill>
                <a:schemeClr val="tx1"/>
              </a:solidFill>
              <a:effectLst/>
              <a:latin typeface="Arial" charset="0"/>
              <a:ea typeface="+mn-ea"/>
              <a:cs typeface="+mn-cs"/>
            </a:endParaRPr>
          </a:p>
          <a:p>
            <a:r>
              <a:rPr lang="en-US" sz="1200" b="1" i="0" kern="1200">
                <a:solidFill>
                  <a:schemeClr val="tx1"/>
                </a:solidFill>
                <a:effectLst/>
                <a:latin typeface="Arial" charset="0"/>
                <a:ea typeface="+mn-ea"/>
                <a:cs typeface="+mn-cs"/>
              </a:rPr>
              <a:t>Your Cockpit link</a:t>
            </a:r>
          </a:p>
          <a:p>
            <a:r>
              <a:rPr lang="en-US" sz="1200" b="0" i="0" u="sng" kern="1200">
                <a:solidFill>
                  <a:schemeClr val="tx1"/>
                </a:solidFill>
                <a:effectLst/>
                <a:latin typeface="Arial" charset="0"/>
                <a:ea typeface="+mn-ea"/>
                <a:cs typeface="+mn-cs"/>
                <a:hlinkClick r:id="rId3"/>
              </a:rPr>
              <a:t>https://directpoll.com/c?XDVhEtiyGKGrkHbJ9hL2Z8hBSnJyhqFuPl</a:t>
            </a:r>
            <a:r>
              <a:rPr lang="en-US" sz="1200" b="0" i="0" kern="1200">
                <a:solidFill>
                  <a:schemeClr val="tx1"/>
                </a:solidFill>
                <a:effectLst/>
                <a:latin typeface="Arial" charset="0"/>
                <a:ea typeface="+mn-ea"/>
                <a:cs typeface="+mn-cs"/>
              </a:rPr>
              <a:t> </a:t>
            </a:r>
          </a:p>
          <a:p>
            <a:r>
              <a:rPr lang="en-US" sz="1200" b="0" i="0" kern="1200">
                <a:solidFill>
                  <a:schemeClr val="tx1"/>
                </a:solidFill>
                <a:effectLst/>
                <a:latin typeface="Arial" charset="0"/>
                <a:ea typeface="+mn-ea"/>
                <a:cs typeface="+mn-cs"/>
              </a:rPr>
              <a:t>This link will always bring you back to your poll cockpit. Make sure not to lose this link. Losing it means your poll is lost.</a:t>
            </a:r>
          </a:p>
          <a:p>
            <a:r>
              <a:rPr lang="en-US" sz="1200" b="0" i="0" kern="1200">
                <a:solidFill>
                  <a:schemeClr val="tx1"/>
                </a:solidFill>
                <a:effectLst/>
                <a:latin typeface="Arial" charset="0"/>
                <a:ea typeface="+mn-ea"/>
                <a:cs typeface="+mn-cs"/>
              </a:rPr>
              <a:t>Please note that the poll expires 30 days after you last saved your poll. You'll receive a notification before this happens. Just save your poll again to get another 30 days.</a:t>
            </a:r>
          </a:p>
          <a:p>
            <a:endParaRPr lang="en-US" sz="1200" b="1" i="0" kern="1200">
              <a:solidFill>
                <a:schemeClr val="tx1"/>
              </a:solidFill>
              <a:effectLst/>
              <a:latin typeface="Arial" charset="0"/>
              <a:ea typeface="+mn-ea"/>
              <a:cs typeface="+mn-cs"/>
            </a:endParaRPr>
          </a:p>
          <a:p>
            <a:endParaRPr lang="en-US" sz="1200" b="1" i="0" kern="1200">
              <a:solidFill>
                <a:schemeClr val="tx1"/>
              </a:solidFill>
              <a:effectLst/>
              <a:latin typeface="Arial" charset="0"/>
              <a:ea typeface="+mn-ea"/>
              <a:cs typeface="+mn-cs"/>
            </a:endParaRPr>
          </a:p>
          <a:p>
            <a:r>
              <a:rPr lang="en-US" sz="1200" b="1" i="0" kern="1200">
                <a:solidFill>
                  <a:schemeClr val="tx1"/>
                </a:solidFill>
                <a:effectLst/>
                <a:latin typeface="Arial" charset="0"/>
                <a:ea typeface="+mn-ea"/>
                <a:cs typeface="+mn-cs"/>
              </a:rPr>
              <a:t>Vote link for your audience</a:t>
            </a:r>
          </a:p>
          <a:p>
            <a:r>
              <a:rPr lang="en-US" sz="1200" b="0" i="0" u="sng" kern="1200">
                <a:solidFill>
                  <a:schemeClr val="tx1"/>
                </a:solidFill>
                <a:effectLst/>
                <a:latin typeface="Arial" charset="0"/>
                <a:ea typeface="+mn-ea"/>
                <a:cs typeface="+mn-cs"/>
                <a:hlinkClick r:id="rId4"/>
              </a:rPr>
              <a:t>http://etc.ch/d7Jj</a:t>
            </a:r>
            <a:r>
              <a:rPr lang="en-US" sz="1200" b="0" i="0" kern="1200">
                <a:solidFill>
                  <a:schemeClr val="tx1"/>
                </a:solidFill>
                <a:effectLst/>
                <a:latin typeface="Arial" charset="0"/>
                <a:ea typeface="+mn-ea"/>
                <a:cs typeface="+mn-cs"/>
              </a:rPr>
              <a:t> </a:t>
            </a:r>
          </a:p>
          <a:p>
            <a:r>
              <a:rPr lang="en-US" sz="1200" b="0" i="0" kern="1200">
                <a:solidFill>
                  <a:schemeClr val="tx1"/>
                </a:solidFill>
                <a:effectLst/>
                <a:latin typeface="Arial" charset="0"/>
                <a:ea typeface="+mn-ea"/>
                <a:cs typeface="+mn-cs"/>
              </a:rPr>
              <a:t>Forward this link to your audience and ask them to load it on their (mobile) devices. We're offering a QR code too to assure an easy access for your voters. The QR code will be shown on the result page before the poll is started.</a:t>
            </a:r>
          </a:p>
          <a:p>
            <a:r>
              <a:rPr lang="en-US" sz="1200" b="0" i="0" u="sng" kern="1200">
                <a:solidFill>
                  <a:schemeClr val="tx1"/>
                </a:solidFill>
                <a:effectLst/>
                <a:latin typeface="Arial" charset="0"/>
                <a:ea typeface="+mn-ea"/>
                <a:cs typeface="+mn-cs"/>
                <a:hlinkClick r:id="rId5"/>
              </a:rPr>
              <a:t>https://directpoll.com/v?XDVhEtiyGKGrkHbJ9hL2Z8hBSnJyhBlXy</a:t>
            </a:r>
            <a:r>
              <a:rPr lang="en-US" sz="1200" b="0" i="0" kern="1200">
                <a:solidFill>
                  <a:schemeClr val="tx1"/>
                </a:solidFill>
                <a:effectLst/>
                <a:latin typeface="Arial" charset="0"/>
                <a:ea typeface="+mn-ea"/>
                <a:cs typeface="+mn-cs"/>
              </a:rPr>
              <a:t> </a:t>
            </a:r>
          </a:p>
          <a:p>
            <a:r>
              <a:rPr lang="en-US" sz="1200" b="0" i="0" kern="1200">
                <a:solidFill>
                  <a:schemeClr val="tx1"/>
                </a:solidFill>
                <a:effectLst/>
                <a:latin typeface="Arial" charset="0"/>
                <a:ea typeface="+mn-ea"/>
                <a:cs typeface="+mn-cs"/>
              </a:rPr>
              <a:t>This is the actual full link to your voting-page. Use this if you setup your own redirect for your audience.</a:t>
            </a:r>
          </a:p>
          <a:p>
            <a:r>
              <a:rPr lang="en-US" sz="1200" b="1" i="0" kern="1200">
                <a:solidFill>
                  <a:schemeClr val="tx1"/>
                </a:solidFill>
                <a:effectLst/>
                <a:latin typeface="Arial" charset="0"/>
                <a:ea typeface="+mn-ea"/>
                <a:cs typeface="+mn-cs"/>
              </a:rPr>
              <a:t>Result link</a:t>
            </a:r>
          </a:p>
          <a:p>
            <a:r>
              <a:rPr lang="en-US" sz="1200" b="0" i="0" u="sng" kern="1200">
                <a:solidFill>
                  <a:schemeClr val="tx1"/>
                </a:solidFill>
                <a:effectLst/>
                <a:latin typeface="Arial" charset="0"/>
                <a:ea typeface="+mn-ea"/>
                <a:cs typeface="+mn-cs"/>
                <a:hlinkClick r:id="rId6"/>
              </a:rPr>
              <a:t>https://directpoll.com/r?XDbzPBd3ixYqg8AVvzpKuelO6eOB1N9i7SsRrUhNwG2</a:t>
            </a:r>
            <a:r>
              <a:rPr lang="en-US" sz="1200" b="0" i="0" kern="1200">
                <a:solidFill>
                  <a:schemeClr val="tx1"/>
                </a:solidFill>
                <a:effectLst/>
                <a:latin typeface="Arial" charset="0"/>
                <a:ea typeface="+mn-ea"/>
                <a:cs typeface="+mn-cs"/>
              </a:rPr>
              <a:t> </a:t>
            </a:r>
          </a:p>
          <a:p>
            <a:r>
              <a:rPr lang="en-US" sz="1200" b="0" i="0" kern="1200">
                <a:solidFill>
                  <a:schemeClr val="tx1"/>
                </a:solidFill>
                <a:effectLst/>
                <a:latin typeface="Arial" charset="0"/>
                <a:ea typeface="+mn-ea"/>
                <a:cs typeface="+mn-cs"/>
              </a:rPr>
              <a:t>This link will always show the real-time results of the current question. You can use it to display the results on a big screen to let your audience enjoy the live-experience of answers coming in. </a:t>
            </a:r>
            <a:br>
              <a:rPr lang="en-US" sz="1200" b="0" i="0" kern="1200">
                <a:solidFill>
                  <a:schemeClr val="tx1"/>
                </a:solidFill>
                <a:effectLst/>
                <a:latin typeface="Arial" charset="0"/>
                <a:ea typeface="+mn-ea"/>
                <a:cs typeface="+mn-cs"/>
              </a:rPr>
            </a:br>
            <a:r>
              <a:rPr lang="en-US" sz="1200" b="0" i="0" kern="1200">
                <a:solidFill>
                  <a:schemeClr val="tx1"/>
                </a:solidFill>
                <a:effectLst/>
                <a:latin typeface="Arial" charset="0"/>
                <a:ea typeface="+mn-ea"/>
                <a:cs typeface="+mn-cs"/>
              </a:rPr>
              <a:t>The result-screen shows the QR code before the poll is started. This guarantees easy access for your voters.</a:t>
            </a:r>
          </a:p>
        </p:txBody>
      </p:sp>
      <p:sp>
        <p:nvSpPr>
          <p:cNvPr id="4" name="Slide Number Placeholder 3"/>
          <p:cNvSpPr>
            <a:spLocks noGrp="1"/>
          </p:cNvSpPr>
          <p:nvPr>
            <p:ph type="sldNum" sz="quarter" idx="5"/>
          </p:nvPr>
        </p:nvSpPr>
        <p:spPr/>
        <p:txBody>
          <a:bodyPr/>
          <a:lstStyle/>
          <a:p>
            <a:fld id="{FEA829E4-7B8F-48ED-BCF8-1C0A3C644052}" type="slidenum">
              <a:rPr lang="en-JM" smtClean="0"/>
              <a:pPr/>
              <a:t>20</a:t>
            </a:fld>
            <a:endParaRPr lang="en-JM"/>
          </a:p>
        </p:txBody>
      </p:sp>
    </p:spTree>
    <p:extLst>
      <p:ext uri="{BB962C8B-B14F-4D97-AF65-F5344CB8AC3E}">
        <p14:creationId xmlns:p14="http://schemas.microsoft.com/office/powerpoint/2010/main" val="337071694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FEA829E4-7B8F-48ED-BCF8-1C0A3C644052}" type="slidenum">
              <a:rPr lang="en-JM" smtClean="0"/>
              <a:pPr/>
              <a:t>21</a:t>
            </a:fld>
            <a:endParaRPr lang="en-JM"/>
          </a:p>
        </p:txBody>
      </p:sp>
    </p:spTree>
    <p:extLst>
      <p:ext uri="{BB962C8B-B14F-4D97-AF65-F5344CB8AC3E}">
        <p14:creationId xmlns:p14="http://schemas.microsoft.com/office/powerpoint/2010/main" val="322064115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FEA829E4-7B8F-48ED-BCF8-1C0A3C644052}" type="slidenum">
              <a:rPr lang="en-JM" smtClean="0"/>
              <a:pPr/>
              <a:t>22</a:t>
            </a:fld>
            <a:endParaRPr lang="en-JM"/>
          </a:p>
        </p:txBody>
      </p:sp>
    </p:spTree>
    <p:extLst>
      <p:ext uri="{BB962C8B-B14F-4D97-AF65-F5344CB8AC3E}">
        <p14:creationId xmlns:p14="http://schemas.microsoft.com/office/powerpoint/2010/main" val="26934368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5" name="Rectangle 4"/>
          <p:cNvSpPr/>
          <p:nvPr userDrawn="1"/>
        </p:nvSpPr>
        <p:spPr>
          <a:xfrm>
            <a:off x="0" y="0"/>
            <a:ext cx="9144000" cy="5143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0" i="0">
              <a:latin typeface="Arial" charset="0"/>
            </a:endParaRPr>
          </a:p>
        </p:txBody>
      </p:sp>
      <p:sp>
        <p:nvSpPr>
          <p:cNvPr id="2" name="Title 1"/>
          <p:cNvSpPr>
            <a:spLocks noGrp="1"/>
          </p:cNvSpPr>
          <p:nvPr>
            <p:ph type="ctrTitle"/>
          </p:nvPr>
        </p:nvSpPr>
        <p:spPr>
          <a:xfrm>
            <a:off x="685800" y="1123955"/>
            <a:ext cx="7772400" cy="1102519"/>
          </a:xfrm>
        </p:spPr>
        <p:txBody>
          <a:bodyPr/>
          <a:lstStyle>
            <a:lvl1pPr algn="ctr">
              <a:defRPr baseline="0">
                <a:solidFill>
                  <a:srgbClr val="009BA0"/>
                </a:solidFill>
                <a:latin typeface="arial" charset="0"/>
              </a:defRPr>
            </a:lvl1pPr>
          </a:lstStyle>
          <a:p>
            <a:r>
              <a:rPr lang="en-US"/>
              <a:t>Click to edit Master title style</a:t>
            </a:r>
            <a:endParaRPr lang="en-JM"/>
          </a:p>
        </p:txBody>
      </p:sp>
      <p:sp>
        <p:nvSpPr>
          <p:cNvPr id="3" name="Subtitle 2"/>
          <p:cNvSpPr>
            <a:spLocks noGrp="1"/>
          </p:cNvSpPr>
          <p:nvPr>
            <p:ph type="subTitle" idx="1"/>
          </p:nvPr>
        </p:nvSpPr>
        <p:spPr>
          <a:xfrm>
            <a:off x="1371600" y="2440786"/>
            <a:ext cx="6400800" cy="664369"/>
          </a:xfrm>
        </p:spPr>
        <p:txBody>
          <a:bodyPr/>
          <a:lstStyle>
            <a:lvl1pPr marL="0" indent="0" algn="ctr">
              <a:buNone/>
              <a:defRPr>
                <a:solidFill>
                  <a:srgbClr val="17375E"/>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JM"/>
          </a:p>
        </p:txBody>
      </p:sp>
    </p:spTree>
    <p:extLst>
      <p:ext uri="{BB962C8B-B14F-4D97-AF65-F5344CB8AC3E}">
        <p14:creationId xmlns:p14="http://schemas.microsoft.com/office/powerpoint/2010/main" val="6325335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8" name="Picture Placeholder 24"/>
          <p:cNvSpPr>
            <a:spLocks noGrp="1"/>
          </p:cNvSpPr>
          <p:nvPr>
            <p:ph type="pic" sz="quarter" idx="14"/>
          </p:nvPr>
        </p:nvSpPr>
        <p:spPr>
          <a:xfrm>
            <a:off x="0" y="1504953"/>
            <a:ext cx="3429000" cy="3082925"/>
          </a:xfrm>
        </p:spPr>
        <p:txBody>
          <a:bodyPr>
            <a:normAutofit/>
          </a:bodyPr>
          <a:lstStyle>
            <a:lvl1pPr marL="0" indent="0">
              <a:buFontTx/>
              <a:buNone/>
              <a:defRPr sz="1000">
                <a:solidFill>
                  <a:srgbClr val="17375E"/>
                </a:solidFill>
              </a:defRPr>
            </a:lvl1pPr>
          </a:lstStyle>
          <a:p>
            <a:endParaRPr lang="en-JM"/>
          </a:p>
        </p:txBody>
      </p:sp>
      <p:sp>
        <p:nvSpPr>
          <p:cNvPr id="9" name="Text Placeholder 26"/>
          <p:cNvSpPr>
            <a:spLocks noGrp="1"/>
          </p:cNvSpPr>
          <p:nvPr>
            <p:ph type="body" sz="quarter" idx="15"/>
          </p:nvPr>
        </p:nvSpPr>
        <p:spPr>
          <a:xfrm>
            <a:off x="3733800" y="2046286"/>
            <a:ext cx="2127250" cy="830262"/>
          </a:xfrm>
        </p:spPr>
        <p:txBody>
          <a:bodyPr>
            <a:noAutofit/>
          </a:bodyPr>
          <a:lstStyle>
            <a:lvl1pPr marL="0" indent="0">
              <a:buFontTx/>
              <a:buNone/>
              <a:defRPr sz="900" b="0" i="0">
                <a:solidFill>
                  <a:srgbClr val="A6A6A6"/>
                </a:solidFill>
                <a:latin typeface="Arial" charset="0"/>
                <a:cs typeface="Arial" charset="0"/>
              </a:defRPr>
            </a:lvl1pPr>
            <a:lvl2pPr marL="457200" indent="0">
              <a:buFontTx/>
              <a:buNone/>
              <a:defRPr sz="1200"/>
            </a:lvl2pPr>
            <a:lvl3pPr marL="914400" indent="0">
              <a:buFontTx/>
              <a:buNone/>
              <a:defRPr sz="1200"/>
            </a:lvl3pPr>
            <a:lvl4pPr marL="1371600" indent="0">
              <a:buFontTx/>
              <a:buNone/>
              <a:defRPr sz="1200"/>
            </a:lvl4pPr>
            <a:lvl5pPr marL="1828800" indent="0">
              <a:buFontTx/>
              <a:buNone/>
              <a:defRPr sz="1200"/>
            </a:lvl5pPr>
          </a:lstStyle>
          <a:p>
            <a:pPr lvl="0"/>
            <a:endParaRPr lang="en-JM" dirty="0"/>
          </a:p>
        </p:txBody>
      </p:sp>
      <p:sp>
        <p:nvSpPr>
          <p:cNvPr id="10" name="Text Placeholder 26"/>
          <p:cNvSpPr>
            <a:spLocks noGrp="1"/>
          </p:cNvSpPr>
          <p:nvPr>
            <p:ph type="body" sz="quarter" idx="16"/>
          </p:nvPr>
        </p:nvSpPr>
        <p:spPr>
          <a:xfrm>
            <a:off x="6407150" y="2038348"/>
            <a:ext cx="2127250" cy="830262"/>
          </a:xfrm>
        </p:spPr>
        <p:txBody>
          <a:bodyPr>
            <a:noAutofit/>
          </a:bodyPr>
          <a:lstStyle>
            <a:lvl1pPr marL="0" indent="0">
              <a:buFontTx/>
              <a:buNone/>
              <a:defRPr sz="900" b="0" i="0">
                <a:solidFill>
                  <a:srgbClr val="A6A6A6"/>
                </a:solidFill>
                <a:latin typeface="Arial" charset="0"/>
                <a:cs typeface="Arial" charset="0"/>
              </a:defRPr>
            </a:lvl1pPr>
            <a:lvl2pPr marL="457200" indent="0">
              <a:buFontTx/>
              <a:buNone/>
              <a:defRPr sz="1200"/>
            </a:lvl2pPr>
            <a:lvl3pPr marL="914400" indent="0">
              <a:buFontTx/>
              <a:buNone/>
              <a:defRPr sz="1200"/>
            </a:lvl3pPr>
            <a:lvl4pPr marL="1371600" indent="0">
              <a:buFontTx/>
              <a:buNone/>
              <a:defRPr sz="1200"/>
            </a:lvl4pPr>
            <a:lvl5pPr marL="1828800" indent="0">
              <a:buFontTx/>
              <a:buNone/>
              <a:defRPr sz="1200"/>
            </a:lvl5pPr>
          </a:lstStyle>
          <a:p>
            <a:pPr lvl="0"/>
            <a:endParaRPr lang="en-JM" dirty="0"/>
          </a:p>
        </p:txBody>
      </p:sp>
      <p:sp>
        <p:nvSpPr>
          <p:cNvPr id="11" name="Text Placeholder 26"/>
          <p:cNvSpPr>
            <a:spLocks noGrp="1"/>
          </p:cNvSpPr>
          <p:nvPr>
            <p:ph type="body" sz="quarter" idx="17"/>
          </p:nvPr>
        </p:nvSpPr>
        <p:spPr>
          <a:xfrm>
            <a:off x="3736975" y="3633926"/>
            <a:ext cx="2127250" cy="830262"/>
          </a:xfrm>
        </p:spPr>
        <p:txBody>
          <a:bodyPr>
            <a:noAutofit/>
          </a:bodyPr>
          <a:lstStyle>
            <a:lvl1pPr marL="0" indent="0">
              <a:buFontTx/>
              <a:buNone/>
              <a:defRPr sz="900" b="0" i="0">
                <a:solidFill>
                  <a:srgbClr val="A6A6A6"/>
                </a:solidFill>
                <a:latin typeface="Arial" charset="0"/>
                <a:cs typeface="Arial" charset="0"/>
              </a:defRPr>
            </a:lvl1pPr>
            <a:lvl2pPr marL="457200" indent="0">
              <a:buFontTx/>
              <a:buNone/>
              <a:defRPr sz="1200"/>
            </a:lvl2pPr>
            <a:lvl3pPr marL="914400" indent="0">
              <a:buFontTx/>
              <a:buNone/>
              <a:defRPr sz="1200"/>
            </a:lvl3pPr>
            <a:lvl4pPr marL="1371600" indent="0">
              <a:buFontTx/>
              <a:buNone/>
              <a:defRPr sz="1200"/>
            </a:lvl4pPr>
            <a:lvl5pPr marL="1828800" indent="0">
              <a:buFontTx/>
              <a:buNone/>
              <a:defRPr sz="1200"/>
            </a:lvl5pPr>
          </a:lstStyle>
          <a:p>
            <a:pPr lvl="0"/>
            <a:endParaRPr lang="en-JM" dirty="0"/>
          </a:p>
        </p:txBody>
      </p:sp>
      <p:sp>
        <p:nvSpPr>
          <p:cNvPr id="12" name="Text Placeholder 26"/>
          <p:cNvSpPr>
            <a:spLocks noGrp="1"/>
          </p:cNvSpPr>
          <p:nvPr>
            <p:ph type="body" sz="quarter" idx="18"/>
          </p:nvPr>
        </p:nvSpPr>
        <p:spPr>
          <a:xfrm>
            <a:off x="6410325" y="3625988"/>
            <a:ext cx="2127250" cy="830262"/>
          </a:xfrm>
        </p:spPr>
        <p:txBody>
          <a:bodyPr>
            <a:noAutofit/>
          </a:bodyPr>
          <a:lstStyle>
            <a:lvl1pPr marL="0" indent="0">
              <a:buFontTx/>
              <a:buNone/>
              <a:defRPr sz="900" b="0" i="0">
                <a:solidFill>
                  <a:srgbClr val="A6A6A6"/>
                </a:solidFill>
                <a:latin typeface="Arial" charset="0"/>
                <a:cs typeface="Arial" charset="0"/>
              </a:defRPr>
            </a:lvl1pPr>
            <a:lvl2pPr marL="457200" indent="0">
              <a:buFontTx/>
              <a:buNone/>
              <a:defRPr sz="1200"/>
            </a:lvl2pPr>
            <a:lvl3pPr marL="914400" indent="0">
              <a:buFontTx/>
              <a:buNone/>
              <a:defRPr sz="1200"/>
            </a:lvl3pPr>
            <a:lvl4pPr marL="1371600" indent="0">
              <a:buFontTx/>
              <a:buNone/>
              <a:defRPr sz="1200"/>
            </a:lvl4pPr>
            <a:lvl5pPr marL="1828800" indent="0">
              <a:buFontTx/>
              <a:buNone/>
              <a:defRPr sz="1200"/>
            </a:lvl5pPr>
          </a:lstStyle>
          <a:p>
            <a:pPr lvl="0"/>
            <a:endParaRPr lang="en-JM" dirty="0"/>
          </a:p>
        </p:txBody>
      </p:sp>
      <p:sp>
        <p:nvSpPr>
          <p:cNvPr id="13" name="Text Placeholder 32"/>
          <p:cNvSpPr>
            <a:spLocks noGrp="1"/>
          </p:cNvSpPr>
          <p:nvPr>
            <p:ph type="body" sz="quarter" idx="19"/>
          </p:nvPr>
        </p:nvSpPr>
        <p:spPr>
          <a:xfrm>
            <a:off x="4114800" y="1673225"/>
            <a:ext cx="1600200" cy="308115"/>
          </a:xfrm>
        </p:spPr>
        <p:txBody>
          <a:bodyPr>
            <a:normAutofit/>
          </a:bodyPr>
          <a:lstStyle>
            <a:lvl1pPr marL="0" indent="0">
              <a:buFontTx/>
              <a:buNone/>
              <a:defRPr sz="1200" b="0" i="0">
                <a:solidFill>
                  <a:schemeClr val="tx1">
                    <a:lumMod val="75000"/>
                    <a:lumOff val="25000"/>
                  </a:schemeClr>
                </a:solidFill>
                <a:latin typeface="Arial" charset="0"/>
                <a:ea typeface="Arial" charset="0"/>
                <a:cs typeface="Arial" charset="0"/>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endParaRPr lang="en-JM" dirty="0"/>
          </a:p>
        </p:txBody>
      </p:sp>
      <p:sp>
        <p:nvSpPr>
          <p:cNvPr id="14" name="Text Placeholder 32"/>
          <p:cNvSpPr>
            <a:spLocks noGrp="1"/>
          </p:cNvSpPr>
          <p:nvPr>
            <p:ph type="body" sz="quarter" idx="20"/>
          </p:nvPr>
        </p:nvSpPr>
        <p:spPr>
          <a:xfrm>
            <a:off x="6781800" y="1673225"/>
            <a:ext cx="1600200" cy="308115"/>
          </a:xfrm>
        </p:spPr>
        <p:txBody>
          <a:bodyPr>
            <a:normAutofit/>
          </a:bodyPr>
          <a:lstStyle>
            <a:lvl1pPr marL="0" indent="0">
              <a:buFontTx/>
              <a:buNone/>
              <a:defRPr sz="1200" b="0" i="0">
                <a:solidFill>
                  <a:schemeClr val="tx1">
                    <a:lumMod val="75000"/>
                    <a:lumOff val="25000"/>
                  </a:schemeClr>
                </a:solidFill>
                <a:latin typeface="Arial" charset="0"/>
                <a:ea typeface="Arial" charset="0"/>
                <a:cs typeface="Arial" charset="0"/>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endParaRPr lang="en-JM" dirty="0"/>
          </a:p>
        </p:txBody>
      </p:sp>
      <p:sp>
        <p:nvSpPr>
          <p:cNvPr id="15" name="Text Placeholder 32"/>
          <p:cNvSpPr>
            <a:spLocks noGrp="1"/>
          </p:cNvSpPr>
          <p:nvPr>
            <p:ph type="body" sz="quarter" idx="21"/>
          </p:nvPr>
        </p:nvSpPr>
        <p:spPr>
          <a:xfrm>
            <a:off x="4114800" y="3257552"/>
            <a:ext cx="1600200" cy="308115"/>
          </a:xfrm>
        </p:spPr>
        <p:txBody>
          <a:bodyPr>
            <a:normAutofit/>
          </a:bodyPr>
          <a:lstStyle>
            <a:lvl1pPr marL="0" indent="0">
              <a:buFontTx/>
              <a:buNone/>
              <a:defRPr sz="1200" b="0" i="0">
                <a:solidFill>
                  <a:schemeClr val="tx1">
                    <a:lumMod val="75000"/>
                    <a:lumOff val="25000"/>
                  </a:schemeClr>
                </a:solidFill>
                <a:latin typeface="Arial" charset="0"/>
                <a:ea typeface="Arial" charset="0"/>
                <a:cs typeface="Arial" charset="0"/>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endParaRPr lang="en-JM" dirty="0"/>
          </a:p>
        </p:txBody>
      </p:sp>
      <p:sp>
        <p:nvSpPr>
          <p:cNvPr id="16" name="Text Placeholder 32"/>
          <p:cNvSpPr>
            <a:spLocks noGrp="1"/>
          </p:cNvSpPr>
          <p:nvPr>
            <p:ph type="body" sz="quarter" idx="22"/>
          </p:nvPr>
        </p:nvSpPr>
        <p:spPr>
          <a:xfrm>
            <a:off x="6781800" y="3257552"/>
            <a:ext cx="1600200" cy="308115"/>
          </a:xfrm>
        </p:spPr>
        <p:txBody>
          <a:bodyPr>
            <a:normAutofit/>
          </a:bodyPr>
          <a:lstStyle>
            <a:lvl1pPr marL="0" indent="0">
              <a:buFontTx/>
              <a:buNone/>
              <a:defRPr sz="1200" b="0" i="0">
                <a:solidFill>
                  <a:schemeClr val="tx1">
                    <a:lumMod val="75000"/>
                    <a:lumOff val="25000"/>
                  </a:schemeClr>
                </a:solidFill>
                <a:latin typeface="Arial" charset="0"/>
                <a:ea typeface="Arial" charset="0"/>
                <a:cs typeface="Arial" charset="0"/>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endParaRPr lang="en-JM" dirty="0"/>
          </a:p>
        </p:txBody>
      </p:sp>
      <p:sp>
        <p:nvSpPr>
          <p:cNvPr id="18" name="Title Placeholder 1"/>
          <p:cNvSpPr>
            <a:spLocks noGrp="1"/>
          </p:cNvSpPr>
          <p:nvPr>
            <p:ph type="title"/>
          </p:nvPr>
        </p:nvSpPr>
        <p:spPr>
          <a:xfrm>
            <a:off x="457200" y="342900"/>
            <a:ext cx="7620000" cy="857250"/>
          </a:xfrm>
          <a:prstGeom prst="rect">
            <a:avLst/>
          </a:prstGeom>
        </p:spPr>
        <p:txBody>
          <a:bodyPr vert="horz" lIns="91440" tIns="45720" rIns="91440" bIns="45720" rtlCol="0" anchor="ctr">
            <a:normAutofit/>
          </a:bodyPr>
          <a:lstStyle>
            <a:lvl1pPr>
              <a:defRPr>
                <a:solidFill>
                  <a:srgbClr val="343E48"/>
                </a:solidFill>
              </a:defRPr>
            </a:lvl1pPr>
          </a:lstStyle>
          <a:p>
            <a:r>
              <a:rPr lang="en-US"/>
              <a:t>Click to edit Master title style</a:t>
            </a:r>
            <a:endParaRPr lang="en-JM"/>
          </a:p>
        </p:txBody>
      </p:sp>
      <p:sp>
        <p:nvSpPr>
          <p:cNvPr id="19" name="Text Placeholder 17"/>
          <p:cNvSpPr>
            <a:spLocks noGrp="1"/>
          </p:cNvSpPr>
          <p:nvPr>
            <p:ph type="body" sz="quarter" idx="24"/>
          </p:nvPr>
        </p:nvSpPr>
        <p:spPr>
          <a:xfrm>
            <a:off x="457200" y="438150"/>
            <a:ext cx="5029200" cy="323850"/>
          </a:xfrm>
        </p:spPr>
        <p:txBody>
          <a:bodyPr>
            <a:noAutofit/>
          </a:bodyPr>
          <a:lstStyle>
            <a:lvl1pPr marL="0" indent="0" algn="l">
              <a:buFontTx/>
              <a:buNone/>
              <a:defRPr sz="900" b="0" i="0" kern="0" spc="300">
                <a:solidFill>
                  <a:srgbClr val="ED3645"/>
                </a:solidFill>
                <a:latin typeface="Lato Regular"/>
                <a:ea typeface="Arial" charset="0"/>
                <a:cs typeface="Lato Regular"/>
              </a:defRPr>
            </a:lvl1pPr>
            <a:lvl2pPr marL="457200" indent="0">
              <a:buFontTx/>
              <a:buNone/>
              <a:defRPr sz="1050">
                <a:latin typeface="Mission Gothic Regular" pitchFamily="50" charset="0"/>
              </a:defRPr>
            </a:lvl2pPr>
            <a:lvl3pPr marL="914400" indent="0">
              <a:buFontTx/>
              <a:buNone/>
              <a:defRPr sz="1050">
                <a:latin typeface="Mission Gothic Regular" pitchFamily="50" charset="0"/>
              </a:defRPr>
            </a:lvl3pPr>
            <a:lvl4pPr marL="1371600" indent="0">
              <a:buFontTx/>
              <a:buNone/>
              <a:defRPr sz="1050">
                <a:latin typeface="Mission Gothic Regular" pitchFamily="50" charset="0"/>
              </a:defRPr>
            </a:lvl4pPr>
            <a:lvl5pPr marL="1828800" indent="0">
              <a:buFontTx/>
              <a:buNone/>
              <a:defRPr sz="1050">
                <a:latin typeface="Mission Gothic Regular" pitchFamily="50" charset="0"/>
              </a:defRPr>
            </a:lvl5pPr>
          </a:lstStyle>
          <a:p>
            <a:pPr lvl="0"/>
            <a:endParaRPr lang="en-JM" dirty="0"/>
          </a:p>
        </p:txBody>
      </p:sp>
    </p:spTree>
    <p:extLst>
      <p:ext uri="{BB962C8B-B14F-4D97-AF65-F5344CB8AC3E}">
        <p14:creationId xmlns:p14="http://schemas.microsoft.com/office/powerpoint/2010/main" val="408817866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5" name="Picture Placeholder 10"/>
          <p:cNvSpPr>
            <a:spLocks noGrp="1"/>
          </p:cNvSpPr>
          <p:nvPr>
            <p:ph type="pic" sz="quarter" idx="26"/>
          </p:nvPr>
        </p:nvSpPr>
        <p:spPr>
          <a:xfrm>
            <a:off x="4299000" y="1657350"/>
            <a:ext cx="1797000" cy="2514600"/>
          </a:xfrm>
        </p:spPr>
        <p:txBody>
          <a:bodyPr>
            <a:normAutofit/>
          </a:bodyPr>
          <a:lstStyle>
            <a:lvl1pPr>
              <a:defRPr sz="1200"/>
            </a:lvl1pPr>
          </a:lstStyle>
          <a:p>
            <a:endParaRPr lang="en-US"/>
          </a:p>
        </p:txBody>
      </p:sp>
      <p:sp>
        <p:nvSpPr>
          <p:cNvPr id="6" name="Picture Placeholder 10"/>
          <p:cNvSpPr>
            <a:spLocks noGrp="1"/>
          </p:cNvSpPr>
          <p:nvPr>
            <p:ph type="pic" sz="quarter" idx="27"/>
          </p:nvPr>
        </p:nvSpPr>
        <p:spPr>
          <a:xfrm>
            <a:off x="539800" y="1657350"/>
            <a:ext cx="1797000" cy="2514600"/>
          </a:xfrm>
        </p:spPr>
        <p:txBody>
          <a:bodyPr>
            <a:normAutofit/>
          </a:bodyPr>
          <a:lstStyle>
            <a:lvl1pPr>
              <a:defRPr sz="1200"/>
            </a:lvl1pPr>
          </a:lstStyle>
          <a:p>
            <a:endParaRPr lang="en-US"/>
          </a:p>
        </p:txBody>
      </p:sp>
      <p:sp>
        <p:nvSpPr>
          <p:cNvPr id="7" name="Title Placeholder 1"/>
          <p:cNvSpPr>
            <a:spLocks noGrp="1"/>
          </p:cNvSpPr>
          <p:nvPr>
            <p:ph type="title"/>
          </p:nvPr>
        </p:nvSpPr>
        <p:spPr>
          <a:xfrm>
            <a:off x="457200" y="342900"/>
            <a:ext cx="7620000" cy="857250"/>
          </a:xfrm>
          <a:prstGeom prst="rect">
            <a:avLst/>
          </a:prstGeom>
        </p:spPr>
        <p:txBody>
          <a:bodyPr vert="horz" lIns="91440" tIns="45720" rIns="91440" bIns="45720" rtlCol="0" anchor="ctr">
            <a:normAutofit/>
          </a:bodyPr>
          <a:lstStyle>
            <a:lvl1pPr>
              <a:defRPr>
                <a:solidFill>
                  <a:srgbClr val="343E48"/>
                </a:solidFill>
              </a:defRPr>
            </a:lvl1pPr>
          </a:lstStyle>
          <a:p>
            <a:r>
              <a:rPr lang="en-US"/>
              <a:t>Click to edit Master title style</a:t>
            </a:r>
            <a:endParaRPr lang="en-JM"/>
          </a:p>
        </p:txBody>
      </p:sp>
      <p:sp>
        <p:nvSpPr>
          <p:cNvPr id="9" name="Text Placeholder 17"/>
          <p:cNvSpPr>
            <a:spLocks noGrp="1"/>
          </p:cNvSpPr>
          <p:nvPr>
            <p:ph type="body" sz="quarter" idx="24"/>
          </p:nvPr>
        </p:nvSpPr>
        <p:spPr>
          <a:xfrm>
            <a:off x="457200" y="438150"/>
            <a:ext cx="5029200" cy="323850"/>
          </a:xfrm>
        </p:spPr>
        <p:txBody>
          <a:bodyPr>
            <a:noAutofit/>
          </a:bodyPr>
          <a:lstStyle>
            <a:lvl1pPr marL="0" indent="0" algn="l">
              <a:buFontTx/>
              <a:buNone/>
              <a:defRPr sz="900" b="0" i="0" kern="0" spc="300">
                <a:solidFill>
                  <a:srgbClr val="ED3645"/>
                </a:solidFill>
                <a:latin typeface="Lato Regular"/>
                <a:ea typeface="Arial" charset="0"/>
                <a:cs typeface="Lato Regular"/>
              </a:defRPr>
            </a:lvl1pPr>
            <a:lvl2pPr marL="457200" indent="0">
              <a:buFontTx/>
              <a:buNone/>
              <a:defRPr sz="1050">
                <a:latin typeface="Mission Gothic Regular" pitchFamily="50" charset="0"/>
              </a:defRPr>
            </a:lvl2pPr>
            <a:lvl3pPr marL="914400" indent="0">
              <a:buFontTx/>
              <a:buNone/>
              <a:defRPr sz="1050">
                <a:latin typeface="Mission Gothic Regular" pitchFamily="50" charset="0"/>
              </a:defRPr>
            </a:lvl3pPr>
            <a:lvl4pPr marL="1371600" indent="0">
              <a:buFontTx/>
              <a:buNone/>
              <a:defRPr sz="1050">
                <a:latin typeface="Mission Gothic Regular" pitchFamily="50" charset="0"/>
              </a:defRPr>
            </a:lvl4pPr>
            <a:lvl5pPr marL="1828800" indent="0">
              <a:buFontTx/>
              <a:buNone/>
              <a:defRPr sz="1050">
                <a:latin typeface="Mission Gothic Regular" pitchFamily="50" charset="0"/>
              </a:defRPr>
            </a:lvl5pPr>
          </a:lstStyle>
          <a:p>
            <a:pPr lvl="0"/>
            <a:endParaRPr lang="en-JM" dirty="0"/>
          </a:p>
        </p:txBody>
      </p:sp>
    </p:spTree>
    <p:extLst>
      <p:ext uri="{BB962C8B-B14F-4D97-AF65-F5344CB8AC3E}">
        <p14:creationId xmlns:p14="http://schemas.microsoft.com/office/powerpoint/2010/main" val="17454584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4_Title and Content">
    <p:spTree>
      <p:nvGrpSpPr>
        <p:cNvPr id="1" name=""/>
        <p:cNvGrpSpPr/>
        <p:nvPr/>
      </p:nvGrpSpPr>
      <p:grpSpPr>
        <a:xfrm>
          <a:off x="0" y="0"/>
          <a:ext cx="0" cy="0"/>
          <a:chOff x="0" y="0"/>
          <a:chExt cx="0" cy="0"/>
        </a:xfrm>
      </p:grpSpPr>
      <p:sp>
        <p:nvSpPr>
          <p:cNvPr id="8" name="Text Placeholder 3"/>
          <p:cNvSpPr>
            <a:spLocks noGrp="1"/>
          </p:cNvSpPr>
          <p:nvPr>
            <p:ph type="body" sz="quarter" idx="60"/>
          </p:nvPr>
        </p:nvSpPr>
        <p:spPr>
          <a:xfrm>
            <a:off x="4572006" y="1711278"/>
            <a:ext cx="2919699" cy="304800"/>
          </a:xfrm>
        </p:spPr>
        <p:txBody>
          <a:bodyPr anchor="ctr">
            <a:noAutofit/>
          </a:bodyPr>
          <a:lstStyle>
            <a:lvl1pPr marL="0" indent="0" algn="l">
              <a:buFontTx/>
              <a:buNone/>
              <a:defRPr sz="1200" b="0" i="0">
                <a:solidFill>
                  <a:schemeClr val="tx1">
                    <a:lumMod val="65000"/>
                    <a:lumOff val="35000"/>
                  </a:schemeClr>
                </a:solidFill>
                <a:latin typeface="Arial" charset="0"/>
                <a:ea typeface="Arial" charset="0"/>
                <a:cs typeface="Arial" charset="0"/>
              </a:defRPr>
            </a:lvl1pPr>
            <a:lvl2pPr marL="457200" indent="0">
              <a:buFontTx/>
              <a:buNone/>
              <a:defRPr sz="1400">
                <a:solidFill>
                  <a:schemeClr val="tx1">
                    <a:lumMod val="75000"/>
                    <a:lumOff val="25000"/>
                  </a:schemeClr>
                </a:solidFill>
                <a:latin typeface="Nexa Bold" pitchFamily="50" charset="0"/>
              </a:defRPr>
            </a:lvl2pPr>
            <a:lvl3pPr marL="914400" indent="0">
              <a:buFontTx/>
              <a:buNone/>
              <a:defRPr sz="1200">
                <a:solidFill>
                  <a:schemeClr val="tx1">
                    <a:lumMod val="75000"/>
                    <a:lumOff val="25000"/>
                  </a:schemeClr>
                </a:solidFill>
                <a:latin typeface="Nexa Bold" pitchFamily="50" charset="0"/>
              </a:defRPr>
            </a:lvl3pPr>
            <a:lvl4pPr marL="1371600" indent="0">
              <a:buFontTx/>
              <a:buNone/>
              <a:defRPr sz="1100">
                <a:solidFill>
                  <a:schemeClr val="tx1">
                    <a:lumMod val="75000"/>
                    <a:lumOff val="25000"/>
                  </a:schemeClr>
                </a:solidFill>
                <a:latin typeface="Nexa Bold" pitchFamily="50" charset="0"/>
              </a:defRPr>
            </a:lvl4pPr>
            <a:lvl5pPr marL="1828800" indent="0">
              <a:buFontTx/>
              <a:buNone/>
              <a:defRPr sz="1100">
                <a:solidFill>
                  <a:schemeClr val="tx1">
                    <a:lumMod val="75000"/>
                    <a:lumOff val="25000"/>
                  </a:schemeClr>
                </a:solidFill>
                <a:latin typeface="Nexa Bold" pitchFamily="50" charset="0"/>
              </a:defRPr>
            </a:lvl5pPr>
          </a:lstStyle>
          <a:p>
            <a:pPr lvl="0"/>
            <a:endParaRPr lang="en-JM" dirty="0"/>
          </a:p>
        </p:txBody>
      </p:sp>
      <p:sp>
        <p:nvSpPr>
          <p:cNvPr id="11" name="Text Placeholder 3"/>
          <p:cNvSpPr>
            <a:spLocks noGrp="1"/>
          </p:cNvSpPr>
          <p:nvPr>
            <p:ph type="body" sz="quarter" idx="70"/>
          </p:nvPr>
        </p:nvSpPr>
        <p:spPr>
          <a:xfrm>
            <a:off x="624505" y="3867150"/>
            <a:ext cx="2336540" cy="304800"/>
          </a:xfrm>
        </p:spPr>
        <p:txBody>
          <a:bodyPr>
            <a:noAutofit/>
          </a:bodyPr>
          <a:lstStyle>
            <a:lvl1pPr marL="0" indent="0" algn="ctr">
              <a:buFontTx/>
              <a:buNone/>
              <a:defRPr sz="1200" b="0" i="0">
                <a:solidFill>
                  <a:schemeClr val="tx1">
                    <a:lumMod val="65000"/>
                    <a:lumOff val="35000"/>
                  </a:schemeClr>
                </a:solidFill>
                <a:latin typeface="Arial" charset="0"/>
              </a:defRPr>
            </a:lvl1pPr>
            <a:lvl2pPr marL="457200" indent="0">
              <a:buFontTx/>
              <a:buNone/>
              <a:defRPr sz="1400">
                <a:solidFill>
                  <a:schemeClr val="tx1">
                    <a:lumMod val="75000"/>
                    <a:lumOff val="25000"/>
                  </a:schemeClr>
                </a:solidFill>
                <a:latin typeface="Nexa Bold" pitchFamily="50" charset="0"/>
              </a:defRPr>
            </a:lvl2pPr>
            <a:lvl3pPr marL="914400" indent="0">
              <a:buFontTx/>
              <a:buNone/>
              <a:defRPr sz="1200">
                <a:solidFill>
                  <a:schemeClr val="tx1">
                    <a:lumMod val="75000"/>
                    <a:lumOff val="25000"/>
                  </a:schemeClr>
                </a:solidFill>
                <a:latin typeface="Nexa Bold" pitchFamily="50" charset="0"/>
              </a:defRPr>
            </a:lvl3pPr>
            <a:lvl4pPr marL="1371600" indent="0">
              <a:buFontTx/>
              <a:buNone/>
              <a:defRPr sz="1100">
                <a:solidFill>
                  <a:schemeClr val="tx1">
                    <a:lumMod val="75000"/>
                    <a:lumOff val="25000"/>
                  </a:schemeClr>
                </a:solidFill>
                <a:latin typeface="Nexa Bold" pitchFamily="50" charset="0"/>
              </a:defRPr>
            </a:lvl4pPr>
            <a:lvl5pPr marL="1828800" indent="0">
              <a:buFontTx/>
              <a:buNone/>
              <a:defRPr sz="1100">
                <a:solidFill>
                  <a:schemeClr val="tx1">
                    <a:lumMod val="75000"/>
                    <a:lumOff val="25000"/>
                  </a:schemeClr>
                </a:solidFill>
                <a:latin typeface="Nexa Bold" pitchFamily="50" charset="0"/>
              </a:defRPr>
            </a:lvl5pPr>
          </a:lstStyle>
          <a:p>
            <a:pPr lvl="0"/>
            <a:endParaRPr lang="en-JM" dirty="0"/>
          </a:p>
        </p:txBody>
      </p:sp>
      <p:sp>
        <p:nvSpPr>
          <p:cNvPr id="12" name="Text Placeholder 7"/>
          <p:cNvSpPr>
            <a:spLocks noGrp="1"/>
          </p:cNvSpPr>
          <p:nvPr>
            <p:ph type="body" sz="quarter" idx="71"/>
          </p:nvPr>
        </p:nvSpPr>
        <p:spPr>
          <a:xfrm>
            <a:off x="4071423" y="2152650"/>
            <a:ext cx="4081981" cy="876300"/>
          </a:xfrm>
        </p:spPr>
        <p:txBody>
          <a:bodyPr>
            <a:noAutofit/>
          </a:bodyPr>
          <a:lstStyle>
            <a:lvl1pPr marL="0" indent="0" algn="l">
              <a:buFontTx/>
              <a:buNone/>
              <a:defRPr sz="1100">
                <a:solidFill>
                  <a:srgbClr val="A6A6A6"/>
                </a:solidFill>
              </a:defRPr>
            </a:lvl1pPr>
            <a:lvl2pPr marL="457200" indent="0">
              <a:buFontTx/>
              <a:buNone/>
              <a:defRPr sz="1200">
                <a:solidFill>
                  <a:schemeClr val="tx1">
                    <a:lumMod val="75000"/>
                    <a:lumOff val="25000"/>
                  </a:schemeClr>
                </a:solidFill>
              </a:defRPr>
            </a:lvl2pPr>
            <a:lvl3pPr marL="914400" indent="0">
              <a:buFontTx/>
              <a:buNone/>
              <a:defRPr sz="1200">
                <a:solidFill>
                  <a:schemeClr val="tx1">
                    <a:lumMod val="75000"/>
                    <a:lumOff val="25000"/>
                  </a:schemeClr>
                </a:solidFill>
              </a:defRPr>
            </a:lvl3pPr>
            <a:lvl4pPr marL="1371600" indent="0">
              <a:buFontTx/>
              <a:buNone/>
              <a:defRPr sz="1200">
                <a:solidFill>
                  <a:schemeClr val="tx1">
                    <a:lumMod val="75000"/>
                    <a:lumOff val="25000"/>
                  </a:schemeClr>
                </a:solidFill>
              </a:defRPr>
            </a:lvl4pPr>
            <a:lvl5pPr marL="1828800" indent="0">
              <a:buFontTx/>
              <a:buNone/>
              <a:defRPr sz="1200">
                <a:solidFill>
                  <a:schemeClr val="tx1">
                    <a:lumMod val="75000"/>
                    <a:lumOff val="25000"/>
                  </a:schemeClr>
                </a:solidFill>
              </a:defRPr>
            </a:lvl5pPr>
          </a:lstStyle>
          <a:p>
            <a:pPr lvl="0"/>
            <a:endParaRPr lang="en-JM"/>
          </a:p>
        </p:txBody>
      </p:sp>
      <p:sp>
        <p:nvSpPr>
          <p:cNvPr id="13" name="Picture Placeholder 28"/>
          <p:cNvSpPr>
            <a:spLocks noGrp="1" noChangeAspect="1"/>
          </p:cNvSpPr>
          <p:nvPr>
            <p:ph type="pic" sz="quarter" idx="50"/>
          </p:nvPr>
        </p:nvSpPr>
        <p:spPr>
          <a:xfrm>
            <a:off x="700710" y="1771650"/>
            <a:ext cx="2271095" cy="1701000"/>
          </a:xfrm>
          <a:prstGeom prst="ellipse">
            <a:avLst/>
          </a:prstGeom>
          <a:ln w="76200" cap="sq">
            <a:noFill/>
            <a:miter lim="800000"/>
          </a:ln>
          <a:effectLst>
            <a:innerShdw blurRad="114300">
              <a:schemeClr val="bg1">
                <a:lumMod val="50000"/>
              </a:schemeClr>
            </a:innerShdw>
          </a:effectLst>
        </p:spPr>
        <p:txBody>
          <a:bodyPr>
            <a:normAutofit/>
          </a:bodyPr>
          <a:lstStyle>
            <a:lvl1pPr marL="0" indent="0" algn="ctr">
              <a:buFontTx/>
              <a:buNone/>
              <a:defRPr sz="1400" b="0" i="0">
                <a:solidFill>
                  <a:schemeClr val="tx1">
                    <a:lumMod val="50000"/>
                    <a:lumOff val="50000"/>
                  </a:schemeClr>
                </a:solidFill>
                <a:latin typeface="Arial" charset="0"/>
                <a:cs typeface="Arial" charset="0"/>
              </a:defRPr>
            </a:lvl1pPr>
          </a:lstStyle>
          <a:p>
            <a:endParaRPr lang="en-JM" dirty="0"/>
          </a:p>
        </p:txBody>
      </p:sp>
      <p:sp>
        <p:nvSpPr>
          <p:cNvPr id="10" name="Title Placeholder 1"/>
          <p:cNvSpPr>
            <a:spLocks noGrp="1"/>
          </p:cNvSpPr>
          <p:nvPr>
            <p:ph type="title"/>
          </p:nvPr>
        </p:nvSpPr>
        <p:spPr>
          <a:xfrm>
            <a:off x="457200" y="342900"/>
            <a:ext cx="7620000" cy="857250"/>
          </a:xfrm>
          <a:prstGeom prst="rect">
            <a:avLst/>
          </a:prstGeom>
        </p:spPr>
        <p:txBody>
          <a:bodyPr vert="horz" lIns="91440" tIns="45720" rIns="91440" bIns="45720" rtlCol="0" anchor="ctr">
            <a:normAutofit/>
          </a:bodyPr>
          <a:lstStyle>
            <a:lvl1pPr>
              <a:defRPr>
                <a:solidFill>
                  <a:srgbClr val="343E48"/>
                </a:solidFill>
              </a:defRPr>
            </a:lvl1pPr>
          </a:lstStyle>
          <a:p>
            <a:r>
              <a:rPr lang="en-US"/>
              <a:t>Click to edit Master title style</a:t>
            </a:r>
            <a:endParaRPr lang="en-JM"/>
          </a:p>
        </p:txBody>
      </p:sp>
      <p:sp>
        <p:nvSpPr>
          <p:cNvPr id="9" name="Text Placeholder 17"/>
          <p:cNvSpPr>
            <a:spLocks noGrp="1"/>
          </p:cNvSpPr>
          <p:nvPr>
            <p:ph type="body" sz="quarter" idx="24"/>
          </p:nvPr>
        </p:nvSpPr>
        <p:spPr>
          <a:xfrm>
            <a:off x="457200" y="438150"/>
            <a:ext cx="5029200" cy="323850"/>
          </a:xfrm>
        </p:spPr>
        <p:txBody>
          <a:bodyPr>
            <a:noAutofit/>
          </a:bodyPr>
          <a:lstStyle>
            <a:lvl1pPr marL="0" indent="0" algn="l">
              <a:buFontTx/>
              <a:buNone/>
              <a:defRPr sz="900" b="0" i="0" kern="0" spc="300">
                <a:solidFill>
                  <a:srgbClr val="ED3645"/>
                </a:solidFill>
                <a:latin typeface="Lato Regular"/>
                <a:ea typeface="Arial" charset="0"/>
                <a:cs typeface="Lato Regular"/>
              </a:defRPr>
            </a:lvl1pPr>
            <a:lvl2pPr marL="457200" indent="0">
              <a:buFontTx/>
              <a:buNone/>
              <a:defRPr sz="1050">
                <a:latin typeface="Mission Gothic Regular" pitchFamily="50" charset="0"/>
              </a:defRPr>
            </a:lvl2pPr>
            <a:lvl3pPr marL="914400" indent="0">
              <a:buFontTx/>
              <a:buNone/>
              <a:defRPr sz="1050">
                <a:latin typeface="Mission Gothic Regular" pitchFamily="50" charset="0"/>
              </a:defRPr>
            </a:lvl3pPr>
            <a:lvl4pPr marL="1371600" indent="0">
              <a:buFontTx/>
              <a:buNone/>
              <a:defRPr sz="1050">
                <a:latin typeface="Mission Gothic Regular" pitchFamily="50" charset="0"/>
              </a:defRPr>
            </a:lvl4pPr>
            <a:lvl5pPr marL="1828800" indent="0">
              <a:buFontTx/>
              <a:buNone/>
              <a:defRPr sz="1050">
                <a:latin typeface="Mission Gothic Regular" pitchFamily="50" charset="0"/>
              </a:defRPr>
            </a:lvl5pPr>
          </a:lstStyle>
          <a:p>
            <a:pPr lvl="0"/>
            <a:endParaRPr lang="en-JM" dirty="0"/>
          </a:p>
        </p:txBody>
      </p:sp>
    </p:spTree>
    <p:extLst>
      <p:ext uri="{BB962C8B-B14F-4D97-AF65-F5344CB8AC3E}">
        <p14:creationId xmlns:p14="http://schemas.microsoft.com/office/powerpoint/2010/main" val="10751148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9_Title and Content">
    <p:spTree>
      <p:nvGrpSpPr>
        <p:cNvPr id="1" name=""/>
        <p:cNvGrpSpPr/>
        <p:nvPr/>
      </p:nvGrpSpPr>
      <p:grpSpPr>
        <a:xfrm>
          <a:off x="0" y="0"/>
          <a:ext cx="0" cy="0"/>
          <a:chOff x="0" y="0"/>
          <a:chExt cx="0" cy="0"/>
        </a:xfrm>
      </p:grpSpPr>
      <p:sp>
        <p:nvSpPr>
          <p:cNvPr id="13" name="Picture Placeholder 28"/>
          <p:cNvSpPr>
            <a:spLocks noGrp="1" noChangeAspect="1"/>
          </p:cNvSpPr>
          <p:nvPr>
            <p:ph type="pic" sz="quarter" idx="50"/>
          </p:nvPr>
        </p:nvSpPr>
        <p:spPr>
          <a:xfrm>
            <a:off x="2622005" y="1809753"/>
            <a:ext cx="1223999" cy="917999"/>
          </a:xfrm>
          <a:prstGeom prst="ellipse">
            <a:avLst/>
          </a:prstGeom>
          <a:ln w="76200" cap="sq">
            <a:noFill/>
            <a:miter lim="800000"/>
          </a:ln>
          <a:effectLst>
            <a:innerShdw blurRad="114300">
              <a:schemeClr val="bg1">
                <a:lumMod val="50000"/>
              </a:schemeClr>
            </a:innerShdw>
          </a:effectLst>
        </p:spPr>
        <p:txBody>
          <a:bodyPr>
            <a:normAutofit/>
          </a:bodyPr>
          <a:lstStyle>
            <a:lvl1pPr marL="0" indent="0" algn="ctr">
              <a:buFontTx/>
              <a:buNone/>
              <a:defRPr sz="1400" b="0" i="0">
                <a:solidFill>
                  <a:schemeClr val="tx1">
                    <a:lumMod val="50000"/>
                    <a:lumOff val="50000"/>
                  </a:schemeClr>
                </a:solidFill>
                <a:latin typeface="Arial" charset="0"/>
                <a:cs typeface="Arial" charset="0"/>
              </a:defRPr>
            </a:lvl1pPr>
          </a:lstStyle>
          <a:p>
            <a:endParaRPr lang="en-JM" dirty="0"/>
          </a:p>
        </p:txBody>
      </p:sp>
      <p:sp>
        <p:nvSpPr>
          <p:cNvPr id="10" name="Picture Placeholder 28"/>
          <p:cNvSpPr>
            <a:spLocks noGrp="1" noChangeAspect="1"/>
          </p:cNvSpPr>
          <p:nvPr>
            <p:ph type="pic" sz="quarter" idx="51"/>
          </p:nvPr>
        </p:nvSpPr>
        <p:spPr>
          <a:xfrm>
            <a:off x="3894905" y="1809753"/>
            <a:ext cx="1223999" cy="917999"/>
          </a:xfrm>
          <a:prstGeom prst="ellipse">
            <a:avLst/>
          </a:prstGeom>
          <a:ln w="76200" cap="sq">
            <a:noFill/>
            <a:miter lim="800000"/>
          </a:ln>
          <a:effectLst>
            <a:innerShdw blurRad="114300">
              <a:schemeClr val="bg1">
                <a:lumMod val="50000"/>
              </a:schemeClr>
            </a:innerShdw>
          </a:effectLst>
        </p:spPr>
        <p:txBody>
          <a:bodyPr>
            <a:normAutofit/>
          </a:bodyPr>
          <a:lstStyle>
            <a:lvl1pPr marL="0" indent="0" algn="ctr">
              <a:buFontTx/>
              <a:buNone/>
              <a:defRPr sz="1400" b="0" i="0">
                <a:solidFill>
                  <a:schemeClr val="tx1">
                    <a:lumMod val="50000"/>
                    <a:lumOff val="50000"/>
                  </a:schemeClr>
                </a:solidFill>
                <a:latin typeface="Arial" charset="0"/>
                <a:cs typeface="Arial" charset="0"/>
              </a:defRPr>
            </a:lvl1pPr>
          </a:lstStyle>
          <a:p>
            <a:endParaRPr lang="en-JM" dirty="0"/>
          </a:p>
        </p:txBody>
      </p:sp>
      <p:sp>
        <p:nvSpPr>
          <p:cNvPr id="14" name="Picture Placeholder 28"/>
          <p:cNvSpPr>
            <a:spLocks noGrp="1" noChangeAspect="1"/>
          </p:cNvSpPr>
          <p:nvPr>
            <p:ph type="pic" sz="quarter" idx="52"/>
          </p:nvPr>
        </p:nvSpPr>
        <p:spPr>
          <a:xfrm>
            <a:off x="5167802" y="1809753"/>
            <a:ext cx="1223999" cy="917999"/>
          </a:xfrm>
          <a:prstGeom prst="ellipse">
            <a:avLst/>
          </a:prstGeom>
          <a:ln w="76200" cap="sq">
            <a:noFill/>
            <a:miter lim="800000"/>
          </a:ln>
          <a:effectLst>
            <a:innerShdw blurRad="114300">
              <a:schemeClr val="bg1">
                <a:lumMod val="50000"/>
              </a:schemeClr>
            </a:innerShdw>
          </a:effectLst>
        </p:spPr>
        <p:txBody>
          <a:bodyPr>
            <a:normAutofit/>
          </a:bodyPr>
          <a:lstStyle>
            <a:lvl1pPr marL="0" indent="0" algn="ctr">
              <a:buFontTx/>
              <a:buNone/>
              <a:defRPr sz="1400" b="0" i="0">
                <a:solidFill>
                  <a:schemeClr val="tx1">
                    <a:lumMod val="50000"/>
                    <a:lumOff val="50000"/>
                  </a:schemeClr>
                </a:solidFill>
                <a:latin typeface="Arial" charset="0"/>
                <a:cs typeface="Arial" charset="0"/>
              </a:defRPr>
            </a:lvl1pPr>
          </a:lstStyle>
          <a:p>
            <a:endParaRPr lang="en-JM" dirty="0"/>
          </a:p>
        </p:txBody>
      </p:sp>
      <p:sp>
        <p:nvSpPr>
          <p:cNvPr id="16" name="Picture Placeholder 28"/>
          <p:cNvSpPr>
            <a:spLocks noGrp="1" noChangeAspect="1"/>
          </p:cNvSpPr>
          <p:nvPr>
            <p:ph type="pic" sz="quarter" idx="53"/>
          </p:nvPr>
        </p:nvSpPr>
        <p:spPr>
          <a:xfrm>
            <a:off x="3262805" y="2876553"/>
            <a:ext cx="1223999" cy="917999"/>
          </a:xfrm>
          <a:prstGeom prst="ellipse">
            <a:avLst/>
          </a:prstGeom>
          <a:ln w="76200" cap="sq">
            <a:noFill/>
            <a:miter lim="800000"/>
          </a:ln>
          <a:effectLst>
            <a:innerShdw blurRad="114300">
              <a:schemeClr val="bg1">
                <a:lumMod val="50000"/>
              </a:schemeClr>
            </a:innerShdw>
          </a:effectLst>
        </p:spPr>
        <p:txBody>
          <a:bodyPr>
            <a:normAutofit/>
          </a:bodyPr>
          <a:lstStyle>
            <a:lvl1pPr marL="0" indent="0" algn="ctr">
              <a:buFontTx/>
              <a:buNone/>
              <a:defRPr sz="1400" b="0" i="0">
                <a:solidFill>
                  <a:schemeClr val="tx1">
                    <a:lumMod val="50000"/>
                    <a:lumOff val="50000"/>
                  </a:schemeClr>
                </a:solidFill>
                <a:latin typeface="Arial" charset="0"/>
                <a:cs typeface="Arial" charset="0"/>
              </a:defRPr>
            </a:lvl1pPr>
          </a:lstStyle>
          <a:p>
            <a:endParaRPr lang="en-JM" dirty="0"/>
          </a:p>
        </p:txBody>
      </p:sp>
      <p:sp>
        <p:nvSpPr>
          <p:cNvPr id="17" name="Picture Placeholder 28"/>
          <p:cNvSpPr>
            <a:spLocks noGrp="1" noChangeAspect="1"/>
          </p:cNvSpPr>
          <p:nvPr>
            <p:ph type="pic" sz="quarter" idx="54"/>
          </p:nvPr>
        </p:nvSpPr>
        <p:spPr>
          <a:xfrm>
            <a:off x="4558204" y="2876553"/>
            <a:ext cx="1223999" cy="917999"/>
          </a:xfrm>
          <a:prstGeom prst="ellipse">
            <a:avLst/>
          </a:prstGeom>
          <a:ln w="76200" cap="sq">
            <a:noFill/>
            <a:miter lim="800000"/>
          </a:ln>
          <a:effectLst>
            <a:innerShdw blurRad="114300">
              <a:schemeClr val="bg1">
                <a:lumMod val="50000"/>
              </a:schemeClr>
            </a:innerShdw>
          </a:effectLst>
        </p:spPr>
        <p:txBody>
          <a:bodyPr>
            <a:normAutofit/>
          </a:bodyPr>
          <a:lstStyle>
            <a:lvl1pPr marL="0" indent="0" algn="ctr">
              <a:buFontTx/>
              <a:buNone/>
              <a:defRPr sz="1400" b="0" i="0">
                <a:solidFill>
                  <a:schemeClr val="tx1">
                    <a:lumMod val="50000"/>
                    <a:lumOff val="50000"/>
                  </a:schemeClr>
                </a:solidFill>
                <a:latin typeface="Arial" charset="0"/>
                <a:cs typeface="Arial" charset="0"/>
              </a:defRPr>
            </a:lvl1pPr>
          </a:lstStyle>
          <a:p>
            <a:endParaRPr lang="en-JM" dirty="0"/>
          </a:p>
        </p:txBody>
      </p:sp>
      <p:sp>
        <p:nvSpPr>
          <p:cNvPr id="19" name="Picture Placeholder 28"/>
          <p:cNvSpPr>
            <a:spLocks noGrp="1" noChangeAspect="1"/>
          </p:cNvSpPr>
          <p:nvPr>
            <p:ph type="pic" sz="quarter" idx="55"/>
          </p:nvPr>
        </p:nvSpPr>
        <p:spPr>
          <a:xfrm>
            <a:off x="6432005" y="1809753"/>
            <a:ext cx="1223999" cy="917999"/>
          </a:xfrm>
          <a:prstGeom prst="ellipse">
            <a:avLst/>
          </a:prstGeom>
          <a:ln w="76200" cap="sq">
            <a:noFill/>
            <a:miter lim="800000"/>
          </a:ln>
          <a:effectLst>
            <a:innerShdw blurRad="114300">
              <a:schemeClr val="bg1">
                <a:lumMod val="50000"/>
              </a:schemeClr>
            </a:innerShdw>
          </a:effectLst>
        </p:spPr>
        <p:txBody>
          <a:bodyPr>
            <a:normAutofit/>
          </a:bodyPr>
          <a:lstStyle>
            <a:lvl1pPr marL="0" indent="0" algn="ctr">
              <a:buFontTx/>
              <a:buNone/>
              <a:defRPr sz="1400" b="0" i="0">
                <a:solidFill>
                  <a:schemeClr val="tx1">
                    <a:lumMod val="50000"/>
                    <a:lumOff val="50000"/>
                  </a:schemeClr>
                </a:solidFill>
                <a:latin typeface="Arial" charset="0"/>
                <a:cs typeface="Arial" charset="0"/>
              </a:defRPr>
            </a:lvl1pPr>
          </a:lstStyle>
          <a:p>
            <a:endParaRPr lang="en-JM" dirty="0"/>
          </a:p>
        </p:txBody>
      </p:sp>
      <p:sp>
        <p:nvSpPr>
          <p:cNvPr id="20" name="Picture Placeholder 28"/>
          <p:cNvSpPr>
            <a:spLocks noGrp="1" noChangeAspect="1"/>
          </p:cNvSpPr>
          <p:nvPr>
            <p:ph type="pic" sz="quarter" idx="56"/>
          </p:nvPr>
        </p:nvSpPr>
        <p:spPr>
          <a:xfrm>
            <a:off x="5777405" y="2876553"/>
            <a:ext cx="1223999" cy="917999"/>
          </a:xfrm>
          <a:prstGeom prst="ellipse">
            <a:avLst/>
          </a:prstGeom>
          <a:ln w="76200" cap="sq">
            <a:noFill/>
            <a:miter lim="800000"/>
          </a:ln>
          <a:effectLst>
            <a:innerShdw blurRad="114300">
              <a:schemeClr val="bg1">
                <a:lumMod val="50000"/>
              </a:schemeClr>
            </a:innerShdw>
          </a:effectLst>
        </p:spPr>
        <p:txBody>
          <a:bodyPr>
            <a:normAutofit/>
          </a:bodyPr>
          <a:lstStyle>
            <a:lvl1pPr marL="0" indent="0" algn="ctr">
              <a:buFontTx/>
              <a:buNone/>
              <a:defRPr sz="1400" b="0" i="0">
                <a:solidFill>
                  <a:schemeClr val="tx1">
                    <a:lumMod val="50000"/>
                    <a:lumOff val="50000"/>
                  </a:schemeClr>
                </a:solidFill>
                <a:latin typeface="Arial" charset="0"/>
                <a:cs typeface="Arial" charset="0"/>
              </a:defRPr>
            </a:lvl1pPr>
          </a:lstStyle>
          <a:p>
            <a:endParaRPr lang="en-JM" dirty="0"/>
          </a:p>
        </p:txBody>
      </p:sp>
      <p:sp>
        <p:nvSpPr>
          <p:cNvPr id="11" name="Title Placeholder 1"/>
          <p:cNvSpPr>
            <a:spLocks noGrp="1"/>
          </p:cNvSpPr>
          <p:nvPr>
            <p:ph type="title"/>
          </p:nvPr>
        </p:nvSpPr>
        <p:spPr>
          <a:xfrm>
            <a:off x="457200" y="342900"/>
            <a:ext cx="7620000" cy="857250"/>
          </a:xfrm>
          <a:prstGeom prst="rect">
            <a:avLst/>
          </a:prstGeom>
        </p:spPr>
        <p:txBody>
          <a:bodyPr vert="horz" lIns="91440" tIns="45720" rIns="91440" bIns="45720" rtlCol="0" anchor="ctr">
            <a:normAutofit/>
          </a:bodyPr>
          <a:lstStyle>
            <a:lvl1pPr>
              <a:defRPr>
                <a:solidFill>
                  <a:srgbClr val="343E48"/>
                </a:solidFill>
              </a:defRPr>
            </a:lvl1pPr>
          </a:lstStyle>
          <a:p>
            <a:r>
              <a:rPr lang="en-US"/>
              <a:t>Click to edit Master title style</a:t>
            </a:r>
            <a:endParaRPr lang="en-JM"/>
          </a:p>
        </p:txBody>
      </p:sp>
      <p:sp>
        <p:nvSpPr>
          <p:cNvPr id="12" name="Text Placeholder 17"/>
          <p:cNvSpPr>
            <a:spLocks noGrp="1"/>
          </p:cNvSpPr>
          <p:nvPr>
            <p:ph type="body" sz="quarter" idx="24"/>
          </p:nvPr>
        </p:nvSpPr>
        <p:spPr>
          <a:xfrm>
            <a:off x="457200" y="438150"/>
            <a:ext cx="5029200" cy="323850"/>
          </a:xfrm>
        </p:spPr>
        <p:txBody>
          <a:bodyPr>
            <a:noAutofit/>
          </a:bodyPr>
          <a:lstStyle>
            <a:lvl1pPr marL="0" indent="0" algn="l">
              <a:buFontTx/>
              <a:buNone/>
              <a:defRPr sz="900" b="0" i="0" kern="0" spc="300">
                <a:solidFill>
                  <a:srgbClr val="ED3645"/>
                </a:solidFill>
                <a:latin typeface="Lato Regular"/>
                <a:ea typeface="Arial" charset="0"/>
                <a:cs typeface="Lato Regular"/>
              </a:defRPr>
            </a:lvl1pPr>
            <a:lvl2pPr marL="457200" indent="0">
              <a:buFontTx/>
              <a:buNone/>
              <a:defRPr sz="1050">
                <a:latin typeface="Mission Gothic Regular" pitchFamily="50" charset="0"/>
              </a:defRPr>
            </a:lvl2pPr>
            <a:lvl3pPr marL="914400" indent="0">
              <a:buFontTx/>
              <a:buNone/>
              <a:defRPr sz="1050">
                <a:latin typeface="Mission Gothic Regular" pitchFamily="50" charset="0"/>
              </a:defRPr>
            </a:lvl3pPr>
            <a:lvl4pPr marL="1371600" indent="0">
              <a:buFontTx/>
              <a:buNone/>
              <a:defRPr sz="1050">
                <a:latin typeface="Mission Gothic Regular" pitchFamily="50" charset="0"/>
              </a:defRPr>
            </a:lvl4pPr>
            <a:lvl5pPr marL="1828800" indent="0">
              <a:buFontTx/>
              <a:buNone/>
              <a:defRPr sz="1050">
                <a:latin typeface="Mission Gothic Regular" pitchFamily="50" charset="0"/>
              </a:defRPr>
            </a:lvl5pPr>
          </a:lstStyle>
          <a:p>
            <a:pPr lvl="0"/>
            <a:endParaRPr lang="en-JM" dirty="0"/>
          </a:p>
        </p:txBody>
      </p:sp>
    </p:spTree>
    <p:extLst>
      <p:ext uri="{BB962C8B-B14F-4D97-AF65-F5344CB8AC3E}">
        <p14:creationId xmlns:p14="http://schemas.microsoft.com/office/powerpoint/2010/main" val="27202945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20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581153"/>
            <a:ext cx="8229600" cy="3047999"/>
          </a:xfrm>
        </p:spPr>
        <p:txBody>
          <a:bodyPr>
            <a:normAutofit/>
          </a:bodyPr>
          <a:lstStyle>
            <a:lvl1pPr>
              <a:defRPr sz="1400"/>
            </a:lvl1pPr>
            <a:lvl2pPr>
              <a:defRPr sz="1200"/>
            </a:lvl2pPr>
            <a:lvl3pPr>
              <a:defRPr sz="1100"/>
            </a:lvl3pPr>
            <a:lvl4pPr>
              <a:defRPr sz="1050"/>
            </a:lvl4pPr>
            <a:lvl5pPr>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JM"/>
          </a:p>
        </p:txBody>
      </p:sp>
      <p:sp>
        <p:nvSpPr>
          <p:cNvPr id="5" name="Title Placeholder 1"/>
          <p:cNvSpPr>
            <a:spLocks noGrp="1"/>
          </p:cNvSpPr>
          <p:nvPr>
            <p:ph type="title"/>
          </p:nvPr>
        </p:nvSpPr>
        <p:spPr>
          <a:xfrm>
            <a:off x="457200" y="342900"/>
            <a:ext cx="7620000" cy="857250"/>
          </a:xfrm>
          <a:prstGeom prst="rect">
            <a:avLst/>
          </a:prstGeom>
        </p:spPr>
        <p:txBody>
          <a:bodyPr vert="horz" lIns="91440" tIns="45720" rIns="91440" bIns="45720" rtlCol="0" anchor="ctr">
            <a:normAutofit/>
          </a:bodyPr>
          <a:lstStyle>
            <a:lvl1pPr>
              <a:defRPr>
                <a:solidFill>
                  <a:srgbClr val="343E48"/>
                </a:solidFill>
              </a:defRPr>
            </a:lvl1pPr>
          </a:lstStyle>
          <a:p>
            <a:r>
              <a:rPr lang="en-US"/>
              <a:t>Click to edit Master title style</a:t>
            </a:r>
            <a:endParaRPr lang="en-JM"/>
          </a:p>
        </p:txBody>
      </p:sp>
      <p:sp>
        <p:nvSpPr>
          <p:cNvPr id="7" name="Text Placeholder 17"/>
          <p:cNvSpPr>
            <a:spLocks noGrp="1"/>
          </p:cNvSpPr>
          <p:nvPr>
            <p:ph type="body" sz="quarter" idx="24"/>
          </p:nvPr>
        </p:nvSpPr>
        <p:spPr>
          <a:xfrm>
            <a:off x="457200" y="438150"/>
            <a:ext cx="5029200" cy="323850"/>
          </a:xfrm>
        </p:spPr>
        <p:txBody>
          <a:bodyPr>
            <a:noAutofit/>
          </a:bodyPr>
          <a:lstStyle>
            <a:lvl1pPr marL="0" indent="0" algn="l">
              <a:buFontTx/>
              <a:buNone/>
              <a:defRPr sz="900" b="0" i="0" kern="0" spc="300">
                <a:solidFill>
                  <a:srgbClr val="ED3645"/>
                </a:solidFill>
                <a:latin typeface="Lato Regular"/>
                <a:ea typeface="Arial" charset="0"/>
                <a:cs typeface="Lato Regular"/>
              </a:defRPr>
            </a:lvl1pPr>
            <a:lvl2pPr marL="457200" indent="0">
              <a:buFontTx/>
              <a:buNone/>
              <a:defRPr sz="1050">
                <a:latin typeface="Mission Gothic Regular" pitchFamily="50" charset="0"/>
              </a:defRPr>
            </a:lvl2pPr>
            <a:lvl3pPr marL="914400" indent="0">
              <a:buFontTx/>
              <a:buNone/>
              <a:defRPr sz="1050">
                <a:latin typeface="Mission Gothic Regular" pitchFamily="50" charset="0"/>
              </a:defRPr>
            </a:lvl3pPr>
            <a:lvl4pPr marL="1371600" indent="0">
              <a:buFontTx/>
              <a:buNone/>
              <a:defRPr sz="1050">
                <a:latin typeface="Mission Gothic Regular" pitchFamily="50" charset="0"/>
              </a:defRPr>
            </a:lvl4pPr>
            <a:lvl5pPr marL="1828800" indent="0">
              <a:buFontTx/>
              <a:buNone/>
              <a:defRPr sz="1050">
                <a:latin typeface="Mission Gothic Regular" pitchFamily="50" charset="0"/>
              </a:defRPr>
            </a:lvl5pPr>
          </a:lstStyle>
          <a:p>
            <a:pPr lvl="0"/>
            <a:endParaRPr lang="en-JM" dirty="0"/>
          </a:p>
        </p:txBody>
      </p:sp>
    </p:spTree>
    <p:extLst>
      <p:ext uri="{BB962C8B-B14F-4D97-AF65-F5344CB8AC3E}">
        <p14:creationId xmlns:p14="http://schemas.microsoft.com/office/powerpoint/2010/main" val="21225271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29_Title and Content">
    <p:spTree>
      <p:nvGrpSpPr>
        <p:cNvPr id="1" name=""/>
        <p:cNvGrpSpPr/>
        <p:nvPr/>
      </p:nvGrpSpPr>
      <p:grpSpPr>
        <a:xfrm>
          <a:off x="0" y="0"/>
          <a:ext cx="0" cy="0"/>
          <a:chOff x="0" y="0"/>
          <a:chExt cx="0" cy="0"/>
        </a:xfrm>
      </p:grpSpPr>
      <p:sp>
        <p:nvSpPr>
          <p:cNvPr id="7" name="Content Placeholder 13"/>
          <p:cNvSpPr>
            <a:spLocks noGrp="1"/>
          </p:cNvSpPr>
          <p:nvPr>
            <p:ph sz="quarter" idx="13"/>
          </p:nvPr>
        </p:nvSpPr>
        <p:spPr>
          <a:xfrm>
            <a:off x="609600" y="2133600"/>
            <a:ext cx="2362200" cy="2266950"/>
          </a:xfrm>
        </p:spPr>
        <p:txBody>
          <a:bodyPr>
            <a:normAutofit/>
          </a:bodyPr>
          <a:lstStyle>
            <a:lvl1pPr algn="ctr">
              <a:buNone/>
              <a:defRPr sz="900" b="0" i="0">
                <a:solidFill>
                  <a:srgbClr val="A6A6A6"/>
                </a:solidFill>
                <a:latin typeface="Arial" charset="0"/>
                <a:cs typeface="Arial" charset="0"/>
              </a:defRPr>
            </a:lvl1pPr>
          </a:lstStyle>
          <a:p>
            <a:pPr lvl="0"/>
            <a:endParaRPr lang="en-JM" dirty="0"/>
          </a:p>
        </p:txBody>
      </p:sp>
      <p:sp>
        <p:nvSpPr>
          <p:cNvPr id="9" name="Content Placeholder 13"/>
          <p:cNvSpPr>
            <a:spLocks noGrp="1"/>
          </p:cNvSpPr>
          <p:nvPr>
            <p:ph sz="quarter" idx="42"/>
          </p:nvPr>
        </p:nvSpPr>
        <p:spPr>
          <a:xfrm>
            <a:off x="3429000" y="2133600"/>
            <a:ext cx="2362200" cy="2266950"/>
          </a:xfrm>
        </p:spPr>
        <p:txBody>
          <a:bodyPr>
            <a:normAutofit/>
          </a:bodyPr>
          <a:lstStyle>
            <a:lvl1pPr algn="ctr">
              <a:buNone/>
              <a:defRPr sz="900" b="0" i="0">
                <a:solidFill>
                  <a:srgbClr val="A6A6A6"/>
                </a:solidFill>
                <a:latin typeface="Arial" charset="0"/>
                <a:cs typeface="Arial" charset="0"/>
              </a:defRPr>
            </a:lvl1pPr>
          </a:lstStyle>
          <a:p>
            <a:pPr lvl="0"/>
            <a:endParaRPr lang="en-JM" dirty="0"/>
          </a:p>
        </p:txBody>
      </p:sp>
      <p:sp>
        <p:nvSpPr>
          <p:cNvPr id="10" name="Content Placeholder 13"/>
          <p:cNvSpPr>
            <a:spLocks noGrp="1"/>
          </p:cNvSpPr>
          <p:nvPr>
            <p:ph sz="quarter" idx="43"/>
          </p:nvPr>
        </p:nvSpPr>
        <p:spPr>
          <a:xfrm>
            <a:off x="6324600" y="2133600"/>
            <a:ext cx="2362200" cy="2266950"/>
          </a:xfrm>
        </p:spPr>
        <p:txBody>
          <a:bodyPr>
            <a:normAutofit/>
          </a:bodyPr>
          <a:lstStyle>
            <a:lvl1pPr algn="ctr">
              <a:buNone/>
              <a:defRPr sz="900" b="0" i="0">
                <a:solidFill>
                  <a:srgbClr val="A6A6A6"/>
                </a:solidFill>
                <a:latin typeface="Arial" charset="0"/>
                <a:cs typeface="Arial" charset="0"/>
              </a:defRPr>
            </a:lvl1pPr>
          </a:lstStyle>
          <a:p>
            <a:pPr lvl="0"/>
            <a:endParaRPr lang="en-JM" dirty="0"/>
          </a:p>
        </p:txBody>
      </p:sp>
      <p:sp>
        <p:nvSpPr>
          <p:cNvPr id="8" name="Title Placeholder 1"/>
          <p:cNvSpPr>
            <a:spLocks noGrp="1"/>
          </p:cNvSpPr>
          <p:nvPr>
            <p:ph type="title"/>
          </p:nvPr>
        </p:nvSpPr>
        <p:spPr>
          <a:xfrm>
            <a:off x="457200" y="342900"/>
            <a:ext cx="7620000" cy="857250"/>
          </a:xfrm>
          <a:prstGeom prst="rect">
            <a:avLst/>
          </a:prstGeom>
        </p:spPr>
        <p:txBody>
          <a:bodyPr vert="horz" lIns="91440" tIns="45720" rIns="91440" bIns="45720" rtlCol="0" anchor="ctr">
            <a:normAutofit/>
          </a:bodyPr>
          <a:lstStyle>
            <a:lvl1pPr>
              <a:defRPr>
                <a:solidFill>
                  <a:srgbClr val="343E48"/>
                </a:solidFill>
              </a:defRPr>
            </a:lvl1pPr>
          </a:lstStyle>
          <a:p>
            <a:r>
              <a:rPr lang="en-US"/>
              <a:t>Click to edit Master title style</a:t>
            </a:r>
            <a:endParaRPr lang="en-JM"/>
          </a:p>
        </p:txBody>
      </p:sp>
      <p:sp>
        <p:nvSpPr>
          <p:cNvPr id="12" name="Text Placeholder 17"/>
          <p:cNvSpPr>
            <a:spLocks noGrp="1"/>
          </p:cNvSpPr>
          <p:nvPr>
            <p:ph type="body" sz="quarter" idx="24"/>
          </p:nvPr>
        </p:nvSpPr>
        <p:spPr>
          <a:xfrm>
            <a:off x="457200" y="438150"/>
            <a:ext cx="5029200" cy="323850"/>
          </a:xfrm>
        </p:spPr>
        <p:txBody>
          <a:bodyPr>
            <a:noAutofit/>
          </a:bodyPr>
          <a:lstStyle>
            <a:lvl1pPr marL="0" indent="0" algn="l">
              <a:buFontTx/>
              <a:buNone/>
              <a:defRPr sz="900" b="0" i="0" kern="0" spc="300">
                <a:solidFill>
                  <a:srgbClr val="ED3645"/>
                </a:solidFill>
                <a:latin typeface="Lato Regular"/>
                <a:ea typeface="Arial" charset="0"/>
                <a:cs typeface="Lato Regular"/>
              </a:defRPr>
            </a:lvl1pPr>
            <a:lvl2pPr marL="457200" indent="0">
              <a:buFontTx/>
              <a:buNone/>
              <a:defRPr sz="1050">
                <a:latin typeface="Mission Gothic Regular" pitchFamily="50" charset="0"/>
              </a:defRPr>
            </a:lvl2pPr>
            <a:lvl3pPr marL="914400" indent="0">
              <a:buFontTx/>
              <a:buNone/>
              <a:defRPr sz="1050">
                <a:latin typeface="Mission Gothic Regular" pitchFamily="50" charset="0"/>
              </a:defRPr>
            </a:lvl3pPr>
            <a:lvl4pPr marL="1371600" indent="0">
              <a:buFontTx/>
              <a:buNone/>
              <a:defRPr sz="1050">
                <a:latin typeface="Mission Gothic Regular" pitchFamily="50" charset="0"/>
              </a:defRPr>
            </a:lvl4pPr>
            <a:lvl5pPr marL="1828800" indent="0">
              <a:buFontTx/>
              <a:buNone/>
              <a:defRPr sz="1050">
                <a:latin typeface="Mission Gothic Regular" pitchFamily="50" charset="0"/>
              </a:defRPr>
            </a:lvl5pPr>
          </a:lstStyle>
          <a:p>
            <a:pPr lvl="0"/>
            <a:endParaRPr lang="en-JM" dirty="0"/>
          </a:p>
        </p:txBody>
      </p:sp>
    </p:spTree>
    <p:extLst>
      <p:ext uri="{BB962C8B-B14F-4D97-AF65-F5344CB8AC3E}">
        <p14:creationId xmlns:p14="http://schemas.microsoft.com/office/powerpoint/2010/main" val="170488093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7" name="Picture Placeholder 27"/>
          <p:cNvSpPr>
            <a:spLocks noGrp="1"/>
          </p:cNvSpPr>
          <p:nvPr>
            <p:ph type="pic" sz="quarter" idx="24"/>
          </p:nvPr>
        </p:nvSpPr>
        <p:spPr>
          <a:xfrm>
            <a:off x="0" y="1486852"/>
            <a:ext cx="2276856" cy="2423160"/>
          </a:xfrm>
        </p:spPr>
        <p:txBody>
          <a:bodyPr>
            <a:normAutofit/>
          </a:bodyPr>
          <a:lstStyle>
            <a:lvl1pPr>
              <a:defRPr sz="1100"/>
            </a:lvl1pPr>
          </a:lstStyle>
          <a:p>
            <a:endParaRPr lang="en-JM"/>
          </a:p>
        </p:txBody>
      </p:sp>
      <p:sp>
        <p:nvSpPr>
          <p:cNvPr id="8" name="Picture Placeholder 27"/>
          <p:cNvSpPr>
            <a:spLocks noGrp="1"/>
          </p:cNvSpPr>
          <p:nvPr>
            <p:ph type="pic" sz="quarter" idx="25"/>
          </p:nvPr>
        </p:nvSpPr>
        <p:spPr>
          <a:xfrm>
            <a:off x="2286000" y="1486852"/>
            <a:ext cx="2276856" cy="2423160"/>
          </a:xfrm>
        </p:spPr>
        <p:txBody>
          <a:bodyPr>
            <a:normAutofit/>
          </a:bodyPr>
          <a:lstStyle>
            <a:lvl1pPr>
              <a:defRPr sz="1100"/>
            </a:lvl1pPr>
          </a:lstStyle>
          <a:p>
            <a:endParaRPr lang="en-JM"/>
          </a:p>
        </p:txBody>
      </p:sp>
      <p:sp>
        <p:nvSpPr>
          <p:cNvPr id="9" name="Picture Placeholder 27"/>
          <p:cNvSpPr>
            <a:spLocks noGrp="1"/>
          </p:cNvSpPr>
          <p:nvPr>
            <p:ph type="pic" sz="quarter" idx="26"/>
          </p:nvPr>
        </p:nvSpPr>
        <p:spPr>
          <a:xfrm>
            <a:off x="4572000" y="1485900"/>
            <a:ext cx="2276856" cy="2423160"/>
          </a:xfrm>
        </p:spPr>
        <p:txBody>
          <a:bodyPr>
            <a:normAutofit/>
          </a:bodyPr>
          <a:lstStyle>
            <a:lvl1pPr>
              <a:defRPr sz="1100"/>
            </a:lvl1pPr>
          </a:lstStyle>
          <a:p>
            <a:endParaRPr lang="en-JM"/>
          </a:p>
        </p:txBody>
      </p:sp>
      <p:sp>
        <p:nvSpPr>
          <p:cNvPr id="10" name="Picture Placeholder 27"/>
          <p:cNvSpPr>
            <a:spLocks noGrp="1"/>
          </p:cNvSpPr>
          <p:nvPr>
            <p:ph type="pic" sz="quarter" idx="27"/>
          </p:nvPr>
        </p:nvSpPr>
        <p:spPr>
          <a:xfrm>
            <a:off x="6858000" y="1485900"/>
            <a:ext cx="2286000" cy="2423160"/>
          </a:xfrm>
        </p:spPr>
        <p:txBody>
          <a:bodyPr>
            <a:normAutofit/>
          </a:bodyPr>
          <a:lstStyle>
            <a:lvl1pPr>
              <a:defRPr sz="1100"/>
            </a:lvl1pPr>
          </a:lstStyle>
          <a:p>
            <a:endParaRPr lang="en-JM"/>
          </a:p>
        </p:txBody>
      </p:sp>
      <p:sp>
        <p:nvSpPr>
          <p:cNvPr id="11" name="Title Placeholder 1"/>
          <p:cNvSpPr>
            <a:spLocks noGrp="1"/>
          </p:cNvSpPr>
          <p:nvPr>
            <p:ph type="title"/>
          </p:nvPr>
        </p:nvSpPr>
        <p:spPr>
          <a:xfrm>
            <a:off x="457200" y="342900"/>
            <a:ext cx="7620000" cy="857250"/>
          </a:xfrm>
          <a:prstGeom prst="rect">
            <a:avLst/>
          </a:prstGeom>
        </p:spPr>
        <p:txBody>
          <a:bodyPr vert="horz" lIns="91440" tIns="45720" rIns="91440" bIns="45720" rtlCol="0" anchor="ctr">
            <a:normAutofit/>
          </a:bodyPr>
          <a:lstStyle>
            <a:lvl1pPr>
              <a:defRPr>
                <a:solidFill>
                  <a:srgbClr val="343E48"/>
                </a:solidFill>
              </a:defRPr>
            </a:lvl1pPr>
          </a:lstStyle>
          <a:p>
            <a:r>
              <a:rPr lang="en-US"/>
              <a:t>Click to edit Master title style</a:t>
            </a:r>
            <a:endParaRPr lang="en-JM"/>
          </a:p>
        </p:txBody>
      </p:sp>
      <p:sp>
        <p:nvSpPr>
          <p:cNvPr id="13" name="Text Placeholder 17"/>
          <p:cNvSpPr>
            <a:spLocks noGrp="1"/>
          </p:cNvSpPr>
          <p:nvPr>
            <p:ph type="body" sz="quarter" idx="28"/>
          </p:nvPr>
        </p:nvSpPr>
        <p:spPr>
          <a:xfrm>
            <a:off x="457200" y="438150"/>
            <a:ext cx="5029200" cy="323850"/>
          </a:xfrm>
        </p:spPr>
        <p:txBody>
          <a:bodyPr>
            <a:noAutofit/>
          </a:bodyPr>
          <a:lstStyle>
            <a:lvl1pPr marL="0" indent="0" algn="l">
              <a:buFontTx/>
              <a:buNone/>
              <a:defRPr sz="900" b="0" i="0" kern="0" spc="300">
                <a:solidFill>
                  <a:srgbClr val="ED3645"/>
                </a:solidFill>
                <a:latin typeface="Lato Regular"/>
                <a:ea typeface="Arial" charset="0"/>
                <a:cs typeface="Lato Regular"/>
              </a:defRPr>
            </a:lvl1pPr>
            <a:lvl2pPr marL="457200" indent="0">
              <a:buFontTx/>
              <a:buNone/>
              <a:defRPr sz="1050">
                <a:latin typeface="Mission Gothic Regular" pitchFamily="50" charset="0"/>
              </a:defRPr>
            </a:lvl2pPr>
            <a:lvl3pPr marL="914400" indent="0">
              <a:buFontTx/>
              <a:buNone/>
              <a:defRPr sz="1050">
                <a:latin typeface="Mission Gothic Regular" pitchFamily="50" charset="0"/>
              </a:defRPr>
            </a:lvl3pPr>
            <a:lvl4pPr marL="1371600" indent="0">
              <a:buFontTx/>
              <a:buNone/>
              <a:defRPr sz="1050">
                <a:latin typeface="Mission Gothic Regular" pitchFamily="50" charset="0"/>
              </a:defRPr>
            </a:lvl4pPr>
            <a:lvl5pPr marL="1828800" indent="0">
              <a:buFontTx/>
              <a:buNone/>
              <a:defRPr sz="1050">
                <a:latin typeface="Mission Gothic Regular" pitchFamily="50" charset="0"/>
              </a:defRPr>
            </a:lvl5pPr>
          </a:lstStyle>
          <a:p>
            <a:pPr lvl="0"/>
            <a:endParaRPr lang="en-JM" dirty="0"/>
          </a:p>
        </p:txBody>
      </p:sp>
    </p:spTree>
    <p:extLst>
      <p:ext uri="{BB962C8B-B14F-4D97-AF65-F5344CB8AC3E}">
        <p14:creationId xmlns:p14="http://schemas.microsoft.com/office/powerpoint/2010/main" val="174297469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27_Title and Content">
    <p:spTree>
      <p:nvGrpSpPr>
        <p:cNvPr id="1" name=""/>
        <p:cNvGrpSpPr/>
        <p:nvPr/>
      </p:nvGrpSpPr>
      <p:grpSpPr>
        <a:xfrm>
          <a:off x="0" y="0"/>
          <a:ext cx="0" cy="0"/>
          <a:chOff x="0" y="0"/>
          <a:chExt cx="0" cy="0"/>
        </a:xfrm>
      </p:grpSpPr>
      <p:sp>
        <p:nvSpPr>
          <p:cNvPr id="13" name="Picture Placeholder 28"/>
          <p:cNvSpPr>
            <a:spLocks noGrp="1" noChangeAspect="1"/>
          </p:cNvSpPr>
          <p:nvPr>
            <p:ph type="pic" sz="quarter" idx="50"/>
          </p:nvPr>
        </p:nvSpPr>
        <p:spPr>
          <a:xfrm>
            <a:off x="609603" y="1885952"/>
            <a:ext cx="1727999" cy="1295999"/>
          </a:xfrm>
          <a:prstGeom prst="ellipse">
            <a:avLst/>
          </a:prstGeom>
          <a:ln w="76200" cap="sq">
            <a:noFill/>
            <a:miter lim="800000"/>
          </a:ln>
          <a:effectLst/>
        </p:spPr>
        <p:txBody>
          <a:bodyPr>
            <a:normAutofit/>
          </a:bodyPr>
          <a:lstStyle>
            <a:lvl1pPr marL="0" indent="0" algn="ctr">
              <a:buFontTx/>
              <a:buNone/>
              <a:defRPr sz="1400" b="0" i="0">
                <a:solidFill>
                  <a:schemeClr val="tx1">
                    <a:lumMod val="50000"/>
                    <a:lumOff val="50000"/>
                  </a:schemeClr>
                </a:solidFill>
                <a:latin typeface="Arial" charset="0"/>
                <a:cs typeface="Arial" charset="0"/>
              </a:defRPr>
            </a:lvl1pPr>
          </a:lstStyle>
          <a:p>
            <a:endParaRPr lang="en-JM" dirty="0"/>
          </a:p>
        </p:txBody>
      </p:sp>
      <p:sp>
        <p:nvSpPr>
          <p:cNvPr id="15" name="Picture Placeholder 28"/>
          <p:cNvSpPr>
            <a:spLocks noGrp="1" noChangeAspect="1"/>
          </p:cNvSpPr>
          <p:nvPr>
            <p:ph type="pic" sz="quarter" idx="51"/>
          </p:nvPr>
        </p:nvSpPr>
        <p:spPr>
          <a:xfrm>
            <a:off x="2463001" y="1885952"/>
            <a:ext cx="1727999" cy="1295999"/>
          </a:xfrm>
          <a:prstGeom prst="ellipse">
            <a:avLst/>
          </a:prstGeom>
          <a:ln w="76200" cap="sq">
            <a:noFill/>
            <a:miter lim="800000"/>
          </a:ln>
          <a:effectLst/>
        </p:spPr>
        <p:txBody>
          <a:bodyPr>
            <a:normAutofit/>
          </a:bodyPr>
          <a:lstStyle>
            <a:lvl1pPr marL="0" indent="0" algn="ctr">
              <a:buFontTx/>
              <a:buNone/>
              <a:defRPr sz="1400" b="0" i="0">
                <a:solidFill>
                  <a:schemeClr val="tx1">
                    <a:lumMod val="50000"/>
                    <a:lumOff val="50000"/>
                  </a:schemeClr>
                </a:solidFill>
                <a:latin typeface="Arial" charset="0"/>
                <a:cs typeface="Arial" charset="0"/>
              </a:defRPr>
            </a:lvl1pPr>
          </a:lstStyle>
          <a:p>
            <a:endParaRPr lang="en-JM" dirty="0"/>
          </a:p>
        </p:txBody>
      </p:sp>
      <p:sp>
        <p:nvSpPr>
          <p:cNvPr id="16" name="Picture Placeholder 28"/>
          <p:cNvSpPr>
            <a:spLocks noGrp="1" noChangeAspect="1"/>
          </p:cNvSpPr>
          <p:nvPr>
            <p:ph type="pic" sz="quarter" idx="52"/>
          </p:nvPr>
        </p:nvSpPr>
        <p:spPr>
          <a:xfrm>
            <a:off x="4346453" y="1885952"/>
            <a:ext cx="1727999" cy="1295999"/>
          </a:xfrm>
          <a:prstGeom prst="ellipse">
            <a:avLst/>
          </a:prstGeom>
          <a:ln w="76200" cap="sq">
            <a:noFill/>
            <a:miter lim="800000"/>
          </a:ln>
          <a:effectLst/>
        </p:spPr>
        <p:txBody>
          <a:bodyPr>
            <a:normAutofit/>
          </a:bodyPr>
          <a:lstStyle>
            <a:lvl1pPr marL="0" indent="0" algn="ctr">
              <a:buFontTx/>
              <a:buNone/>
              <a:defRPr sz="1400" b="0" i="0">
                <a:solidFill>
                  <a:schemeClr val="tx1">
                    <a:lumMod val="50000"/>
                    <a:lumOff val="50000"/>
                  </a:schemeClr>
                </a:solidFill>
                <a:latin typeface="Arial" charset="0"/>
                <a:cs typeface="Arial" charset="0"/>
              </a:defRPr>
            </a:lvl1pPr>
          </a:lstStyle>
          <a:p>
            <a:endParaRPr lang="en-JM" dirty="0"/>
          </a:p>
        </p:txBody>
      </p:sp>
      <p:sp>
        <p:nvSpPr>
          <p:cNvPr id="17" name="Picture Placeholder 28"/>
          <p:cNvSpPr>
            <a:spLocks noGrp="1" noChangeAspect="1"/>
          </p:cNvSpPr>
          <p:nvPr>
            <p:ph type="pic" sz="quarter" idx="53"/>
          </p:nvPr>
        </p:nvSpPr>
        <p:spPr>
          <a:xfrm>
            <a:off x="6273006" y="1885952"/>
            <a:ext cx="1727999" cy="1295999"/>
          </a:xfrm>
          <a:prstGeom prst="ellipse">
            <a:avLst/>
          </a:prstGeom>
          <a:ln w="76200" cap="sq">
            <a:noFill/>
            <a:miter lim="800000"/>
          </a:ln>
          <a:effectLst/>
        </p:spPr>
        <p:txBody>
          <a:bodyPr>
            <a:normAutofit/>
          </a:bodyPr>
          <a:lstStyle>
            <a:lvl1pPr marL="0" indent="0" algn="ctr">
              <a:buFontTx/>
              <a:buNone/>
              <a:defRPr sz="1400" b="0" i="0">
                <a:solidFill>
                  <a:schemeClr val="tx1">
                    <a:lumMod val="50000"/>
                    <a:lumOff val="50000"/>
                  </a:schemeClr>
                </a:solidFill>
                <a:latin typeface="Arial" charset="0"/>
                <a:cs typeface="Arial" charset="0"/>
              </a:defRPr>
            </a:lvl1pPr>
          </a:lstStyle>
          <a:p>
            <a:endParaRPr lang="en-JM" dirty="0"/>
          </a:p>
        </p:txBody>
      </p:sp>
      <p:sp>
        <p:nvSpPr>
          <p:cNvPr id="18" name="Text Placeholder 3"/>
          <p:cNvSpPr>
            <a:spLocks noGrp="1"/>
          </p:cNvSpPr>
          <p:nvPr>
            <p:ph type="body" sz="quarter" idx="57"/>
          </p:nvPr>
        </p:nvSpPr>
        <p:spPr>
          <a:xfrm>
            <a:off x="2514600" y="3638550"/>
            <a:ext cx="1676400" cy="304800"/>
          </a:xfrm>
        </p:spPr>
        <p:txBody>
          <a:bodyPr>
            <a:noAutofit/>
          </a:bodyPr>
          <a:lstStyle>
            <a:lvl1pPr marL="0" indent="0" algn="ctr">
              <a:buFontTx/>
              <a:buNone/>
              <a:defRPr sz="1200" b="0" i="0">
                <a:solidFill>
                  <a:schemeClr val="tx1">
                    <a:lumMod val="75000"/>
                    <a:lumOff val="25000"/>
                  </a:schemeClr>
                </a:solidFill>
                <a:latin typeface="Arial" charset="0"/>
                <a:ea typeface="Arial" charset="0"/>
                <a:cs typeface="Arial" charset="0"/>
              </a:defRPr>
            </a:lvl1pPr>
            <a:lvl2pPr marL="457200" indent="0">
              <a:buFontTx/>
              <a:buNone/>
              <a:defRPr sz="1400">
                <a:solidFill>
                  <a:schemeClr val="tx1">
                    <a:lumMod val="75000"/>
                    <a:lumOff val="25000"/>
                  </a:schemeClr>
                </a:solidFill>
                <a:latin typeface="Nexa Bold" pitchFamily="50" charset="0"/>
              </a:defRPr>
            </a:lvl2pPr>
            <a:lvl3pPr marL="914400" indent="0">
              <a:buFontTx/>
              <a:buNone/>
              <a:defRPr sz="1200">
                <a:solidFill>
                  <a:schemeClr val="tx1">
                    <a:lumMod val="75000"/>
                    <a:lumOff val="25000"/>
                  </a:schemeClr>
                </a:solidFill>
                <a:latin typeface="Nexa Bold" pitchFamily="50" charset="0"/>
              </a:defRPr>
            </a:lvl3pPr>
            <a:lvl4pPr marL="1371600" indent="0">
              <a:buFontTx/>
              <a:buNone/>
              <a:defRPr sz="1100">
                <a:solidFill>
                  <a:schemeClr val="tx1">
                    <a:lumMod val="75000"/>
                    <a:lumOff val="25000"/>
                  </a:schemeClr>
                </a:solidFill>
                <a:latin typeface="Nexa Bold" pitchFamily="50" charset="0"/>
              </a:defRPr>
            </a:lvl4pPr>
            <a:lvl5pPr marL="1828800" indent="0">
              <a:buFontTx/>
              <a:buNone/>
              <a:defRPr sz="1100">
                <a:solidFill>
                  <a:schemeClr val="tx1">
                    <a:lumMod val="75000"/>
                    <a:lumOff val="25000"/>
                  </a:schemeClr>
                </a:solidFill>
                <a:latin typeface="Nexa Bold" pitchFamily="50" charset="0"/>
              </a:defRPr>
            </a:lvl5pPr>
          </a:lstStyle>
          <a:p>
            <a:pPr lvl="0"/>
            <a:endParaRPr lang="en-JM" dirty="0"/>
          </a:p>
        </p:txBody>
      </p:sp>
      <p:sp>
        <p:nvSpPr>
          <p:cNvPr id="19" name="Text Placeholder 3"/>
          <p:cNvSpPr>
            <a:spLocks noGrp="1"/>
          </p:cNvSpPr>
          <p:nvPr>
            <p:ph type="body" sz="quarter" idx="58"/>
          </p:nvPr>
        </p:nvSpPr>
        <p:spPr>
          <a:xfrm>
            <a:off x="4419600" y="3638550"/>
            <a:ext cx="1676400" cy="304800"/>
          </a:xfrm>
        </p:spPr>
        <p:txBody>
          <a:bodyPr>
            <a:noAutofit/>
          </a:bodyPr>
          <a:lstStyle>
            <a:lvl1pPr marL="0" indent="0" algn="ctr">
              <a:buFontTx/>
              <a:buNone/>
              <a:defRPr sz="1200" b="0" i="0">
                <a:solidFill>
                  <a:schemeClr val="tx1">
                    <a:lumMod val="75000"/>
                    <a:lumOff val="25000"/>
                  </a:schemeClr>
                </a:solidFill>
                <a:latin typeface="Arial" charset="0"/>
                <a:ea typeface="Arial" charset="0"/>
                <a:cs typeface="Arial" charset="0"/>
              </a:defRPr>
            </a:lvl1pPr>
            <a:lvl2pPr marL="457200" indent="0">
              <a:buFontTx/>
              <a:buNone/>
              <a:defRPr sz="1400">
                <a:solidFill>
                  <a:schemeClr val="tx1">
                    <a:lumMod val="75000"/>
                    <a:lumOff val="25000"/>
                  </a:schemeClr>
                </a:solidFill>
                <a:latin typeface="Nexa Bold" pitchFamily="50" charset="0"/>
              </a:defRPr>
            </a:lvl2pPr>
            <a:lvl3pPr marL="914400" indent="0">
              <a:buFontTx/>
              <a:buNone/>
              <a:defRPr sz="1200">
                <a:solidFill>
                  <a:schemeClr val="tx1">
                    <a:lumMod val="75000"/>
                    <a:lumOff val="25000"/>
                  </a:schemeClr>
                </a:solidFill>
                <a:latin typeface="Nexa Bold" pitchFamily="50" charset="0"/>
              </a:defRPr>
            </a:lvl3pPr>
            <a:lvl4pPr marL="1371600" indent="0">
              <a:buFontTx/>
              <a:buNone/>
              <a:defRPr sz="1100">
                <a:solidFill>
                  <a:schemeClr val="tx1">
                    <a:lumMod val="75000"/>
                    <a:lumOff val="25000"/>
                  </a:schemeClr>
                </a:solidFill>
                <a:latin typeface="Nexa Bold" pitchFamily="50" charset="0"/>
              </a:defRPr>
            </a:lvl4pPr>
            <a:lvl5pPr marL="1828800" indent="0">
              <a:buFontTx/>
              <a:buNone/>
              <a:defRPr sz="1100">
                <a:solidFill>
                  <a:schemeClr val="tx1">
                    <a:lumMod val="75000"/>
                    <a:lumOff val="25000"/>
                  </a:schemeClr>
                </a:solidFill>
                <a:latin typeface="Nexa Bold" pitchFamily="50" charset="0"/>
              </a:defRPr>
            </a:lvl5pPr>
          </a:lstStyle>
          <a:p>
            <a:pPr lvl="0"/>
            <a:endParaRPr lang="en-JM" dirty="0"/>
          </a:p>
        </p:txBody>
      </p:sp>
      <p:sp>
        <p:nvSpPr>
          <p:cNvPr id="20" name="Text Placeholder 3"/>
          <p:cNvSpPr>
            <a:spLocks noGrp="1"/>
          </p:cNvSpPr>
          <p:nvPr>
            <p:ph type="body" sz="quarter" idx="59"/>
          </p:nvPr>
        </p:nvSpPr>
        <p:spPr>
          <a:xfrm>
            <a:off x="6273001" y="3638550"/>
            <a:ext cx="1676400" cy="304800"/>
          </a:xfrm>
        </p:spPr>
        <p:txBody>
          <a:bodyPr>
            <a:noAutofit/>
          </a:bodyPr>
          <a:lstStyle>
            <a:lvl1pPr marL="0" indent="0" algn="ctr">
              <a:buFontTx/>
              <a:buNone/>
              <a:defRPr sz="1200" b="0" i="0">
                <a:solidFill>
                  <a:schemeClr val="tx1">
                    <a:lumMod val="75000"/>
                    <a:lumOff val="25000"/>
                  </a:schemeClr>
                </a:solidFill>
                <a:latin typeface="Arial" charset="0"/>
                <a:ea typeface="Arial" charset="0"/>
                <a:cs typeface="Arial" charset="0"/>
              </a:defRPr>
            </a:lvl1pPr>
            <a:lvl2pPr marL="457200" indent="0">
              <a:buFontTx/>
              <a:buNone/>
              <a:defRPr sz="1400">
                <a:solidFill>
                  <a:schemeClr val="tx1">
                    <a:lumMod val="75000"/>
                    <a:lumOff val="25000"/>
                  </a:schemeClr>
                </a:solidFill>
                <a:latin typeface="Nexa Bold" pitchFamily="50" charset="0"/>
              </a:defRPr>
            </a:lvl2pPr>
            <a:lvl3pPr marL="914400" indent="0">
              <a:buFontTx/>
              <a:buNone/>
              <a:defRPr sz="1200">
                <a:solidFill>
                  <a:schemeClr val="tx1">
                    <a:lumMod val="75000"/>
                    <a:lumOff val="25000"/>
                  </a:schemeClr>
                </a:solidFill>
                <a:latin typeface="Nexa Bold" pitchFamily="50" charset="0"/>
              </a:defRPr>
            </a:lvl3pPr>
            <a:lvl4pPr marL="1371600" indent="0">
              <a:buFontTx/>
              <a:buNone/>
              <a:defRPr sz="1100">
                <a:solidFill>
                  <a:schemeClr val="tx1">
                    <a:lumMod val="75000"/>
                    <a:lumOff val="25000"/>
                  </a:schemeClr>
                </a:solidFill>
                <a:latin typeface="Nexa Bold" pitchFamily="50" charset="0"/>
              </a:defRPr>
            </a:lvl4pPr>
            <a:lvl5pPr marL="1828800" indent="0">
              <a:buFontTx/>
              <a:buNone/>
              <a:defRPr sz="1100">
                <a:solidFill>
                  <a:schemeClr val="tx1">
                    <a:lumMod val="75000"/>
                    <a:lumOff val="25000"/>
                  </a:schemeClr>
                </a:solidFill>
                <a:latin typeface="Nexa Bold" pitchFamily="50" charset="0"/>
              </a:defRPr>
            </a:lvl5pPr>
          </a:lstStyle>
          <a:p>
            <a:pPr lvl="0"/>
            <a:endParaRPr lang="en-JM" dirty="0"/>
          </a:p>
        </p:txBody>
      </p:sp>
      <p:sp>
        <p:nvSpPr>
          <p:cNvPr id="21" name="Text Placeholder 3"/>
          <p:cNvSpPr>
            <a:spLocks noGrp="1"/>
          </p:cNvSpPr>
          <p:nvPr>
            <p:ph type="body" sz="quarter" idx="60"/>
          </p:nvPr>
        </p:nvSpPr>
        <p:spPr>
          <a:xfrm>
            <a:off x="609600" y="3638550"/>
            <a:ext cx="1676400" cy="304800"/>
          </a:xfrm>
        </p:spPr>
        <p:txBody>
          <a:bodyPr>
            <a:noAutofit/>
          </a:bodyPr>
          <a:lstStyle>
            <a:lvl1pPr marL="0" indent="0" algn="ctr">
              <a:buFontTx/>
              <a:buNone/>
              <a:defRPr sz="1200" b="0" i="0">
                <a:solidFill>
                  <a:schemeClr val="tx1">
                    <a:lumMod val="75000"/>
                    <a:lumOff val="25000"/>
                  </a:schemeClr>
                </a:solidFill>
                <a:latin typeface="Arial" charset="0"/>
                <a:ea typeface="Arial" charset="0"/>
                <a:cs typeface="Arial" charset="0"/>
              </a:defRPr>
            </a:lvl1pPr>
            <a:lvl2pPr marL="457200" indent="0">
              <a:buFontTx/>
              <a:buNone/>
              <a:defRPr sz="1400">
                <a:solidFill>
                  <a:schemeClr val="tx1">
                    <a:lumMod val="75000"/>
                    <a:lumOff val="25000"/>
                  </a:schemeClr>
                </a:solidFill>
                <a:latin typeface="Nexa Bold" pitchFamily="50" charset="0"/>
              </a:defRPr>
            </a:lvl2pPr>
            <a:lvl3pPr marL="914400" indent="0">
              <a:buFontTx/>
              <a:buNone/>
              <a:defRPr sz="1200">
                <a:solidFill>
                  <a:schemeClr val="tx1">
                    <a:lumMod val="75000"/>
                    <a:lumOff val="25000"/>
                  </a:schemeClr>
                </a:solidFill>
                <a:latin typeface="Nexa Bold" pitchFamily="50" charset="0"/>
              </a:defRPr>
            </a:lvl3pPr>
            <a:lvl4pPr marL="1371600" indent="0">
              <a:buFontTx/>
              <a:buNone/>
              <a:defRPr sz="1100">
                <a:solidFill>
                  <a:schemeClr val="tx1">
                    <a:lumMod val="75000"/>
                    <a:lumOff val="25000"/>
                  </a:schemeClr>
                </a:solidFill>
                <a:latin typeface="Nexa Bold" pitchFamily="50" charset="0"/>
              </a:defRPr>
            </a:lvl4pPr>
            <a:lvl5pPr marL="1828800" indent="0">
              <a:buFontTx/>
              <a:buNone/>
              <a:defRPr sz="1100">
                <a:solidFill>
                  <a:schemeClr val="tx1">
                    <a:lumMod val="75000"/>
                    <a:lumOff val="25000"/>
                  </a:schemeClr>
                </a:solidFill>
                <a:latin typeface="Nexa Bold" pitchFamily="50" charset="0"/>
              </a:defRPr>
            </a:lvl5pPr>
          </a:lstStyle>
          <a:p>
            <a:pPr lvl="0"/>
            <a:endParaRPr lang="en-JM" dirty="0"/>
          </a:p>
        </p:txBody>
      </p:sp>
      <p:sp>
        <p:nvSpPr>
          <p:cNvPr id="22" name="Text Placeholder 7"/>
          <p:cNvSpPr>
            <a:spLocks noGrp="1"/>
          </p:cNvSpPr>
          <p:nvPr>
            <p:ph type="body" sz="quarter" idx="61"/>
          </p:nvPr>
        </p:nvSpPr>
        <p:spPr>
          <a:xfrm>
            <a:off x="2514600" y="3867150"/>
            <a:ext cx="1676400" cy="533400"/>
          </a:xfrm>
        </p:spPr>
        <p:txBody>
          <a:bodyPr>
            <a:noAutofit/>
          </a:bodyPr>
          <a:lstStyle>
            <a:lvl1pPr marL="0" indent="0" algn="ctr">
              <a:buFontTx/>
              <a:buNone/>
              <a:defRPr sz="1100" b="0" i="0">
                <a:solidFill>
                  <a:srgbClr val="A6A6A6"/>
                </a:solidFill>
                <a:latin typeface="Arial" charset="0"/>
                <a:cs typeface="Arial" charset="0"/>
              </a:defRPr>
            </a:lvl1pPr>
            <a:lvl2pPr marL="457200" indent="0">
              <a:buFontTx/>
              <a:buNone/>
              <a:defRPr sz="1200">
                <a:solidFill>
                  <a:schemeClr val="tx1">
                    <a:lumMod val="75000"/>
                    <a:lumOff val="25000"/>
                  </a:schemeClr>
                </a:solidFill>
              </a:defRPr>
            </a:lvl2pPr>
            <a:lvl3pPr marL="914400" indent="0">
              <a:buFontTx/>
              <a:buNone/>
              <a:defRPr sz="1200">
                <a:solidFill>
                  <a:schemeClr val="tx1">
                    <a:lumMod val="75000"/>
                    <a:lumOff val="25000"/>
                  </a:schemeClr>
                </a:solidFill>
              </a:defRPr>
            </a:lvl3pPr>
            <a:lvl4pPr marL="1371600" indent="0">
              <a:buFontTx/>
              <a:buNone/>
              <a:defRPr sz="1200">
                <a:solidFill>
                  <a:schemeClr val="tx1">
                    <a:lumMod val="75000"/>
                    <a:lumOff val="25000"/>
                  </a:schemeClr>
                </a:solidFill>
              </a:defRPr>
            </a:lvl4pPr>
            <a:lvl5pPr marL="1828800" indent="0">
              <a:buFontTx/>
              <a:buNone/>
              <a:defRPr sz="1200">
                <a:solidFill>
                  <a:schemeClr val="tx1">
                    <a:lumMod val="75000"/>
                    <a:lumOff val="25000"/>
                  </a:schemeClr>
                </a:solidFill>
              </a:defRPr>
            </a:lvl5pPr>
          </a:lstStyle>
          <a:p>
            <a:pPr lvl="0"/>
            <a:endParaRPr lang="en-JM" dirty="0"/>
          </a:p>
        </p:txBody>
      </p:sp>
      <p:sp>
        <p:nvSpPr>
          <p:cNvPr id="23" name="Text Placeholder 7"/>
          <p:cNvSpPr>
            <a:spLocks noGrp="1"/>
          </p:cNvSpPr>
          <p:nvPr>
            <p:ph type="body" sz="quarter" idx="62"/>
          </p:nvPr>
        </p:nvSpPr>
        <p:spPr>
          <a:xfrm>
            <a:off x="4419600" y="3867150"/>
            <a:ext cx="1676400" cy="533400"/>
          </a:xfrm>
        </p:spPr>
        <p:txBody>
          <a:bodyPr>
            <a:noAutofit/>
          </a:bodyPr>
          <a:lstStyle>
            <a:lvl1pPr marL="0" indent="0" algn="ctr">
              <a:buFontTx/>
              <a:buNone/>
              <a:defRPr sz="1100" b="0" i="0">
                <a:solidFill>
                  <a:srgbClr val="A6A6A6"/>
                </a:solidFill>
                <a:latin typeface="Arial" charset="0"/>
                <a:cs typeface="Arial" charset="0"/>
              </a:defRPr>
            </a:lvl1pPr>
            <a:lvl2pPr marL="457200" indent="0">
              <a:buFontTx/>
              <a:buNone/>
              <a:defRPr sz="1200">
                <a:solidFill>
                  <a:schemeClr val="tx1">
                    <a:lumMod val="75000"/>
                    <a:lumOff val="25000"/>
                  </a:schemeClr>
                </a:solidFill>
              </a:defRPr>
            </a:lvl2pPr>
            <a:lvl3pPr marL="914400" indent="0">
              <a:buFontTx/>
              <a:buNone/>
              <a:defRPr sz="1200">
                <a:solidFill>
                  <a:schemeClr val="tx1">
                    <a:lumMod val="75000"/>
                    <a:lumOff val="25000"/>
                  </a:schemeClr>
                </a:solidFill>
              </a:defRPr>
            </a:lvl3pPr>
            <a:lvl4pPr marL="1371600" indent="0">
              <a:buFontTx/>
              <a:buNone/>
              <a:defRPr sz="1200">
                <a:solidFill>
                  <a:schemeClr val="tx1">
                    <a:lumMod val="75000"/>
                    <a:lumOff val="25000"/>
                  </a:schemeClr>
                </a:solidFill>
              </a:defRPr>
            </a:lvl4pPr>
            <a:lvl5pPr marL="1828800" indent="0">
              <a:buFontTx/>
              <a:buNone/>
              <a:defRPr sz="1200">
                <a:solidFill>
                  <a:schemeClr val="tx1">
                    <a:lumMod val="75000"/>
                    <a:lumOff val="25000"/>
                  </a:schemeClr>
                </a:solidFill>
              </a:defRPr>
            </a:lvl5pPr>
          </a:lstStyle>
          <a:p>
            <a:pPr lvl="0"/>
            <a:endParaRPr lang="en-JM" dirty="0"/>
          </a:p>
        </p:txBody>
      </p:sp>
      <p:sp>
        <p:nvSpPr>
          <p:cNvPr id="24" name="Text Placeholder 7"/>
          <p:cNvSpPr>
            <a:spLocks noGrp="1"/>
          </p:cNvSpPr>
          <p:nvPr>
            <p:ph type="body" sz="quarter" idx="63"/>
          </p:nvPr>
        </p:nvSpPr>
        <p:spPr>
          <a:xfrm>
            <a:off x="6273001" y="3867150"/>
            <a:ext cx="1676400" cy="533400"/>
          </a:xfrm>
        </p:spPr>
        <p:txBody>
          <a:bodyPr>
            <a:noAutofit/>
          </a:bodyPr>
          <a:lstStyle>
            <a:lvl1pPr marL="0" indent="0" algn="ctr">
              <a:buFontTx/>
              <a:buNone/>
              <a:defRPr sz="1100" b="0" i="0">
                <a:solidFill>
                  <a:srgbClr val="A6A6A6"/>
                </a:solidFill>
                <a:latin typeface="Arial" charset="0"/>
                <a:cs typeface="Arial" charset="0"/>
              </a:defRPr>
            </a:lvl1pPr>
            <a:lvl2pPr marL="457200" indent="0">
              <a:buFontTx/>
              <a:buNone/>
              <a:defRPr sz="1200">
                <a:solidFill>
                  <a:schemeClr val="tx1">
                    <a:lumMod val="75000"/>
                    <a:lumOff val="25000"/>
                  </a:schemeClr>
                </a:solidFill>
              </a:defRPr>
            </a:lvl2pPr>
            <a:lvl3pPr marL="914400" indent="0">
              <a:buFontTx/>
              <a:buNone/>
              <a:defRPr sz="1200">
                <a:solidFill>
                  <a:schemeClr val="tx1">
                    <a:lumMod val="75000"/>
                    <a:lumOff val="25000"/>
                  </a:schemeClr>
                </a:solidFill>
              </a:defRPr>
            </a:lvl3pPr>
            <a:lvl4pPr marL="1371600" indent="0">
              <a:buFontTx/>
              <a:buNone/>
              <a:defRPr sz="1200">
                <a:solidFill>
                  <a:schemeClr val="tx1">
                    <a:lumMod val="75000"/>
                    <a:lumOff val="25000"/>
                  </a:schemeClr>
                </a:solidFill>
              </a:defRPr>
            </a:lvl4pPr>
            <a:lvl5pPr marL="1828800" indent="0">
              <a:buFontTx/>
              <a:buNone/>
              <a:defRPr sz="1200">
                <a:solidFill>
                  <a:schemeClr val="tx1">
                    <a:lumMod val="75000"/>
                    <a:lumOff val="25000"/>
                  </a:schemeClr>
                </a:solidFill>
              </a:defRPr>
            </a:lvl5pPr>
          </a:lstStyle>
          <a:p>
            <a:pPr lvl="0"/>
            <a:endParaRPr lang="en-JM" dirty="0"/>
          </a:p>
        </p:txBody>
      </p:sp>
      <p:sp>
        <p:nvSpPr>
          <p:cNvPr id="25" name="Text Placeholder 7"/>
          <p:cNvSpPr>
            <a:spLocks noGrp="1"/>
          </p:cNvSpPr>
          <p:nvPr>
            <p:ph type="body" sz="quarter" idx="64"/>
          </p:nvPr>
        </p:nvSpPr>
        <p:spPr>
          <a:xfrm>
            <a:off x="609600" y="3867150"/>
            <a:ext cx="1676400" cy="533400"/>
          </a:xfrm>
        </p:spPr>
        <p:txBody>
          <a:bodyPr>
            <a:noAutofit/>
          </a:bodyPr>
          <a:lstStyle>
            <a:lvl1pPr marL="0" indent="0" algn="ctr">
              <a:buFontTx/>
              <a:buNone/>
              <a:defRPr sz="1100" b="0" i="0">
                <a:solidFill>
                  <a:srgbClr val="A6A6A6"/>
                </a:solidFill>
                <a:latin typeface="Arial" charset="0"/>
                <a:cs typeface="Arial" charset="0"/>
              </a:defRPr>
            </a:lvl1pPr>
            <a:lvl2pPr marL="457200" indent="0">
              <a:buFontTx/>
              <a:buNone/>
              <a:defRPr sz="1200">
                <a:solidFill>
                  <a:schemeClr val="tx1">
                    <a:lumMod val="75000"/>
                    <a:lumOff val="25000"/>
                  </a:schemeClr>
                </a:solidFill>
              </a:defRPr>
            </a:lvl2pPr>
            <a:lvl3pPr marL="914400" indent="0">
              <a:buFontTx/>
              <a:buNone/>
              <a:defRPr sz="1200">
                <a:solidFill>
                  <a:schemeClr val="tx1">
                    <a:lumMod val="75000"/>
                    <a:lumOff val="25000"/>
                  </a:schemeClr>
                </a:solidFill>
              </a:defRPr>
            </a:lvl3pPr>
            <a:lvl4pPr marL="1371600" indent="0">
              <a:buFontTx/>
              <a:buNone/>
              <a:defRPr sz="1200">
                <a:solidFill>
                  <a:schemeClr val="tx1">
                    <a:lumMod val="75000"/>
                    <a:lumOff val="25000"/>
                  </a:schemeClr>
                </a:solidFill>
              </a:defRPr>
            </a:lvl4pPr>
            <a:lvl5pPr marL="1828800" indent="0">
              <a:buFontTx/>
              <a:buNone/>
              <a:defRPr sz="1200">
                <a:solidFill>
                  <a:schemeClr val="tx1">
                    <a:lumMod val="75000"/>
                    <a:lumOff val="25000"/>
                  </a:schemeClr>
                </a:solidFill>
              </a:defRPr>
            </a:lvl5pPr>
          </a:lstStyle>
          <a:p>
            <a:pPr lvl="0"/>
            <a:endParaRPr lang="en-JM" dirty="0"/>
          </a:p>
        </p:txBody>
      </p:sp>
      <p:sp>
        <p:nvSpPr>
          <p:cNvPr id="26" name="Title Placeholder 1"/>
          <p:cNvSpPr>
            <a:spLocks noGrp="1"/>
          </p:cNvSpPr>
          <p:nvPr>
            <p:ph type="title"/>
          </p:nvPr>
        </p:nvSpPr>
        <p:spPr>
          <a:xfrm>
            <a:off x="457200" y="342900"/>
            <a:ext cx="7620000" cy="857250"/>
          </a:xfrm>
          <a:prstGeom prst="rect">
            <a:avLst/>
          </a:prstGeom>
        </p:spPr>
        <p:txBody>
          <a:bodyPr vert="horz" lIns="91440" tIns="45720" rIns="91440" bIns="45720" rtlCol="0" anchor="ctr">
            <a:normAutofit/>
          </a:bodyPr>
          <a:lstStyle>
            <a:lvl1pPr>
              <a:defRPr>
                <a:solidFill>
                  <a:srgbClr val="343E48"/>
                </a:solidFill>
              </a:defRPr>
            </a:lvl1pPr>
          </a:lstStyle>
          <a:p>
            <a:r>
              <a:rPr lang="en-US"/>
              <a:t>Click to edit Master title style</a:t>
            </a:r>
            <a:endParaRPr lang="en-JM"/>
          </a:p>
        </p:txBody>
      </p:sp>
      <p:sp>
        <p:nvSpPr>
          <p:cNvPr id="27" name="Text Placeholder 17"/>
          <p:cNvSpPr>
            <a:spLocks noGrp="1"/>
          </p:cNvSpPr>
          <p:nvPr>
            <p:ph type="body" sz="quarter" idx="24"/>
          </p:nvPr>
        </p:nvSpPr>
        <p:spPr>
          <a:xfrm>
            <a:off x="457200" y="438150"/>
            <a:ext cx="5029200" cy="323850"/>
          </a:xfrm>
        </p:spPr>
        <p:txBody>
          <a:bodyPr>
            <a:noAutofit/>
          </a:bodyPr>
          <a:lstStyle>
            <a:lvl1pPr marL="0" indent="0" algn="l">
              <a:buFontTx/>
              <a:buNone/>
              <a:defRPr sz="900" b="0" i="0" kern="0" spc="300">
                <a:solidFill>
                  <a:srgbClr val="ED3645"/>
                </a:solidFill>
                <a:latin typeface="Lato Regular"/>
                <a:ea typeface="Arial" charset="0"/>
                <a:cs typeface="Lato Regular"/>
              </a:defRPr>
            </a:lvl1pPr>
            <a:lvl2pPr marL="457200" indent="0">
              <a:buFontTx/>
              <a:buNone/>
              <a:defRPr sz="1050">
                <a:latin typeface="Mission Gothic Regular" pitchFamily="50" charset="0"/>
              </a:defRPr>
            </a:lvl2pPr>
            <a:lvl3pPr marL="914400" indent="0">
              <a:buFontTx/>
              <a:buNone/>
              <a:defRPr sz="1050">
                <a:latin typeface="Mission Gothic Regular" pitchFamily="50" charset="0"/>
              </a:defRPr>
            </a:lvl3pPr>
            <a:lvl4pPr marL="1371600" indent="0">
              <a:buFontTx/>
              <a:buNone/>
              <a:defRPr sz="1050">
                <a:latin typeface="Mission Gothic Regular" pitchFamily="50" charset="0"/>
              </a:defRPr>
            </a:lvl4pPr>
            <a:lvl5pPr marL="1828800" indent="0">
              <a:buFontTx/>
              <a:buNone/>
              <a:defRPr sz="1050">
                <a:latin typeface="Mission Gothic Regular" pitchFamily="50" charset="0"/>
              </a:defRPr>
            </a:lvl5pPr>
          </a:lstStyle>
          <a:p>
            <a:pPr lvl="0"/>
            <a:endParaRPr lang="en-JM" dirty="0"/>
          </a:p>
        </p:txBody>
      </p:sp>
    </p:spTree>
    <p:extLst>
      <p:ext uri="{BB962C8B-B14F-4D97-AF65-F5344CB8AC3E}">
        <p14:creationId xmlns:p14="http://schemas.microsoft.com/office/powerpoint/2010/main" val="269286956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8_Title and Content">
    <p:spTree>
      <p:nvGrpSpPr>
        <p:cNvPr id="1" name=""/>
        <p:cNvGrpSpPr/>
        <p:nvPr/>
      </p:nvGrpSpPr>
      <p:grpSpPr>
        <a:xfrm>
          <a:off x="0" y="0"/>
          <a:ext cx="0" cy="0"/>
          <a:chOff x="0" y="0"/>
          <a:chExt cx="0" cy="0"/>
        </a:xfrm>
      </p:grpSpPr>
      <p:sp>
        <p:nvSpPr>
          <p:cNvPr id="27" name="Text Placeholder 5"/>
          <p:cNvSpPr>
            <a:spLocks noGrp="1"/>
          </p:cNvSpPr>
          <p:nvPr>
            <p:ph type="body" sz="quarter" idx="68"/>
          </p:nvPr>
        </p:nvSpPr>
        <p:spPr>
          <a:xfrm>
            <a:off x="518970" y="3638551"/>
            <a:ext cx="1843230" cy="681038"/>
          </a:xfrm>
        </p:spPr>
        <p:txBody>
          <a:bodyPr>
            <a:normAutofit/>
          </a:bodyPr>
          <a:lstStyle>
            <a:lvl1pPr marL="0" indent="0">
              <a:buFontTx/>
              <a:buNone/>
              <a:defRPr sz="900" b="0" i="0">
                <a:solidFill>
                  <a:srgbClr val="A6A6A6"/>
                </a:solidFill>
                <a:latin typeface="Arial" charset="0"/>
                <a:cs typeface="Arial" charset="0"/>
              </a:defRPr>
            </a:lvl1pPr>
          </a:lstStyle>
          <a:p>
            <a:pPr lvl="0"/>
            <a:endParaRPr lang="en-JM" dirty="0"/>
          </a:p>
        </p:txBody>
      </p:sp>
      <p:sp>
        <p:nvSpPr>
          <p:cNvPr id="28" name="Text Placeholder 5"/>
          <p:cNvSpPr>
            <a:spLocks noGrp="1"/>
          </p:cNvSpPr>
          <p:nvPr>
            <p:ph type="body" sz="quarter" idx="69"/>
          </p:nvPr>
        </p:nvSpPr>
        <p:spPr>
          <a:xfrm>
            <a:off x="2467803" y="3643312"/>
            <a:ext cx="1613026" cy="681038"/>
          </a:xfrm>
        </p:spPr>
        <p:txBody>
          <a:bodyPr>
            <a:normAutofit/>
          </a:bodyPr>
          <a:lstStyle>
            <a:lvl1pPr marL="0" indent="0">
              <a:buFontTx/>
              <a:buNone/>
              <a:defRPr sz="900" b="0" i="0">
                <a:solidFill>
                  <a:srgbClr val="A6A6A6"/>
                </a:solidFill>
                <a:latin typeface="Arial" charset="0"/>
                <a:cs typeface="Arial" charset="0"/>
              </a:defRPr>
            </a:lvl1pPr>
          </a:lstStyle>
          <a:p>
            <a:pPr lvl="0"/>
            <a:endParaRPr lang="en-JM" dirty="0"/>
          </a:p>
        </p:txBody>
      </p:sp>
      <p:sp>
        <p:nvSpPr>
          <p:cNvPr id="29" name="Text Placeholder 11"/>
          <p:cNvSpPr>
            <a:spLocks noGrp="1"/>
          </p:cNvSpPr>
          <p:nvPr>
            <p:ph type="body" sz="quarter" idx="70"/>
          </p:nvPr>
        </p:nvSpPr>
        <p:spPr>
          <a:xfrm>
            <a:off x="506133" y="3262312"/>
            <a:ext cx="1830387" cy="300038"/>
          </a:xfrm>
        </p:spPr>
        <p:txBody>
          <a:bodyPr>
            <a:noAutofit/>
          </a:bodyPr>
          <a:lstStyle>
            <a:lvl1pPr marL="0" indent="0">
              <a:buFontTx/>
              <a:buNone/>
              <a:defRPr sz="1200" b="0" i="0">
                <a:solidFill>
                  <a:schemeClr val="tx1">
                    <a:lumMod val="75000"/>
                    <a:lumOff val="25000"/>
                  </a:schemeClr>
                </a:solidFill>
                <a:latin typeface="Arial" charset="0"/>
                <a:cs typeface="Arial" charset="0"/>
              </a:defRPr>
            </a:lvl1pPr>
            <a:lvl2pPr>
              <a:defRPr sz="1050">
                <a:latin typeface="Mission Gothic Regular" pitchFamily="50" charset="0"/>
              </a:defRPr>
            </a:lvl2pPr>
            <a:lvl3pPr>
              <a:defRPr sz="1050">
                <a:latin typeface="Mission Gothic Regular" pitchFamily="50" charset="0"/>
              </a:defRPr>
            </a:lvl3pPr>
            <a:lvl4pPr>
              <a:defRPr sz="1050">
                <a:latin typeface="Mission Gothic Regular" pitchFamily="50" charset="0"/>
              </a:defRPr>
            </a:lvl4pPr>
            <a:lvl5pPr>
              <a:defRPr sz="1050">
                <a:latin typeface="Mission Gothic Regular" pitchFamily="50" charset="0"/>
              </a:defRPr>
            </a:lvl5pPr>
          </a:lstStyle>
          <a:p>
            <a:pPr lvl="0"/>
            <a:endParaRPr lang="en-JM" dirty="0"/>
          </a:p>
        </p:txBody>
      </p:sp>
      <p:sp>
        <p:nvSpPr>
          <p:cNvPr id="31" name="Text Placeholder 11"/>
          <p:cNvSpPr>
            <a:spLocks noGrp="1"/>
          </p:cNvSpPr>
          <p:nvPr>
            <p:ph type="body" sz="quarter" idx="72"/>
          </p:nvPr>
        </p:nvSpPr>
        <p:spPr>
          <a:xfrm>
            <a:off x="2467809" y="3262312"/>
            <a:ext cx="1601787" cy="300038"/>
          </a:xfrm>
        </p:spPr>
        <p:txBody>
          <a:bodyPr>
            <a:noAutofit/>
          </a:bodyPr>
          <a:lstStyle>
            <a:lvl1pPr marL="0" indent="0">
              <a:buFontTx/>
              <a:buNone/>
              <a:defRPr sz="1200" b="0" i="0">
                <a:solidFill>
                  <a:schemeClr val="tx1">
                    <a:lumMod val="75000"/>
                    <a:lumOff val="25000"/>
                  </a:schemeClr>
                </a:solidFill>
                <a:latin typeface="Arial" charset="0"/>
                <a:cs typeface="Arial" charset="0"/>
              </a:defRPr>
            </a:lvl1pPr>
            <a:lvl2pPr>
              <a:defRPr sz="1050">
                <a:latin typeface="Mission Gothic Regular" pitchFamily="50" charset="0"/>
              </a:defRPr>
            </a:lvl2pPr>
            <a:lvl3pPr>
              <a:defRPr sz="1050">
                <a:latin typeface="Mission Gothic Regular" pitchFamily="50" charset="0"/>
              </a:defRPr>
            </a:lvl3pPr>
            <a:lvl4pPr>
              <a:defRPr sz="1050">
                <a:latin typeface="Mission Gothic Regular" pitchFamily="50" charset="0"/>
              </a:defRPr>
            </a:lvl4pPr>
            <a:lvl5pPr>
              <a:defRPr sz="1050">
                <a:latin typeface="Mission Gothic Regular" pitchFamily="50" charset="0"/>
              </a:defRPr>
            </a:lvl5pPr>
          </a:lstStyle>
          <a:p>
            <a:pPr lvl="0"/>
            <a:endParaRPr lang="en-JM" dirty="0"/>
          </a:p>
        </p:txBody>
      </p:sp>
      <p:sp>
        <p:nvSpPr>
          <p:cNvPr id="33" name="Text Placeholder 5"/>
          <p:cNvSpPr>
            <a:spLocks noGrp="1"/>
          </p:cNvSpPr>
          <p:nvPr>
            <p:ph type="body" sz="quarter" idx="74"/>
          </p:nvPr>
        </p:nvSpPr>
        <p:spPr>
          <a:xfrm>
            <a:off x="4267206" y="3643312"/>
            <a:ext cx="1675229" cy="681038"/>
          </a:xfrm>
        </p:spPr>
        <p:txBody>
          <a:bodyPr>
            <a:normAutofit/>
          </a:bodyPr>
          <a:lstStyle>
            <a:lvl1pPr marL="0" indent="0">
              <a:buFontTx/>
              <a:buNone/>
              <a:defRPr sz="900" b="0" i="0">
                <a:solidFill>
                  <a:srgbClr val="A6A6A6"/>
                </a:solidFill>
                <a:latin typeface="Arial" charset="0"/>
                <a:cs typeface="Arial" charset="0"/>
              </a:defRPr>
            </a:lvl1pPr>
          </a:lstStyle>
          <a:p>
            <a:pPr lvl="0"/>
            <a:endParaRPr lang="en-JM" dirty="0"/>
          </a:p>
        </p:txBody>
      </p:sp>
      <p:sp>
        <p:nvSpPr>
          <p:cNvPr id="34" name="Text Placeholder 11"/>
          <p:cNvSpPr>
            <a:spLocks noGrp="1"/>
          </p:cNvSpPr>
          <p:nvPr>
            <p:ph type="body" sz="quarter" idx="75"/>
          </p:nvPr>
        </p:nvSpPr>
        <p:spPr>
          <a:xfrm>
            <a:off x="4267206" y="3262312"/>
            <a:ext cx="1663557" cy="300038"/>
          </a:xfrm>
        </p:spPr>
        <p:txBody>
          <a:bodyPr>
            <a:noAutofit/>
          </a:bodyPr>
          <a:lstStyle>
            <a:lvl1pPr marL="0" indent="0">
              <a:buFontTx/>
              <a:buNone/>
              <a:defRPr sz="1200" b="0" i="0">
                <a:solidFill>
                  <a:schemeClr val="tx1">
                    <a:lumMod val="75000"/>
                    <a:lumOff val="25000"/>
                  </a:schemeClr>
                </a:solidFill>
                <a:latin typeface="Arial" charset="0"/>
                <a:cs typeface="Arial" charset="0"/>
              </a:defRPr>
            </a:lvl1pPr>
            <a:lvl2pPr>
              <a:defRPr sz="1050">
                <a:latin typeface="Mission Gothic Regular" pitchFamily="50" charset="0"/>
              </a:defRPr>
            </a:lvl2pPr>
            <a:lvl3pPr>
              <a:defRPr sz="1050">
                <a:latin typeface="Mission Gothic Regular" pitchFamily="50" charset="0"/>
              </a:defRPr>
            </a:lvl3pPr>
            <a:lvl4pPr>
              <a:defRPr sz="1050">
                <a:latin typeface="Mission Gothic Regular" pitchFamily="50" charset="0"/>
              </a:defRPr>
            </a:lvl4pPr>
            <a:lvl5pPr>
              <a:defRPr sz="1050">
                <a:latin typeface="Mission Gothic Regular" pitchFamily="50" charset="0"/>
              </a:defRPr>
            </a:lvl5pPr>
          </a:lstStyle>
          <a:p>
            <a:pPr lvl="0"/>
            <a:endParaRPr lang="en-JM" dirty="0"/>
          </a:p>
        </p:txBody>
      </p:sp>
      <p:sp>
        <p:nvSpPr>
          <p:cNvPr id="36" name="Text Placeholder 5"/>
          <p:cNvSpPr>
            <a:spLocks noGrp="1"/>
          </p:cNvSpPr>
          <p:nvPr>
            <p:ph type="body" sz="quarter" idx="77"/>
          </p:nvPr>
        </p:nvSpPr>
        <p:spPr>
          <a:xfrm>
            <a:off x="6096636" y="3643312"/>
            <a:ext cx="1751964" cy="681038"/>
          </a:xfrm>
        </p:spPr>
        <p:txBody>
          <a:bodyPr>
            <a:normAutofit/>
          </a:bodyPr>
          <a:lstStyle>
            <a:lvl1pPr marL="0" indent="0">
              <a:buFontTx/>
              <a:buNone/>
              <a:defRPr sz="900" b="0" i="0">
                <a:solidFill>
                  <a:srgbClr val="A6A6A6"/>
                </a:solidFill>
                <a:latin typeface="Arial" charset="0"/>
                <a:cs typeface="Arial" charset="0"/>
              </a:defRPr>
            </a:lvl1pPr>
          </a:lstStyle>
          <a:p>
            <a:pPr lvl="0"/>
            <a:endParaRPr lang="en-JM" dirty="0"/>
          </a:p>
        </p:txBody>
      </p:sp>
      <p:sp>
        <p:nvSpPr>
          <p:cNvPr id="37" name="Text Placeholder 11"/>
          <p:cNvSpPr>
            <a:spLocks noGrp="1"/>
          </p:cNvSpPr>
          <p:nvPr>
            <p:ph type="body" sz="quarter" idx="78"/>
          </p:nvPr>
        </p:nvSpPr>
        <p:spPr>
          <a:xfrm>
            <a:off x="6096642" y="3262312"/>
            <a:ext cx="1739757" cy="300038"/>
          </a:xfrm>
        </p:spPr>
        <p:txBody>
          <a:bodyPr>
            <a:noAutofit/>
          </a:bodyPr>
          <a:lstStyle>
            <a:lvl1pPr marL="0" indent="0">
              <a:buFontTx/>
              <a:buNone/>
              <a:defRPr sz="1200" b="0" i="0">
                <a:solidFill>
                  <a:schemeClr val="tx1">
                    <a:lumMod val="75000"/>
                    <a:lumOff val="25000"/>
                  </a:schemeClr>
                </a:solidFill>
                <a:latin typeface="Arial" charset="0"/>
                <a:cs typeface="Arial" charset="0"/>
              </a:defRPr>
            </a:lvl1pPr>
            <a:lvl2pPr>
              <a:defRPr sz="1050">
                <a:latin typeface="Mission Gothic Regular" pitchFamily="50" charset="0"/>
              </a:defRPr>
            </a:lvl2pPr>
            <a:lvl3pPr>
              <a:defRPr sz="1050">
                <a:latin typeface="Mission Gothic Regular" pitchFamily="50" charset="0"/>
              </a:defRPr>
            </a:lvl3pPr>
            <a:lvl4pPr>
              <a:defRPr sz="1050">
                <a:latin typeface="Mission Gothic Regular" pitchFamily="50" charset="0"/>
              </a:defRPr>
            </a:lvl4pPr>
            <a:lvl5pPr>
              <a:defRPr sz="1050">
                <a:latin typeface="Mission Gothic Regular" pitchFamily="50" charset="0"/>
              </a:defRPr>
            </a:lvl5pPr>
          </a:lstStyle>
          <a:p>
            <a:pPr lvl="0"/>
            <a:endParaRPr lang="en-JM" dirty="0"/>
          </a:p>
        </p:txBody>
      </p:sp>
      <p:sp>
        <p:nvSpPr>
          <p:cNvPr id="39" name="Picture Placeholder 4"/>
          <p:cNvSpPr>
            <a:spLocks noGrp="1"/>
          </p:cNvSpPr>
          <p:nvPr>
            <p:ph type="pic" sz="quarter" idx="80"/>
          </p:nvPr>
        </p:nvSpPr>
        <p:spPr>
          <a:xfrm>
            <a:off x="517806" y="1657350"/>
            <a:ext cx="1691999" cy="1447800"/>
          </a:xfrm>
        </p:spPr>
        <p:txBody>
          <a:bodyPr>
            <a:normAutofit/>
          </a:bodyPr>
          <a:lstStyle>
            <a:lvl1pPr>
              <a:defRPr sz="1050" b="0" i="0">
                <a:latin typeface="Arial" charset="0"/>
                <a:cs typeface="Arial" charset="0"/>
              </a:defRPr>
            </a:lvl1pPr>
          </a:lstStyle>
          <a:p>
            <a:endParaRPr lang="en-US" dirty="0"/>
          </a:p>
        </p:txBody>
      </p:sp>
      <p:sp>
        <p:nvSpPr>
          <p:cNvPr id="40" name="Picture Placeholder 4"/>
          <p:cNvSpPr>
            <a:spLocks noGrp="1"/>
          </p:cNvSpPr>
          <p:nvPr>
            <p:ph type="pic" sz="quarter" idx="81"/>
          </p:nvPr>
        </p:nvSpPr>
        <p:spPr>
          <a:xfrm>
            <a:off x="2422806" y="1657350"/>
            <a:ext cx="1691999" cy="1447800"/>
          </a:xfrm>
        </p:spPr>
        <p:txBody>
          <a:bodyPr>
            <a:normAutofit/>
          </a:bodyPr>
          <a:lstStyle>
            <a:lvl1pPr>
              <a:defRPr sz="1050" b="0" i="0">
                <a:latin typeface="Arial" charset="0"/>
                <a:cs typeface="Arial" charset="0"/>
              </a:defRPr>
            </a:lvl1pPr>
          </a:lstStyle>
          <a:p>
            <a:endParaRPr lang="en-US" dirty="0"/>
          </a:p>
        </p:txBody>
      </p:sp>
      <p:sp>
        <p:nvSpPr>
          <p:cNvPr id="41" name="Picture Placeholder 4"/>
          <p:cNvSpPr>
            <a:spLocks noGrp="1"/>
          </p:cNvSpPr>
          <p:nvPr>
            <p:ph type="pic" sz="quarter" idx="82"/>
          </p:nvPr>
        </p:nvSpPr>
        <p:spPr>
          <a:xfrm>
            <a:off x="4251602" y="1657350"/>
            <a:ext cx="1691999" cy="1447800"/>
          </a:xfrm>
        </p:spPr>
        <p:txBody>
          <a:bodyPr>
            <a:normAutofit/>
          </a:bodyPr>
          <a:lstStyle>
            <a:lvl1pPr>
              <a:defRPr sz="1050" b="0" i="0">
                <a:latin typeface="Arial" charset="0"/>
                <a:cs typeface="Arial" charset="0"/>
              </a:defRPr>
            </a:lvl1pPr>
          </a:lstStyle>
          <a:p>
            <a:endParaRPr lang="en-US" dirty="0"/>
          </a:p>
        </p:txBody>
      </p:sp>
      <p:sp>
        <p:nvSpPr>
          <p:cNvPr id="42" name="Picture Placeholder 4"/>
          <p:cNvSpPr>
            <a:spLocks noGrp="1"/>
          </p:cNvSpPr>
          <p:nvPr>
            <p:ph type="pic" sz="quarter" idx="83"/>
          </p:nvPr>
        </p:nvSpPr>
        <p:spPr>
          <a:xfrm>
            <a:off x="6080407" y="1657350"/>
            <a:ext cx="1691999" cy="1447800"/>
          </a:xfrm>
        </p:spPr>
        <p:txBody>
          <a:bodyPr>
            <a:normAutofit/>
          </a:bodyPr>
          <a:lstStyle>
            <a:lvl1pPr>
              <a:defRPr sz="1050" b="0" i="0">
                <a:latin typeface="Arial" charset="0"/>
                <a:cs typeface="Arial" charset="0"/>
              </a:defRPr>
            </a:lvl1pPr>
          </a:lstStyle>
          <a:p>
            <a:endParaRPr lang="en-US" dirty="0"/>
          </a:p>
        </p:txBody>
      </p:sp>
      <p:sp>
        <p:nvSpPr>
          <p:cNvPr id="16" name="Title Placeholder 1"/>
          <p:cNvSpPr>
            <a:spLocks noGrp="1"/>
          </p:cNvSpPr>
          <p:nvPr>
            <p:ph type="title"/>
          </p:nvPr>
        </p:nvSpPr>
        <p:spPr>
          <a:xfrm>
            <a:off x="457200" y="342900"/>
            <a:ext cx="7620000" cy="857250"/>
          </a:xfrm>
          <a:prstGeom prst="rect">
            <a:avLst/>
          </a:prstGeom>
        </p:spPr>
        <p:txBody>
          <a:bodyPr vert="horz" lIns="91440" tIns="45720" rIns="91440" bIns="45720" rtlCol="0" anchor="ctr">
            <a:normAutofit/>
          </a:bodyPr>
          <a:lstStyle>
            <a:lvl1pPr>
              <a:defRPr>
                <a:solidFill>
                  <a:srgbClr val="343E48"/>
                </a:solidFill>
              </a:defRPr>
            </a:lvl1pPr>
          </a:lstStyle>
          <a:p>
            <a:r>
              <a:rPr lang="en-US"/>
              <a:t>Click to edit Master title style</a:t>
            </a:r>
            <a:endParaRPr lang="en-JM"/>
          </a:p>
        </p:txBody>
      </p:sp>
      <p:sp>
        <p:nvSpPr>
          <p:cNvPr id="18" name="Text Placeholder 17"/>
          <p:cNvSpPr>
            <a:spLocks noGrp="1"/>
          </p:cNvSpPr>
          <p:nvPr>
            <p:ph type="body" sz="quarter" idx="24"/>
          </p:nvPr>
        </p:nvSpPr>
        <p:spPr>
          <a:xfrm>
            <a:off x="457200" y="438150"/>
            <a:ext cx="5029200" cy="323850"/>
          </a:xfrm>
        </p:spPr>
        <p:txBody>
          <a:bodyPr>
            <a:noAutofit/>
          </a:bodyPr>
          <a:lstStyle>
            <a:lvl1pPr marL="0" indent="0" algn="l">
              <a:buFontTx/>
              <a:buNone/>
              <a:defRPr sz="900" b="0" i="0" kern="0" spc="300">
                <a:solidFill>
                  <a:srgbClr val="ED3645"/>
                </a:solidFill>
                <a:latin typeface="Lato Regular"/>
                <a:ea typeface="Arial" charset="0"/>
                <a:cs typeface="Lato Regular"/>
              </a:defRPr>
            </a:lvl1pPr>
            <a:lvl2pPr marL="457200" indent="0">
              <a:buFontTx/>
              <a:buNone/>
              <a:defRPr sz="1050">
                <a:latin typeface="Mission Gothic Regular" pitchFamily="50" charset="0"/>
              </a:defRPr>
            </a:lvl2pPr>
            <a:lvl3pPr marL="914400" indent="0">
              <a:buFontTx/>
              <a:buNone/>
              <a:defRPr sz="1050">
                <a:latin typeface="Mission Gothic Regular" pitchFamily="50" charset="0"/>
              </a:defRPr>
            </a:lvl3pPr>
            <a:lvl4pPr marL="1371600" indent="0">
              <a:buFontTx/>
              <a:buNone/>
              <a:defRPr sz="1050">
                <a:latin typeface="Mission Gothic Regular" pitchFamily="50" charset="0"/>
              </a:defRPr>
            </a:lvl4pPr>
            <a:lvl5pPr marL="1828800" indent="0">
              <a:buFontTx/>
              <a:buNone/>
              <a:defRPr sz="1050">
                <a:latin typeface="Mission Gothic Regular" pitchFamily="50" charset="0"/>
              </a:defRPr>
            </a:lvl5pPr>
          </a:lstStyle>
          <a:p>
            <a:pPr lvl="0"/>
            <a:endParaRPr lang="en-JM" dirty="0"/>
          </a:p>
        </p:txBody>
      </p:sp>
    </p:spTree>
    <p:extLst>
      <p:ext uri="{BB962C8B-B14F-4D97-AF65-F5344CB8AC3E}">
        <p14:creationId xmlns:p14="http://schemas.microsoft.com/office/powerpoint/2010/main" val="413541644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25_Title and Content">
    <p:spTree>
      <p:nvGrpSpPr>
        <p:cNvPr id="1" name=""/>
        <p:cNvGrpSpPr/>
        <p:nvPr/>
      </p:nvGrpSpPr>
      <p:grpSpPr>
        <a:xfrm>
          <a:off x="0" y="0"/>
          <a:ext cx="0" cy="0"/>
          <a:chOff x="0" y="0"/>
          <a:chExt cx="0" cy="0"/>
        </a:xfrm>
      </p:grpSpPr>
      <p:sp>
        <p:nvSpPr>
          <p:cNvPr id="7" name="Text Placeholder 5"/>
          <p:cNvSpPr>
            <a:spLocks noGrp="1"/>
          </p:cNvSpPr>
          <p:nvPr>
            <p:ph type="body" sz="quarter" idx="13"/>
          </p:nvPr>
        </p:nvSpPr>
        <p:spPr>
          <a:xfrm>
            <a:off x="457200" y="1581150"/>
            <a:ext cx="8229600" cy="2819400"/>
          </a:xfrm>
        </p:spPr>
        <p:txBody>
          <a:bodyPr>
            <a:normAutofit/>
          </a:bodyPr>
          <a:lstStyle>
            <a:lvl1pPr marL="342900" indent="-342900">
              <a:buFont typeface="Courier New" pitchFamily="49" charset="0"/>
              <a:buChar char="o"/>
              <a:defRPr sz="1100" b="0" i="0">
                <a:solidFill>
                  <a:srgbClr val="A6A6A6"/>
                </a:solidFill>
                <a:latin typeface="Arial" charset="0"/>
              </a:defRPr>
            </a:lvl1pPr>
            <a:lvl2pPr marL="742950" indent="-285750">
              <a:buFont typeface="Sketch Rockwell" pitchFamily="2" charset="0"/>
              <a:buChar char="o"/>
              <a:defRPr>
                <a:solidFill>
                  <a:schemeClr val="tx1">
                    <a:lumMod val="65000"/>
                    <a:lumOff val="35000"/>
                  </a:schemeClr>
                </a:solidFill>
                <a:latin typeface="Futura LT Book" pitchFamily="2" charset="0"/>
              </a:defRPr>
            </a:lvl2pPr>
            <a:lvl3pPr marL="1143000" indent="-228600">
              <a:buFont typeface="Sketch Rockwell" pitchFamily="2" charset="0"/>
              <a:buChar char="o"/>
              <a:defRPr>
                <a:solidFill>
                  <a:schemeClr val="tx1">
                    <a:lumMod val="65000"/>
                    <a:lumOff val="35000"/>
                  </a:schemeClr>
                </a:solidFill>
                <a:latin typeface="Futura LT Book" pitchFamily="2" charset="0"/>
              </a:defRPr>
            </a:lvl3pPr>
            <a:lvl4pPr marL="1600200" indent="-228600">
              <a:buFont typeface="Sketch Rockwell" pitchFamily="2" charset="0"/>
              <a:buChar char="o"/>
              <a:defRPr>
                <a:solidFill>
                  <a:schemeClr val="tx1">
                    <a:lumMod val="65000"/>
                    <a:lumOff val="35000"/>
                  </a:schemeClr>
                </a:solidFill>
                <a:latin typeface="Futura LT Book" pitchFamily="2" charset="0"/>
              </a:defRPr>
            </a:lvl4pPr>
            <a:lvl5pPr marL="2057400" indent="-228600">
              <a:buFont typeface="Sketch Rockwell" pitchFamily="2" charset="0"/>
              <a:buChar char="o"/>
              <a:defRPr>
                <a:solidFill>
                  <a:schemeClr val="tx1">
                    <a:lumMod val="65000"/>
                    <a:lumOff val="35000"/>
                  </a:schemeClr>
                </a:solidFill>
                <a:latin typeface="Futura LT Book" pitchFamily="2" charset="0"/>
              </a:defRPr>
            </a:lvl5pPr>
          </a:lstStyle>
          <a:p>
            <a:pPr lvl="0"/>
            <a:endParaRPr lang="en-JM" dirty="0"/>
          </a:p>
        </p:txBody>
      </p:sp>
      <p:sp>
        <p:nvSpPr>
          <p:cNvPr id="5" name="Title Placeholder 1"/>
          <p:cNvSpPr>
            <a:spLocks noGrp="1"/>
          </p:cNvSpPr>
          <p:nvPr>
            <p:ph type="title"/>
          </p:nvPr>
        </p:nvSpPr>
        <p:spPr>
          <a:xfrm>
            <a:off x="457200" y="342900"/>
            <a:ext cx="7620000" cy="857250"/>
          </a:xfrm>
          <a:prstGeom prst="rect">
            <a:avLst/>
          </a:prstGeom>
        </p:spPr>
        <p:txBody>
          <a:bodyPr vert="horz" lIns="91440" tIns="45720" rIns="91440" bIns="45720" rtlCol="0" anchor="ctr">
            <a:normAutofit/>
          </a:bodyPr>
          <a:lstStyle/>
          <a:p>
            <a:r>
              <a:rPr lang="en-US"/>
              <a:t>Click to edit Master title style</a:t>
            </a:r>
            <a:endParaRPr lang="en-JM"/>
          </a:p>
        </p:txBody>
      </p:sp>
      <p:sp>
        <p:nvSpPr>
          <p:cNvPr id="8" name="Text Placeholder 17"/>
          <p:cNvSpPr>
            <a:spLocks noGrp="1"/>
          </p:cNvSpPr>
          <p:nvPr>
            <p:ph type="body" sz="quarter" idx="24"/>
          </p:nvPr>
        </p:nvSpPr>
        <p:spPr>
          <a:xfrm>
            <a:off x="457200" y="438150"/>
            <a:ext cx="5029200" cy="323850"/>
          </a:xfrm>
        </p:spPr>
        <p:txBody>
          <a:bodyPr>
            <a:noAutofit/>
          </a:bodyPr>
          <a:lstStyle>
            <a:lvl1pPr marL="0" indent="0" algn="l">
              <a:buFontTx/>
              <a:buNone/>
              <a:defRPr sz="900" b="0" i="0" kern="0" spc="300">
                <a:solidFill>
                  <a:srgbClr val="ED3645"/>
                </a:solidFill>
                <a:latin typeface="Lato Regular"/>
                <a:ea typeface="Arial" charset="0"/>
                <a:cs typeface="Lato Regular"/>
              </a:defRPr>
            </a:lvl1pPr>
            <a:lvl2pPr marL="457200" indent="0">
              <a:buFontTx/>
              <a:buNone/>
              <a:defRPr sz="1050">
                <a:latin typeface="Mission Gothic Regular" pitchFamily="50" charset="0"/>
              </a:defRPr>
            </a:lvl2pPr>
            <a:lvl3pPr marL="914400" indent="0">
              <a:buFontTx/>
              <a:buNone/>
              <a:defRPr sz="1050">
                <a:latin typeface="Mission Gothic Regular" pitchFamily="50" charset="0"/>
              </a:defRPr>
            </a:lvl3pPr>
            <a:lvl4pPr marL="1371600" indent="0">
              <a:buFontTx/>
              <a:buNone/>
              <a:defRPr sz="1050">
                <a:latin typeface="Mission Gothic Regular" pitchFamily="50" charset="0"/>
              </a:defRPr>
            </a:lvl4pPr>
            <a:lvl5pPr marL="1828800" indent="0">
              <a:buFontTx/>
              <a:buNone/>
              <a:defRPr sz="1050">
                <a:latin typeface="Mission Gothic Regular" pitchFamily="50" charset="0"/>
              </a:defRPr>
            </a:lvl5pPr>
          </a:lstStyle>
          <a:p>
            <a:pPr lvl="0"/>
            <a:endParaRPr lang="en-JM" dirty="0"/>
          </a:p>
        </p:txBody>
      </p:sp>
    </p:spTree>
    <p:extLst>
      <p:ext uri="{BB962C8B-B14F-4D97-AF65-F5344CB8AC3E}">
        <p14:creationId xmlns:p14="http://schemas.microsoft.com/office/powerpoint/2010/main" val="251070352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24_Title and Content">
    <p:spTree>
      <p:nvGrpSpPr>
        <p:cNvPr id="1" name=""/>
        <p:cNvGrpSpPr/>
        <p:nvPr/>
      </p:nvGrpSpPr>
      <p:grpSpPr>
        <a:xfrm>
          <a:off x="0" y="0"/>
          <a:ext cx="0" cy="0"/>
          <a:chOff x="0" y="0"/>
          <a:chExt cx="0" cy="0"/>
        </a:xfrm>
      </p:grpSpPr>
      <p:sp>
        <p:nvSpPr>
          <p:cNvPr id="7" name="Text Placeholder 13"/>
          <p:cNvSpPr>
            <a:spLocks noGrp="1"/>
          </p:cNvSpPr>
          <p:nvPr>
            <p:ph type="body" sz="quarter" idx="47"/>
          </p:nvPr>
        </p:nvSpPr>
        <p:spPr>
          <a:xfrm>
            <a:off x="1021944" y="1714502"/>
            <a:ext cx="3048000" cy="403225"/>
          </a:xfrm>
        </p:spPr>
        <p:txBody>
          <a:bodyPr anchor="ctr">
            <a:normAutofit/>
          </a:bodyPr>
          <a:lstStyle>
            <a:lvl1pPr marL="0" indent="0">
              <a:buFontTx/>
              <a:buNone/>
              <a:defRPr sz="1100" b="0" i="0">
                <a:solidFill>
                  <a:srgbClr val="A6A6A6"/>
                </a:solidFill>
                <a:latin typeface="Arial" charset="0"/>
                <a:ea typeface="Arial" charset="0"/>
                <a:cs typeface="Arial" charset="0"/>
              </a:defRPr>
            </a:lvl1pPr>
          </a:lstStyle>
          <a:p>
            <a:pPr lvl="0"/>
            <a:endParaRPr lang="en-JM" dirty="0"/>
          </a:p>
        </p:txBody>
      </p:sp>
      <p:sp>
        <p:nvSpPr>
          <p:cNvPr id="8" name="Text Placeholder 13"/>
          <p:cNvSpPr>
            <a:spLocks noGrp="1"/>
          </p:cNvSpPr>
          <p:nvPr>
            <p:ph type="body" sz="quarter" idx="48"/>
          </p:nvPr>
        </p:nvSpPr>
        <p:spPr>
          <a:xfrm>
            <a:off x="1022262" y="2282828"/>
            <a:ext cx="3048000" cy="403225"/>
          </a:xfrm>
        </p:spPr>
        <p:txBody>
          <a:bodyPr anchor="ctr">
            <a:normAutofit/>
          </a:bodyPr>
          <a:lstStyle>
            <a:lvl1pPr marL="0" indent="0">
              <a:buFontTx/>
              <a:buNone/>
              <a:defRPr sz="1100" b="0" i="0">
                <a:solidFill>
                  <a:srgbClr val="A6A6A6"/>
                </a:solidFill>
                <a:latin typeface="Arial" charset="0"/>
                <a:ea typeface="Arial" charset="0"/>
                <a:cs typeface="Arial" charset="0"/>
              </a:defRPr>
            </a:lvl1pPr>
          </a:lstStyle>
          <a:p>
            <a:pPr lvl="0"/>
            <a:endParaRPr lang="en-JM" dirty="0"/>
          </a:p>
        </p:txBody>
      </p:sp>
      <p:sp>
        <p:nvSpPr>
          <p:cNvPr id="9" name="Text Placeholder 13"/>
          <p:cNvSpPr>
            <a:spLocks noGrp="1"/>
          </p:cNvSpPr>
          <p:nvPr>
            <p:ph type="body" sz="quarter" idx="49"/>
          </p:nvPr>
        </p:nvSpPr>
        <p:spPr>
          <a:xfrm>
            <a:off x="1022580" y="2845366"/>
            <a:ext cx="3048000" cy="403225"/>
          </a:xfrm>
        </p:spPr>
        <p:txBody>
          <a:bodyPr anchor="ctr">
            <a:normAutofit/>
          </a:bodyPr>
          <a:lstStyle>
            <a:lvl1pPr marL="0" indent="0">
              <a:buFontTx/>
              <a:buNone/>
              <a:defRPr sz="1100" b="0" i="0">
                <a:solidFill>
                  <a:srgbClr val="A6A6A6"/>
                </a:solidFill>
                <a:latin typeface="Arial" charset="0"/>
                <a:ea typeface="Arial" charset="0"/>
                <a:cs typeface="Arial" charset="0"/>
              </a:defRPr>
            </a:lvl1pPr>
          </a:lstStyle>
          <a:p>
            <a:pPr lvl="0"/>
            <a:endParaRPr lang="en-JM" dirty="0"/>
          </a:p>
        </p:txBody>
      </p:sp>
      <p:sp>
        <p:nvSpPr>
          <p:cNvPr id="10" name="Text Placeholder 13"/>
          <p:cNvSpPr>
            <a:spLocks noGrp="1"/>
          </p:cNvSpPr>
          <p:nvPr>
            <p:ph type="body" sz="quarter" idx="50"/>
          </p:nvPr>
        </p:nvSpPr>
        <p:spPr>
          <a:xfrm>
            <a:off x="1022580" y="3400991"/>
            <a:ext cx="3048000" cy="403225"/>
          </a:xfrm>
        </p:spPr>
        <p:txBody>
          <a:bodyPr anchor="ctr">
            <a:normAutofit/>
          </a:bodyPr>
          <a:lstStyle>
            <a:lvl1pPr marL="0" indent="0">
              <a:buFontTx/>
              <a:buNone/>
              <a:defRPr sz="1100" b="0" i="0">
                <a:solidFill>
                  <a:srgbClr val="A6A6A6"/>
                </a:solidFill>
                <a:latin typeface="Arial" charset="0"/>
                <a:ea typeface="Arial" charset="0"/>
                <a:cs typeface="Arial" charset="0"/>
              </a:defRPr>
            </a:lvl1pPr>
          </a:lstStyle>
          <a:p>
            <a:pPr lvl="0"/>
            <a:endParaRPr lang="en-JM" dirty="0"/>
          </a:p>
        </p:txBody>
      </p:sp>
      <p:sp>
        <p:nvSpPr>
          <p:cNvPr id="11" name="Text Placeholder 13"/>
          <p:cNvSpPr>
            <a:spLocks noGrp="1"/>
          </p:cNvSpPr>
          <p:nvPr>
            <p:ph type="body" sz="quarter" idx="51"/>
          </p:nvPr>
        </p:nvSpPr>
        <p:spPr>
          <a:xfrm>
            <a:off x="1022580" y="3912166"/>
            <a:ext cx="3048000" cy="403225"/>
          </a:xfrm>
        </p:spPr>
        <p:txBody>
          <a:bodyPr anchor="ctr">
            <a:normAutofit/>
          </a:bodyPr>
          <a:lstStyle>
            <a:lvl1pPr marL="0" indent="0">
              <a:buFontTx/>
              <a:buNone/>
              <a:defRPr sz="1100" b="0" i="0">
                <a:solidFill>
                  <a:srgbClr val="A6A6A6"/>
                </a:solidFill>
                <a:latin typeface="Arial" charset="0"/>
                <a:ea typeface="Arial" charset="0"/>
                <a:cs typeface="Arial" charset="0"/>
              </a:defRPr>
            </a:lvl1pPr>
          </a:lstStyle>
          <a:p>
            <a:pPr lvl="0"/>
            <a:endParaRPr lang="en-JM" dirty="0"/>
          </a:p>
        </p:txBody>
      </p:sp>
      <p:sp>
        <p:nvSpPr>
          <p:cNvPr id="12" name="Content Placeholder 6"/>
          <p:cNvSpPr>
            <a:spLocks noGrp="1"/>
          </p:cNvSpPr>
          <p:nvPr>
            <p:ph sz="quarter" idx="55" hasCustomPrompt="1"/>
          </p:nvPr>
        </p:nvSpPr>
        <p:spPr>
          <a:xfrm>
            <a:off x="533400" y="1748793"/>
            <a:ext cx="468000" cy="350999"/>
          </a:xfrm>
          <a:prstGeom prst="roundRect">
            <a:avLst>
              <a:gd name="adj" fmla="val 50000"/>
            </a:avLst>
          </a:prstGeom>
          <a:solidFill>
            <a:srgbClr val="B5C4D3"/>
          </a:solidFill>
        </p:spPr>
        <p:txBody>
          <a:bodyPr anchor="ctr">
            <a:noAutofit/>
          </a:bodyPr>
          <a:lstStyle>
            <a:lvl1pPr marL="0" indent="0" algn="ctr">
              <a:buFontTx/>
              <a:buNone/>
              <a:defRPr sz="1600" b="0" i="0">
                <a:solidFill>
                  <a:schemeClr val="bg1"/>
                </a:solidFill>
                <a:latin typeface="Arial" charset="0"/>
                <a:ea typeface="Arial" charset="0"/>
                <a:cs typeface="Arial" charset="0"/>
              </a:defRPr>
            </a:lvl1pPr>
          </a:lstStyle>
          <a:p>
            <a:pPr lvl="0"/>
            <a:r>
              <a:rPr lang="en-JM" dirty="0"/>
              <a:t>1</a:t>
            </a:r>
          </a:p>
        </p:txBody>
      </p:sp>
      <p:sp>
        <p:nvSpPr>
          <p:cNvPr id="17" name="Text Placeholder 13"/>
          <p:cNvSpPr>
            <a:spLocks noGrp="1"/>
          </p:cNvSpPr>
          <p:nvPr>
            <p:ph type="body" sz="quarter" idx="60"/>
          </p:nvPr>
        </p:nvSpPr>
        <p:spPr>
          <a:xfrm>
            <a:off x="5105082" y="1714502"/>
            <a:ext cx="3048000" cy="403225"/>
          </a:xfrm>
        </p:spPr>
        <p:txBody>
          <a:bodyPr anchor="ctr">
            <a:normAutofit/>
          </a:bodyPr>
          <a:lstStyle>
            <a:lvl1pPr marL="0" indent="0">
              <a:buFontTx/>
              <a:buNone/>
              <a:defRPr sz="1100" b="0" i="0">
                <a:solidFill>
                  <a:srgbClr val="A6A6A6"/>
                </a:solidFill>
                <a:latin typeface="Arial" charset="0"/>
                <a:ea typeface="Arial" charset="0"/>
                <a:cs typeface="Arial" charset="0"/>
              </a:defRPr>
            </a:lvl1pPr>
          </a:lstStyle>
          <a:p>
            <a:pPr lvl="0"/>
            <a:endParaRPr lang="en-JM" dirty="0"/>
          </a:p>
        </p:txBody>
      </p:sp>
      <p:sp>
        <p:nvSpPr>
          <p:cNvPr id="18" name="Text Placeholder 13"/>
          <p:cNvSpPr>
            <a:spLocks noGrp="1"/>
          </p:cNvSpPr>
          <p:nvPr>
            <p:ph type="body" sz="quarter" idx="61"/>
          </p:nvPr>
        </p:nvSpPr>
        <p:spPr>
          <a:xfrm>
            <a:off x="5105400" y="2282828"/>
            <a:ext cx="3048000" cy="403225"/>
          </a:xfrm>
        </p:spPr>
        <p:txBody>
          <a:bodyPr anchor="ctr">
            <a:normAutofit/>
          </a:bodyPr>
          <a:lstStyle>
            <a:lvl1pPr marL="0" indent="0">
              <a:buFontTx/>
              <a:buNone/>
              <a:defRPr sz="1100" b="0" i="0">
                <a:solidFill>
                  <a:srgbClr val="A6A6A6"/>
                </a:solidFill>
                <a:latin typeface="Arial" charset="0"/>
                <a:ea typeface="Arial" charset="0"/>
                <a:cs typeface="Arial" charset="0"/>
              </a:defRPr>
            </a:lvl1pPr>
          </a:lstStyle>
          <a:p>
            <a:pPr lvl="0"/>
            <a:endParaRPr lang="en-JM" dirty="0"/>
          </a:p>
        </p:txBody>
      </p:sp>
      <p:sp>
        <p:nvSpPr>
          <p:cNvPr id="19" name="Text Placeholder 13"/>
          <p:cNvSpPr>
            <a:spLocks noGrp="1"/>
          </p:cNvSpPr>
          <p:nvPr>
            <p:ph type="body" sz="quarter" idx="62"/>
          </p:nvPr>
        </p:nvSpPr>
        <p:spPr>
          <a:xfrm>
            <a:off x="5105400" y="2845366"/>
            <a:ext cx="3048000" cy="403225"/>
          </a:xfrm>
        </p:spPr>
        <p:txBody>
          <a:bodyPr anchor="ctr">
            <a:normAutofit/>
          </a:bodyPr>
          <a:lstStyle>
            <a:lvl1pPr marL="0" indent="0">
              <a:buFontTx/>
              <a:buNone/>
              <a:defRPr sz="1100" b="0" i="0">
                <a:solidFill>
                  <a:srgbClr val="A6A6A6"/>
                </a:solidFill>
                <a:latin typeface="Arial" charset="0"/>
                <a:ea typeface="Arial" charset="0"/>
                <a:cs typeface="Arial" charset="0"/>
              </a:defRPr>
            </a:lvl1pPr>
          </a:lstStyle>
          <a:p>
            <a:pPr lvl="0"/>
            <a:endParaRPr lang="en-JM" dirty="0"/>
          </a:p>
        </p:txBody>
      </p:sp>
      <p:sp>
        <p:nvSpPr>
          <p:cNvPr id="20" name="Text Placeholder 13"/>
          <p:cNvSpPr>
            <a:spLocks noGrp="1"/>
          </p:cNvSpPr>
          <p:nvPr>
            <p:ph type="body" sz="quarter" idx="63"/>
          </p:nvPr>
        </p:nvSpPr>
        <p:spPr>
          <a:xfrm>
            <a:off x="5105400" y="3400991"/>
            <a:ext cx="3048000" cy="403225"/>
          </a:xfrm>
        </p:spPr>
        <p:txBody>
          <a:bodyPr anchor="ctr">
            <a:normAutofit/>
          </a:bodyPr>
          <a:lstStyle>
            <a:lvl1pPr marL="0" indent="0">
              <a:buFontTx/>
              <a:buNone/>
              <a:defRPr sz="1100" b="0" i="0">
                <a:solidFill>
                  <a:srgbClr val="A6A6A6"/>
                </a:solidFill>
                <a:latin typeface="Arial" charset="0"/>
                <a:ea typeface="Arial" charset="0"/>
                <a:cs typeface="Arial" charset="0"/>
              </a:defRPr>
            </a:lvl1pPr>
          </a:lstStyle>
          <a:p>
            <a:pPr lvl="0"/>
            <a:endParaRPr lang="en-JM" dirty="0"/>
          </a:p>
        </p:txBody>
      </p:sp>
      <p:sp>
        <p:nvSpPr>
          <p:cNvPr id="21" name="Text Placeholder 13"/>
          <p:cNvSpPr>
            <a:spLocks noGrp="1"/>
          </p:cNvSpPr>
          <p:nvPr>
            <p:ph type="body" sz="quarter" idx="64"/>
          </p:nvPr>
        </p:nvSpPr>
        <p:spPr>
          <a:xfrm>
            <a:off x="5105400" y="3912166"/>
            <a:ext cx="3048000" cy="403225"/>
          </a:xfrm>
        </p:spPr>
        <p:txBody>
          <a:bodyPr anchor="ctr">
            <a:normAutofit/>
          </a:bodyPr>
          <a:lstStyle>
            <a:lvl1pPr marL="0" indent="0">
              <a:buFontTx/>
              <a:buNone/>
              <a:defRPr sz="1100" b="0" i="0">
                <a:solidFill>
                  <a:srgbClr val="A6A6A6"/>
                </a:solidFill>
                <a:latin typeface="Arial" charset="0"/>
                <a:ea typeface="Arial" charset="0"/>
                <a:cs typeface="Arial" charset="0"/>
              </a:defRPr>
            </a:lvl1pPr>
          </a:lstStyle>
          <a:p>
            <a:pPr lvl="0"/>
            <a:endParaRPr lang="en-JM" dirty="0"/>
          </a:p>
        </p:txBody>
      </p:sp>
      <p:sp>
        <p:nvSpPr>
          <p:cNvPr id="27" name="Content Placeholder 6"/>
          <p:cNvSpPr>
            <a:spLocks noGrp="1"/>
          </p:cNvSpPr>
          <p:nvPr>
            <p:ph sz="quarter" idx="65" hasCustomPrompt="1"/>
          </p:nvPr>
        </p:nvSpPr>
        <p:spPr>
          <a:xfrm>
            <a:off x="533400" y="2297433"/>
            <a:ext cx="468000" cy="350999"/>
          </a:xfrm>
          <a:prstGeom prst="roundRect">
            <a:avLst>
              <a:gd name="adj" fmla="val 50000"/>
            </a:avLst>
          </a:prstGeom>
          <a:solidFill>
            <a:srgbClr val="B5C4D3"/>
          </a:solidFill>
        </p:spPr>
        <p:txBody>
          <a:bodyPr anchor="ctr">
            <a:noAutofit/>
          </a:bodyPr>
          <a:lstStyle>
            <a:lvl1pPr marL="0" indent="0" algn="ctr">
              <a:buFontTx/>
              <a:buNone/>
              <a:defRPr sz="1600" b="0" i="0">
                <a:solidFill>
                  <a:schemeClr val="bg1"/>
                </a:solidFill>
                <a:latin typeface="Arial" charset="0"/>
                <a:ea typeface="Arial" charset="0"/>
                <a:cs typeface="Arial" charset="0"/>
              </a:defRPr>
            </a:lvl1pPr>
          </a:lstStyle>
          <a:p>
            <a:pPr lvl="0"/>
            <a:r>
              <a:rPr lang="en-JM" dirty="0"/>
              <a:t>1</a:t>
            </a:r>
          </a:p>
        </p:txBody>
      </p:sp>
      <p:sp>
        <p:nvSpPr>
          <p:cNvPr id="28" name="Content Placeholder 6"/>
          <p:cNvSpPr>
            <a:spLocks noGrp="1"/>
          </p:cNvSpPr>
          <p:nvPr>
            <p:ph sz="quarter" idx="66" hasCustomPrompt="1"/>
          </p:nvPr>
        </p:nvSpPr>
        <p:spPr>
          <a:xfrm>
            <a:off x="533400" y="2891793"/>
            <a:ext cx="468000" cy="350999"/>
          </a:xfrm>
          <a:prstGeom prst="roundRect">
            <a:avLst>
              <a:gd name="adj" fmla="val 50000"/>
            </a:avLst>
          </a:prstGeom>
          <a:solidFill>
            <a:srgbClr val="B5C4D3"/>
          </a:solidFill>
        </p:spPr>
        <p:txBody>
          <a:bodyPr anchor="ctr">
            <a:noAutofit/>
          </a:bodyPr>
          <a:lstStyle>
            <a:lvl1pPr marL="0" indent="0" algn="ctr">
              <a:buFontTx/>
              <a:buNone/>
              <a:defRPr sz="1600" b="0" i="0">
                <a:solidFill>
                  <a:schemeClr val="bg1"/>
                </a:solidFill>
                <a:latin typeface="Arial" charset="0"/>
                <a:ea typeface="Arial" charset="0"/>
                <a:cs typeface="Arial" charset="0"/>
              </a:defRPr>
            </a:lvl1pPr>
          </a:lstStyle>
          <a:p>
            <a:pPr lvl="0"/>
            <a:r>
              <a:rPr lang="en-JM" dirty="0"/>
              <a:t>1</a:t>
            </a:r>
          </a:p>
        </p:txBody>
      </p:sp>
      <p:sp>
        <p:nvSpPr>
          <p:cNvPr id="29" name="Content Placeholder 6"/>
          <p:cNvSpPr>
            <a:spLocks noGrp="1"/>
          </p:cNvSpPr>
          <p:nvPr>
            <p:ph sz="quarter" idx="67" hasCustomPrompt="1"/>
          </p:nvPr>
        </p:nvSpPr>
        <p:spPr>
          <a:xfrm>
            <a:off x="533400" y="3425193"/>
            <a:ext cx="468000" cy="350999"/>
          </a:xfrm>
          <a:prstGeom prst="roundRect">
            <a:avLst>
              <a:gd name="adj" fmla="val 50000"/>
            </a:avLst>
          </a:prstGeom>
          <a:solidFill>
            <a:srgbClr val="B5C4D3"/>
          </a:solidFill>
        </p:spPr>
        <p:txBody>
          <a:bodyPr anchor="ctr">
            <a:noAutofit/>
          </a:bodyPr>
          <a:lstStyle>
            <a:lvl1pPr marL="0" indent="0" algn="ctr">
              <a:buFontTx/>
              <a:buNone/>
              <a:defRPr sz="1600" b="0" i="0">
                <a:solidFill>
                  <a:schemeClr val="bg1"/>
                </a:solidFill>
                <a:latin typeface="Arial" charset="0"/>
                <a:ea typeface="Arial" charset="0"/>
                <a:cs typeface="Arial" charset="0"/>
              </a:defRPr>
            </a:lvl1pPr>
          </a:lstStyle>
          <a:p>
            <a:pPr lvl="0"/>
            <a:r>
              <a:rPr lang="en-JM" dirty="0"/>
              <a:t>1</a:t>
            </a:r>
          </a:p>
        </p:txBody>
      </p:sp>
      <p:sp>
        <p:nvSpPr>
          <p:cNvPr id="30" name="Content Placeholder 6"/>
          <p:cNvSpPr>
            <a:spLocks noGrp="1"/>
          </p:cNvSpPr>
          <p:nvPr>
            <p:ph sz="quarter" idx="68" hasCustomPrompt="1"/>
          </p:nvPr>
        </p:nvSpPr>
        <p:spPr>
          <a:xfrm>
            <a:off x="533400" y="3958593"/>
            <a:ext cx="468000" cy="350999"/>
          </a:xfrm>
          <a:prstGeom prst="roundRect">
            <a:avLst>
              <a:gd name="adj" fmla="val 50000"/>
            </a:avLst>
          </a:prstGeom>
          <a:solidFill>
            <a:srgbClr val="B5C4D3"/>
          </a:solidFill>
        </p:spPr>
        <p:txBody>
          <a:bodyPr anchor="ctr">
            <a:noAutofit/>
          </a:bodyPr>
          <a:lstStyle>
            <a:lvl1pPr marL="0" indent="0" algn="ctr">
              <a:buFontTx/>
              <a:buNone/>
              <a:defRPr sz="1600" b="0" i="0">
                <a:solidFill>
                  <a:schemeClr val="bg1"/>
                </a:solidFill>
                <a:latin typeface="Arial" charset="0"/>
                <a:ea typeface="Arial" charset="0"/>
                <a:cs typeface="Arial" charset="0"/>
              </a:defRPr>
            </a:lvl1pPr>
          </a:lstStyle>
          <a:p>
            <a:pPr lvl="0"/>
            <a:r>
              <a:rPr lang="en-JM" dirty="0"/>
              <a:t>1</a:t>
            </a:r>
          </a:p>
        </p:txBody>
      </p:sp>
      <p:sp>
        <p:nvSpPr>
          <p:cNvPr id="31" name="Content Placeholder 6"/>
          <p:cNvSpPr>
            <a:spLocks noGrp="1" noChangeAspect="1"/>
          </p:cNvSpPr>
          <p:nvPr>
            <p:ph sz="quarter" idx="69" hasCustomPrompt="1"/>
          </p:nvPr>
        </p:nvSpPr>
        <p:spPr>
          <a:xfrm>
            <a:off x="4648200" y="1748793"/>
            <a:ext cx="468000" cy="350999"/>
          </a:xfrm>
          <a:prstGeom prst="roundRect">
            <a:avLst>
              <a:gd name="adj" fmla="val 50000"/>
            </a:avLst>
          </a:prstGeom>
          <a:solidFill>
            <a:srgbClr val="ED3645"/>
          </a:solidFill>
        </p:spPr>
        <p:txBody>
          <a:bodyPr anchor="ctr">
            <a:noAutofit/>
          </a:bodyPr>
          <a:lstStyle>
            <a:lvl1pPr marL="0" indent="0" algn="ctr">
              <a:buFontTx/>
              <a:buNone/>
              <a:defRPr sz="1600" b="0" i="0">
                <a:solidFill>
                  <a:schemeClr val="bg1"/>
                </a:solidFill>
                <a:latin typeface="Arial" charset="0"/>
                <a:ea typeface="Arial" charset="0"/>
                <a:cs typeface="Arial" charset="0"/>
              </a:defRPr>
            </a:lvl1pPr>
          </a:lstStyle>
          <a:p>
            <a:pPr lvl="0"/>
            <a:r>
              <a:rPr lang="en-JM" dirty="0"/>
              <a:t>1</a:t>
            </a:r>
          </a:p>
        </p:txBody>
      </p:sp>
      <p:sp>
        <p:nvSpPr>
          <p:cNvPr id="32" name="Content Placeholder 6"/>
          <p:cNvSpPr>
            <a:spLocks noGrp="1" noChangeAspect="1"/>
          </p:cNvSpPr>
          <p:nvPr>
            <p:ph sz="quarter" idx="70" hasCustomPrompt="1"/>
          </p:nvPr>
        </p:nvSpPr>
        <p:spPr>
          <a:xfrm>
            <a:off x="4648200" y="2297433"/>
            <a:ext cx="468000" cy="350999"/>
          </a:xfrm>
          <a:prstGeom prst="roundRect">
            <a:avLst>
              <a:gd name="adj" fmla="val 50000"/>
            </a:avLst>
          </a:prstGeom>
          <a:solidFill>
            <a:srgbClr val="ED3645"/>
          </a:solidFill>
        </p:spPr>
        <p:txBody>
          <a:bodyPr anchor="ctr">
            <a:noAutofit/>
          </a:bodyPr>
          <a:lstStyle>
            <a:lvl1pPr marL="0" indent="0" algn="ctr">
              <a:buFontTx/>
              <a:buNone/>
              <a:defRPr sz="1600" b="0" i="0">
                <a:solidFill>
                  <a:schemeClr val="bg1"/>
                </a:solidFill>
                <a:latin typeface="Arial" charset="0"/>
                <a:ea typeface="Arial" charset="0"/>
                <a:cs typeface="Arial" charset="0"/>
              </a:defRPr>
            </a:lvl1pPr>
          </a:lstStyle>
          <a:p>
            <a:pPr lvl="0"/>
            <a:r>
              <a:rPr lang="en-JM" dirty="0"/>
              <a:t>1</a:t>
            </a:r>
          </a:p>
        </p:txBody>
      </p:sp>
      <p:sp>
        <p:nvSpPr>
          <p:cNvPr id="33" name="Content Placeholder 6"/>
          <p:cNvSpPr>
            <a:spLocks noGrp="1" noChangeAspect="1"/>
          </p:cNvSpPr>
          <p:nvPr>
            <p:ph sz="quarter" idx="71" hasCustomPrompt="1"/>
          </p:nvPr>
        </p:nvSpPr>
        <p:spPr>
          <a:xfrm>
            <a:off x="4648200" y="2891793"/>
            <a:ext cx="468000" cy="350999"/>
          </a:xfrm>
          <a:prstGeom prst="roundRect">
            <a:avLst>
              <a:gd name="adj" fmla="val 50000"/>
            </a:avLst>
          </a:prstGeom>
          <a:solidFill>
            <a:srgbClr val="ED3645"/>
          </a:solidFill>
        </p:spPr>
        <p:txBody>
          <a:bodyPr anchor="ctr">
            <a:noAutofit/>
          </a:bodyPr>
          <a:lstStyle>
            <a:lvl1pPr marL="0" indent="0" algn="ctr">
              <a:buFontTx/>
              <a:buNone/>
              <a:defRPr sz="1600" b="0" i="0">
                <a:solidFill>
                  <a:schemeClr val="bg1"/>
                </a:solidFill>
                <a:latin typeface="Arial" charset="0"/>
                <a:ea typeface="Arial" charset="0"/>
                <a:cs typeface="Arial" charset="0"/>
              </a:defRPr>
            </a:lvl1pPr>
          </a:lstStyle>
          <a:p>
            <a:pPr lvl="0"/>
            <a:r>
              <a:rPr lang="en-JM" dirty="0"/>
              <a:t>1</a:t>
            </a:r>
          </a:p>
        </p:txBody>
      </p:sp>
      <p:sp>
        <p:nvSpPr>
          <p:cNvPr id="34" name="Content Placeholder 6"/>
          <p:cNvSpPr>
            <a:spLocks noGrp="1" noChangeAspect="1"/>
          </p:cNvSpPr>
          <p:nvPr>
            <p:ph sz="quarter" idx="72" hasCustomPrompt="1"/>
          </p:nvPr>
        </p:nvSpPr>
        <p:spPr>
          <a:xfrm>
            <a:off x="4648200" y="3425193"/>
            <a:ext cx="468000" cy="350999"/>
          </a:xfrm>
          <a:prstGeom prst="roundRect">
            <a:avLst>
              <a:gd name="adj" fmla="val 50000"/>
            </a:avLst>
          </a:prstGeom>
          <a:solidFill>
            <a:srgbClr val="ED3645"/>
          </a:solidFill>
        </p:spPr>
        <p:txBody>
          <a:bodyPr anchor="ctr">
            <a:noAutofit/>
          </a:bodyPr>
          <a:lstStyle>
            <a:lvl1pPr marL="0" indent="0" algn="ctr">
              <a:buFontTx/>
              <a:buNone/>
              <a:defRPr sz="1600" b="0" i="0">
                <a:solidFill>
                  <a:schemeClr val="bg1"/>
                </a:solidFill>
                <a:latin typeface="Arial" charset="0"/>
                <a:ea typeface="Arial" charset="0"/>
                <a:cs typeface="Arial" charset="0"/>
              </a:defRPr>
            </a:lvl1pPr>
          </a:lstStyle>
          <a:p>
            <a:pPr lvl="0"/>
            <a:r>
              <a:rPr lang="en-JM" dirty="0"/>
              <a:t>1</a:t>
            </a:r>
          </a:p>
        </p:txBody>
      </p:sp>
      <p:sp>
        <p:nvSpPr>
          <p:cNvPr id="35" name="Content Placeholder 6"/>
          <p:cNvSpPr>
            <a:spLocks noGrp="1" noChangeAspect="1"/>
          </p:cNvSpPr>
          <p:nvPr>
            <p:ph sz="quarter" idx="73" hasCustomPrompt="1"/>
          </p:nvPr>
        </p:nvSpPr>
        <p:spPr>
          <a:xfrm>
            <a:off x="4648200" y="3958593"/>
            <a:ext cx="468000" cy="350999"/>
          </a:xfrm>
          <a:prstGeom prst="roundRect">
            <a:avLst>
              <a:gd name="adj" fmla="val 50000"/>
            </a:avLst>
          </a:prstGeom>
          <a:solidFill>
            <a:srgbClr val="ED3645"/>
          </a:solidFill>
        </p:spPr>
        <p:txBody>
          <a:bodyPr anchor="ctr">
            <a:noAutofit/>
          </a:bodyPr>
          <a:lstStyle>
            <a:lvl1pPr marL="0" indent="0" algn="ctr">
              <a:buFontTx/>
              <a:buNone/>
              <a:defRPr sz="1600" b="0" i="0">
                <a:solidFill>
                  <a:schemeClr val="bg1"/>
                </a:solidFill>
                <a:latin typeface="Arial" charset="0"/>
                <a:ea typeface="Arial" charset="0"/>
                <a:cs typeface="Arial" charset="0"/>
              </a:defRPr>
            </a:lvl1pPr>
          </a:lstStyle>
          <a:p>
            <a:pPr lvl="0"/>
            <a:r>
              <a:rPr lang="en-JM" dirty="0"/>
              <a:t>1</a:t>
            </a:r>
          </a:p>
        </p:txBody>
      </p:sp>
      <p:sp>
        <p:nvSpPr>
          <p:cNvPr id="24" name="Title Placeholder 1"/>
          <p:cNvSpPr>
            <a:spLocks noGrp="1"/>
          </p:cNvSpPr>
          <p:nvPr>
            <p:ph type="title"/>
          </p:nvPr>
        </p:nvSpPr>
        <p:spPr>
          <a:xfrm>
            <a:off x="457200" y="342900"/>
            <a:ext cx="7620000" cy="857250"/>
          </a:xfrm>
          <a:prstGeom prst="rect">
            <a:avLst/>
          </a:prstGeom>
        </p:spPr>
        <p:txBody>
          <a:bodyPr vert="horz" lIns="91440" tIns="45720" rIns="91440" bIns="45720" rtlCol="0" anchor="ctr">
            <a:normAutofit/>
          </a:bodyPr>
          <a:lstStyle>
            <a:lvl1pPr>
              <a:defRPr>
                <a:solidFill>
                  <a:srgbClr val="343E48"/>
                </a:solidFill>
              </a:defRPr>
            </a:lvl1pPr>
          </a:lstStyle>
          <a:p>
            <a:r>
              <a:rPr lang="en-US"/>
              <a:t>Click to edit Master title style</a:t>
            </a:r>
            <a:endParaRPr lang="en-JM"/>
          </a:p>
        </p:txBody>
      </p:sp>
      <p:sp>
        <p:nvSpPr>
          <p:cNvPr id="26" name="Text Placeholder 17"/>
          <p:cNvSpPr>
            <a:spLocks noGrp="1"/>
          </p:cNvSpPr>
          <p:nvPr>
            <p:ph type="body" sz="quarter" idx="24"/>
          </p:nvPr>
        </p:nvSpPr>
        <p:spPr>
          <a:xfrm>
            <a:off x="457200" y="438150"/>
            <a:ext cx="5029200" cy="323850"/>
          </a:xfrm>
        </p:spPr>
        <p:txBody>
          <a:bodyPr>
            <a:noAutofit/>
          </a:bodyPr>
          <a:lstStyle>
            <a:lvl1pPr marL="0" indent="0" algn="l">
              <a:buFontTx/>
              <a:buNone/>
              <a:defRPr sz="900" b="0" i="0" kern="0" spc="300">
                <a:solidFill>
                  <a:srgbClr val="ED3645"/>
                </a:solidFill>
                <a:latin typeface="Lato Regular"/>
                <a:ea typeface="Arial" charset="0"/>
                <a:cs typeface="Lato Regular"/>
              </a:defRPr>
            </a:lvl1pPr>
            <a:lvl2pPr marL="457200" indent="0">
              <a:buFontTx/>
              <a:buNone/>
              <a:defRPr sz="1050">
                <a:latin typeface="Mission Gothic Regular" pitchFamily="50" charset="0"/>
              </a:defRPr>
            </a:lvl2pPr>
            <a:lvl3pPr marL="914400" indent="0">
              <a:buFontTx/>
              <a:buNone/>
              <a:defRPr sz="1050">
                <a:latin typeface="Mission Gothic Regular" pitchFamily="50" charset="0"/>
              </a:defRPr>
            </a:lvl3pPr>
            <a:lvl4pPr marL="1371600" indent="0">
              <a:buFontTx/>
              <a:buNone/>
              <a:defRPr sz="1050">
                <a:latin typeface="Mission Gothic Regular" pitchFamily="50" charset="0"/>
              </a:defRPr>
            </a:lvl4pPr>
            <a:lvl5pPr marL="1828800" indent="0">
              <a:buFontTx/>
              <a:buNone/>
              <a:defRPr sz="1050">
                <a:latin typeface="Mission Gothic Regular" pitchFamily="50" charset="0"/>
              </a:defRPr>
            </a:lvl5pPr>
          </a:lstStyle>
          <a:p>
            <a:pPr lvl="0"/>
            <a:endParaRPr lang="en-JM" dirty="0"/>
          </a:p>
        </p:txBody>
      </p:sp>
    </p:spTree>
    <p:extLst>
      <p:ext uri="{BB962C8B-B14F-4D97-AF65-F5344CB8AC3E}">
        <p14:creationId xmlns:p14="http://schemas.microsoft.com/office/powerpoint/2010/main" val="88901058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23_Title and Content">
    <p:spTree>
      <p:nvGrpSpPr>
        <p:cNvPr id="1" name=""/>
        <p:cNvGrpSpPr/>
        <p:nvPr/>
      </p:nvGrpSpPr>
      <p:grpSpPr>
        <a:xfrm>
          <a:off x="0" y="0"/>
          <a:ext cx="0" cy="0"/>
          <a:chOff x="0" y="0"/>
          <a:chExt cx="0" cy="0"/>
        </a:xfrm>
      </p:grpSpPr>
      <p:sp>
        <p:nvSpPr>
          <p:cNvPr id="4" name="Title Placeholder 1"/>
          <p:cNvSpPr>
            <a:spLocks noGrp="1"/>
          </p:cNvSpPr>
          <p:nvPr>
            <p:ph type="title"/>
          </p:nvPr>
        </p:nvSpPr>
        <p:spPr>
          <a:xfrm>
            <a:off x="457200" y="342900"/>
            <a:ext cx="7620000" cy="857250"/>
          </a:xfrm>
          <a:prstGeom prst="rect">
            <a:avLst/>
          </a:prstGeom>
        </p:spPr>
        <p:txBody>
          <a:bodyPr vert="horz" lIns="91440" tIns="45720" rIns="91440" bIns="45720" rtlCol="0" anchor="ctr">
            <a:normAutofit/>
          </a:bodyPr>
          <a:lstStyle>
            <a:lvl1pPr>
              <a:defRPr>
                <a:solidFill>
                  <a:srgbClr val="343E48"/>
                </a:solidFill>
              </a:defRPr>
            </a:lvl1pPr>
          </a:lstStyle>
          <a:p>
            <a:r>
              <a:rPr lang="en-US"/>
              <a:t>Click to edit Master title style</a:t>
            </a:r>
            <a:endParaRPr lang="en-JM"/>
          </a:p>
        </p:txBody>
      </p:sp>
      <p:sp>
        <p:nvSpPr>
          <p:cNvPr id="6" name="Text Placeholder 17"/>
          <p:cNvSpPr>
            <a:spLocks noGrp="1"/>
          </p:cNvSpPr>
          <p:nvPr>
            <p:ph type="body" sz="quarter" idx="24"/>
          </p:nvPr>
        </p:nvSpPr>
        <p:spPr>
          <a:xfrm>
            <a:off x="457200" y="438150"/>
            <a:ext cx="5029200" cy="323850"/>
          </a:xfrm>
        </p:spPr>
        <p:txBody>
          <a:bodyPr>
            <a:noAutofit/>
          </a:bodyPr>
          <a:lstStyle>
            <a:lvl1pPr marL="0" indent="0" algn="l">
              <a:buFontTx/>
              <a:buNone/>
              <a:defRPr sz="900" b="0" i="0" kern="0" spc="300">
                <a:solidFill>
                  <a:srgbClr val="ED3645"/>
                </a:solidFill>
                <a:latin typeface="Lato Regular"/>
                <a:ea typeface="Arial" charset="0"/>
                <a:cs typeface="Lato Regular"/>
              </a:defRPr>
            </a:lvl1pPr>
            <a:lvl2pPr marL="457200" indent="0">
              <a:buFontTx/>
              <a:buNone/>
              <a:defRPr sz="1050">
                <a:latin typeface="Mission Gothic Regular" pitchFamily="50" charset="0"/>
              </a:defRPr>
            </a:lvl2pPr>
            <a:lvl3pPr marL="914400" indent="0">
              <a:buFontTx/>
              <a:buNone/>
              <a:defRPr sz="1050">
                <a:latin typeface="Mission Gothic Regular" pitchFamily="50" charset="0"/>
              </a:defRPr>
            </a:lvl3pPr>
            <a:lvl4pPr marL="1371600" indent="0">
              <a:buFontTx/>
              <a:buNone/>
              <a:defRPr sz="1050">
                <a:latin typeface="Mission Gothic Regular" pitchFamily="50" charset="0"/>
              </a:defRPr>
            </a:lvl4pPr>
            <a:lvl5pPr marL="1828800" indent="0">
              <a:buFontTx/>
              <a:buNone/>
              <a:defRPr sz="1050">
                <a:latin typeface="Mission Gothic Regular" pitchFamily="50" charset="0"/>
              </a:defRPr>
            </a:lvl5pPr>
          </a:lstStyle>
          <a:p>
            <a:pPr lvl="0"/>
            <a:endParaRPr lang="en-JM" dirty="0"/>
          </a:p>
        </p:txBody>
      </p:sp>
    </p:spTree>
    <p:extLst>
      <p:ext uri="{BB962C8B-B14F-4D97-AF65-F5344CB8AC3E}">
        <p14:creationId xmlns:p14="http://schemas.microsoft.com/office/powerpoint/2010/main" val="355768481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21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581151"/>
            <a:ext cx="8229600" cy="2971802"/>
          </a:xfrm>
        </p:spPr>
        <p:txBody>
          <a:bodyPr>
            <a:normAutofit/>
          </a:bodyPr>
          <a:lstStyle>
            <a:lvl1pPr>
              <a:defRPr sz="1400"/>
            </a:lvl1pPr>
            <a:lvl2pPr>
              <a:defRPr sz="1200" b="0" i="0">
                <a:latin typeface="Arial" charset="0"/>
                <a:cs typeface="Arial" charset="0"/>
              </a:defRPr>
            </a:lvl2pPr>
            <a:lvl3pPr>
              <a:defRPr sz="1100" b="0" i="0">
                <a:latin typeface="Arial" charset="0"/>
                <a:cs typeface="Arial" charset="0"/>
              </a:defRPr>
            </a:lvl3pPr>
            <a:lvl4pPr>
              <a:defRPr sz="1050" b="0" i="0">
                <a:latin typeface="Arial" charset="0"/>
                <a:cs typeface="Arial" charset="0"/>
              </a:defRPr>
            </a:lvl4pPr>
            <a:lvl5pPr>
              <a:defRPr sz="1050" b="0" i="0">
                <a:latin typeface="Arial" charset="0"/>
                <a:cs typeface="Arial"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JM" dirty="0"/>
          </a:p>
        </p:txBody>
      </p:sp>
      <p:sp>
        <p:nvSpPr>
          <p:cNvPr id="5" name="Title Placeholder 1"/>
          <p:cNvSpPr>
            <a:spLocks noGrp="1"/>
          </p:cNvSpPr>
          <p:nvPr>
            <p:ph type="title"/>
          </p:nvPr>
        </p:nvSpPr>
        <p:spPr>
          <a:xfrm>
            <a:off x="457200" y="342900"/>
            <a:ext cx="7620000" cy="857250"/>
          </a:xfrm>
          <a:prstGeom prst="rect">
            <a:avLst/>
          </a:prstGeom>
        </p:spPr>
        <p:txBody>
          <a:bodyPr vert="horz" lIns="91440" tIns="45720" rIns="91440" bIns="45720" rtlCol="0" anchor="ctr">
            <a:normAutofit/>
          </a:bodyPr>
          <a:lstStyle>
            <a:lvl1pPr>
              <a:defRPr>
                <a:solidFill>
                  <a:srgbClr val="343E48"/>
                </a:solidFill>
              </a:defRPr>
            </a:lvl1pPr>
          </a:lstStyle>
          <a:p>
            <a:r>
              <a:rPr lang="en-US"/>
              <a:t>Click to edit Master title style</a:t>
            </a:r>
            <a:endParaRPr lang="en-JM"/>
          </a:p>
        </p:txBody>
      </p:sp>
      <p:sp>
        <p:nvSpPr>
          <p:cNvPr id="7" name="Text Placeholder 17"/>
          <p:cNvSpPr>
            <a:spLocks noGrp="1"/>
          </p:cNvSpPr>
          <p:nvPr>
            <p:ph type="body" sz="quarter" idx="24"/>
          </p:nvPr>
        </p:nvSpPr>
        <p:spPr>
          <a:xfrm>
            <a:off x="457200" y="438150"/>
            <a:ext cx="5029200" cy="323850"/>
          </a:xfrm>
        </p:spPr>
        <p:txBody>
          <a:bodyPr>
            <a:noAutofit/>
          </a:bodyPr>
          <a:lstStyle>
            <a:lvl1pPr marL="0" indent="0" algn="l">
              <a:buFontTx/>
              <a:buNone/>
              <a:defRPr sz="900" b="0" i="0" kern="0" spc="300">
                <a:solidFill>
                  <a:srgbClr val="ED3645"/>
                </a:solidFill>
                <a:latin typeface="Lato Regular"/>
                <a:ea typeface="Arial" charset="0"/>
                <a:cs typeface="Lato Regular"/>
              </a:defRPr>
            </a:lvl1pPr>
            <a:lvl2pPr marL="457200" indent="0">
              <a:buFontTx/>
              <a:buNone/>
              <a:defRPr sz="1050">
                <a:latin typeface="Mission Gothic Regular" pitchFamily="50" charset="0"/>
              </a:defRPr>
            </a:lvl2pPr>
            <a:lvl3pPr marL="914400" indent="0">
              <a:buFontTx/>
              <a:buNone/>
              <a:defRPr sz="1050">
                <a:latin typeface="Mission Gothic Regular" pitchFamily="50" charset="0"/>
              </a:defRPr>
            </a:lvl3pPr>
            <a:lvl4pPr marL="1371600" indent="0">
              <a:buFontTx/>
              <a:buNone/>
              <a:defRPr sz="1050">
                <a:latin typeface="Mission Gothic Regular" pitchFamily="50" charset="0"/>
              </a:defRPr>
            </a:lvl4pPr>
            <a:lvl5pPr marL="1828800" indent="0">
              <a:buFontTx/>
              <a:buNone/>
              <a:defRPr sz="1050">
                <a:latin typeface="Mission Gothic Regular" pitchFamily="50" charset="0"/>
              </a:defRPr>
            </a:lvl5pPr>
          </a:lstStyle>
          <a:p>
            <a:pPr lvl="0"/>
            <a:endParaRPr lang="en-JM" dirty="0"/>
          </a:p>
        </p:txBody>
      </p:sp>
    </p:spTree>
    <p:extLst>
      <p:ext uri="{BB962C8B-B14F-4D97-AF65-F5344CB8AC3E}">
        <p14:creationId xmlns:p14="http://schemas.microsoft.com/office/powerpoint/2010/main" val="118882563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2_Title and Content">
    <p:spTree>
      <p:nvGrpSpPr>
        <p:cNvPr id="1" name=""/>
        <p:cNvGrpSpPr/>
        <p:nvPr/>
      </p:nvGrpSpPr>
      <p:grpSpPr>
        <a:xfrm>
          <a:off x="0" y="0"/>
          <a:ext cx="0" cy="0"/>
          <a:chOff x="0" y="0"/>
          <a:chExt cx="0" cy="0"/>
        </a:xfrm>
      </p:grpSpPr>
      <p:sp>
        <p:nvSpPr>
          <p:cNvPr id="8" name="Text Placeholder 2"/>
          <p:cNvSpPr>
            <a:spLocks noGrp="1"/>
          </p:cNvSpPr>
          <p:nvPr>
            <p:ph type="body" sz="quarter" idx="33"/>
          </p:nvPr>
        </p:nvSpPr>
        <p:spPr>
          <a:xfrm>
            <a:off x="838200" y="1611630"/>
            <a:ext cx="2133600" cy="274320"/>
          </a:xfrm>
        </p:spPr>
        <p:txBody>
          <a:bodyPr>
            <a:noAutofit/>
          </a:bodyPr>
          <a:lstStyle>
            <a:lvl1pPr marL="0" indent="0">
              <a:buNone/>
              <a:defRPr sz="1200">
                <a:solidFill>
                  <a:srgbClr val="ED3645"/>
                </a:solidFill>
                <a:latin typeface="Lato Regular"/>
                <a:cs typeface="Lato Regular"/>
              </a:defRPr>
            </a:lvl1pPr>
          </a:lstStyle>
          <a:p>
            <a:pPr lvl="0"/>
            <a:endParaRPr lang="en-JM"/>
          </a:p>
        </p:txBody>
      </p:sp>
      <p:sp>
        <p:nvSpPr>
          <p:cNvPr id="9" name="Text Placeholder 14"/>
          <p:cNvSpPr>
            <a:spLocks noGrp="1"/>
          </p:cNvSpPr>
          <p:nvPr>
            <p:ph type="body" sz="quarter" idx="34"/>
          </p:nvPr>
        </p:nvSpPr>
        <p:spPr>
          <a:xfrm>
            <a:off x="838200" y="1809750"/>
            <a:ext cx="2819400" cy="609600"/>
          </a:xfrm>
        </p:spPr>
        <p:txBody>
          <a:bodyPr>
            <a:normAutofit/>
          </a:bodyPr>
          <a:lstStyle>
            <a:lvl1pPr marL="0" indent="0">
              <a:buFontTx/>
              <a:buNone/>
              <a:defRPr sz="900" b="0" i="0">
                <a:solidFill>
                  <a:srgbClr val="A6A6A6"/>
                </a:solidFill>
                <a:latin typeface="Arial" charset="0"/>
                <a:cs typeface="Arial" charset="0"/>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endParaRPr lang="en-JM" dirty="0"/>
          </a:p>
        </p:txBody>
      </p:sp>
      <p:sp>
        <p:nvSpPr>
          <p:cNvPr id="10" name="Text Placeholder 2"/>
          <p:cNvSpPr>
            <a:spLocks noGrp="1"/>
          </p:cNvSpPr>
          <p:nvPr>
            <p:ph type="body" sz="quarter" idx="35"/>
          </p:nvPr>
        </p:nvSpPr>
        <p:spPr>
          <a:xfrm>
            <a:off x="838200" y="2678430"/>
            <a:ext cx="2133600" cy="274320"/>
          </a:xfrm>
        </p:spPr>
        <p:txBody>
          <a:bodyPr>
            <a:noAutofit/>
          </a:bodyPr>
          <a:lstStyle>
            <a:lvl1pPr marL="0" indent="0">
              <a:buNone/>
              <a:defRPr sz="1200">
                <a:solidFill>
                  <a:srgbClr val="ED3645"/>
                </a:solidFill>
                <a:latin typeface="Lato Regular"/>
                <a:cs typeface="Lato Regular"/>
              </a:defRPr>
            </a:lvl1pPr>
          </a:lstStyle>
          <a:p>
            <a:pPr lvl="0"/>
            <a:endParaRPr lang="en-JM"/>
          </a:p>
        </p:txBody>
      </p:sp>
      <p:sp>
        <p:nvSpPr>
          <p:cNvPr id="11" name="Text Placeholder 14"/>
          <p:cNvSpPr>
            <a:spLocks noGrp="1"/>
          </p:cNvSpPr>
          <p:nvPr>
            <p:ph type="body" sz="quarter" idx="36"/>
          </p:nvPr>
        </p:nvSpPr>
        <p:spPr>
          <a:xfrm>
            <a:off x="838200" y="2876550"/>
            <a:ext cx="2819400" cy="609600"/>
          </a:xfrm>
        </p:spPr>
        <p:txBody>
          <a:bodyPr>
            <a:normAutofit/>
          </a:bodyPr>
          <a:lstStyle>
            <a:lvl1pPr marL="0" indent="0">
              <a:buFontTx/>
              <a:buNone/>
              <a:defRPr sz="900" b="0" i="0">
                <a:solidFill>
                  <a:srgbClr val="A6A6A6"/>
                </a:solidFill>
                <a:latin typeface="Arial" charset="0"/>
                <a:cs typeface="Arial" charset="0"/>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endParaRPr lang="en-JM" dirty="0"/>
          </a:p>
        </p:txBody>
      </p:sp>
      <p:sp>
        <p:nvSpPr>
          <p:cNvPr id="12" name="Text Placeholder 2"/>
          <p:cNvSpPr>
            <a:spLocks noGrp="1"/>
          </p:cNvSpPr>
          <p:nvPr>
            <p:ph type="body" sz="quarter" idx="37"/>
          </p:nvPr>
        </p:nvSpPr>
        <p:spPr>
          <a:xfrm>
            <a:off x="838200" y="3745230"/>
            <a:ext cx="2133600" cy="274320"/>
          </a:xfrm>
        </p:spPr>
        <p:txBody>
          <a:bodyPr>
            <a:noAutofit/>
          </a:bodyPr>
          <a:lstStyle>
            <a:lvl1pPr marL="0" indent="0">
              <a:buNone/>
              <a:defRPr sz="1200">
                <a:solidFill>
                  <a:srgbClr val="ED3645"/>
                </a:solidFill>
                <a:latin typeface="Lato Regular"/>
                <a:cs typeface="Lato Regular"/>
              </a:defRPr>
            </a:lvl1pPr>
          </a:lstStyle>
          <a:p>
            <a:pPr lvl="0"/>
            <a:endParaRPr lang="en-JM"/>
          </a:p>
        </p:txBody>
      </p:sp>
      <p:sp>
        <p:nvSpPr>
          <p:cNvPr id="13" name="Text Placeholder 14"/>
          <p:cNvSpPr>
            <a:spLocks noGrp="1"/>
          </p:cNvSpPr>
          <p:nvPr>
            <p:ph type="body" sz="quarter" idx="38"/>
          </p:nvPr>
        </p:nvSpPr>
        <p:spPr>
          <a:xfrm>
            <a:off x="838200" y="3943350"/>
            <a:ext cx="2819400" cy="609600"/>
          </a:xfrm>
        </p:spPr>
        <p:txBody>
          <a:bodyPr>
            <a:normAutofit/>
          </a:bodyPr>
          <a:lstStyle>
            <a:lvl1pPr marL="0" indent="0">
              <a:buFontTx/>
              <a:buNone/>
              <a:defRPr sz="900" b="0" i="0">
                <a:solidFill>
                  <a:srgbClr val="A6A6A6"/>
                </a:solidFill>
                <a:latin typeface="Arial" charset="0"/>
                <a:cs typeface="Arial" charset="0"/>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endParaRPr lang="en-JM" dirty="0"/>
          </a:p>
        </p:txBody>
      </p:sp>
      <p:sp>
        <p:nvSpPr>
          <p:cNvPr id="14" name="Title Placeholder 1"/>
          <p:cNvSpPr>
            <a:spLocks noGrp="1"/>
          </p:cNvSpPr>
          <p:nvPr>
            <p:ph type="title"/>
          </p:nvPr>
        </p:nvSpPr>
        <p:spPr>
          <a:xfrm>
            <a:off x="457200" y="342900"/>
            <a:ext cx="7620000" cy="857250"/>
          </a:xfrm>
          <a:prstGeom prst="rect">
            <a:avLst/>
          </a:prstGeom>
        </p:spPr>
        <p:txBody>
          <a:bodyPr vert="horz" lIns="91440" tIns="45720" rIns="91440" bIns="45720" rtlCol="0" anchor="ctr">
            <a:normAutofit/>
          </a:bodyPr>
          <a:lstStyle>
            <a:lvl1pPr>
              <a:defRPr>
                <a:solidFill>
                  <a:srgbClr val="343E48"/>
                </a:solidFill>
              </a:defRPr>
            </a:lvl1pPr>
          </a:lstStyle>
          <a:p>
            <a:r>
              <a:rPr lang="en-US"/>
              <a:t>Click to edit Master title style</a:t>
            </a:r>
            <a:endParaRPr lang="en-JM"/>
          </a:p>
        </p:txBody>
      </p:sp>
      <p:sp>
        <p:nvSpPr>
          <p:cNvPr id="15" name="Text Placeholder 17"/>
          <p:cNvSpPr>
            <a:spLocks noGrp="1"/>
          </p:cNvSpPr>
          <p:nvPr>
            <p:ph type="body" sz="quarter" idx="24"/>
          </p:nvPr>
        </p:nvSpPr>
        <p:spPr>
          <a:xfrm>
            <a:off x="457200" y="438150"/>
            <a:ext cx="5029200" cy="323850"/>
          </a:xfrm>
        </p:spPr>
        <p:txBody>
          <a:bodyPr>
            <a:noAutofit/>
          </a:bodyPr>
          <a:lstStyle>
            <a:lvl1pPr marL="0" indent="0" algn="l">
              <a:buFontTx/>
              <a:buNone/>
              <a:defRPr sz="900" b="0" i="0" kern="0" spc="300">
                <a:solidFill>
                  <a:srgbClr val="ED3645"/>
                </a:solidFill>
                <a:latin typeface="Lato Regular"/>
                <a:ea typeface="Arial" charset="0"/>
                <a:cs typeface="Lato Regular"/>
              </a:defRPr>
            </a:lvl1pPr>
            <a:lvl2pPr marL="457200" indent="0">
              <a:buFontTx/>
              <a:buNone/>
              <a:defRPr sz="1050">
                <a:latin typeface="Mission Gothic Regular" pitchFamily="50" charset="0"/>
              </a:defRPr>
            </a:lvl2pPr>
            <a:lvl3pPr marL="914400" indent="0">
              <a:buFontTx/>
              <a:buNone/>
              <a:defRPr sz="1050">
                <a:latin typeface="Mission Gothic Regular" pitchFamily="50" charset="0"/>
              </a:defRPr>
            </a:lvl3pPr>
            <a:lvl4pPr marL="1371600" indent="0">
              <a:buFontTx/>
              <a:buNone/>
              <a:defRPr sz="1050">
                <a:latin typeface="Mission Gothic Regular" pitchFamily="50" charset="0"/>
              </a:defRPr>
            </a:lvl4pPr>
            <a:lvl5pPr marL="1828800" indent="0">
              <a:buFontTx/>
              <a:buNone/>
              <a:defRPr sz="1050">
                <a:latin typeface="Mission Gothic Regular" pitchFamily="50" charset="0"/>
              </a:defRPr>
            </a:lvl5pPr>
          </a:lstStyle>
          <a:p>
            <a:pPr lvl="0"/>
            <a:endParaRPr lang="en-JM" dirty="0"/>
          </a:p>
        </p:txBody>
      </p:sp>
    </p:spTree>
    <p:extLst>
      <p:ext uri="{BB962C8B-B14F-4D97-AF65-F5344CB8AC3E}">
        <p14:creationId xmlns:p14="http://schemas.microsoft.com/office/powerpoint/2010/main" val="142436985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9_Title and Content">
    <p:spTree>
      <p:nvGrpSpPr>
        <p:cNvPr id="1" name=""/>
        <p:cNvGrpSpPr/>
        <p:nvPr/>
      </p:nvGrpSpPr>
      <p:grpSpPr>
        <a:xfrm>
          <a:off x="0" y="0"/>
          <a:ext cx="0" cy="0"/>
          <a:chOff x="0" y="0"/>
          <a:chExt cx="0" cy="0"/>
        </a:xfrm>
      </p:grpSpPr>
      <p:sp>
        <p:nvSpPr>
          <p:cNvPr id="10" name="Rectangle 9"/>
          <p:cNvSpPr/>
          <p:nvPr userDrawn="1"/>
        </p:nvSpPr>
        <p:spPr>
          <a:xfrm>
            <a:off x="0" y="152400"/>
            <a:ext cx="9144000" cy="2266950"/>
          </a:xfrm>
          <a:prstGeom prst="rect">
            <a:avLst/>
          </a:prstGeom>
          <a:solidFill>
            <a:srgbClr val="343E4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JM" b="0" i="0">
              <a:solidFill>
                <a:schemeClr val="bg1"/>
              </a:solidFill>
              <a:latin typeface="Arial" charset="0"/>
            </a:endParaRPr>
          </a:p>
        </p:txBody>
      </p:sp>
      <p:sp>
        <p:nvSpPr>
          <p:cNvPr id="2" name="Title 1"/>
          <p:cNvSpPr>
            <a:spLocks noGrp="1"/>
          </p:cNvSpPr>
          <p:nvPr>
            <p:ph type="title"/>
          </p:nvPr>
        </p:nvSpPr>
        <p:spPr>
          <a:xfrm>
            <a:off x="533400" y="514350"/>
            <a:ext cx="3657600" cy="1371600"/>
          </a:xfrm>
        </p:spPr>
        <p:txBody>
          <a:bodyPr/>
          <a:lstStyle>
            <a:lvl1pPr algn="l">
              <a:defRPr b="0" i="0">
                <a:solidFill>
                  <a:schemeClr val="bg1"/>
                </a:solidFill>
                <a:latin typeface="Arial" charset="0"/>
                <a:cs typeface="Arial" charset="0"/>
              </a:defRPr>
            </a:lvl1pPr>
          </a:lstStyle>
          <a:p>
            <a:endParaRPr lang="en-JM" dirty="0"/>
          </a:p>
        </p:txBody>
      </p:sp>
      <p:sp>
        <p:nvSpPr>
          <p:cNvPr id="17" name="Picture Placeholder 16"/>
          <p:cNvSpPr>
            <a:spLocks noGrp="1"/>
          </p:cNvSpPr>
          <p:nvPr>
            <p:ph type="pic" sz="quarter" idx="59"/>
          </p:nvPr>
        </p:nvSpPr>
        <p:spPr>
          <a:xfrm>
            <a:off x="0" y="2419350"/>
            <a:ext cx="9144000" cy="2743200"/>
          </a:xfrm>
        </p:spPr>
        <p:txBody>
          <a:bodyPr>
            <a:normAutofit/>
          </a:bodyPr>
          <a:lstStyle>
            <a:lvl1pPr>
              <a:defRPr sz="1400">
                <a:solidFill>
                  <a:srgbClr val="17375E"/>
                </a:solidFill>
              </a:defRPr>
            </a:lvl1pPr>
          </a:lstStyle>
          <a:p>
            <a:endParaRPr lang="en-JM"/>
          </a:p>
        </p:txBody>
      </p:sp>
      <p:sp>
        <p:nvSpPr>
          <p:cNvPr id="12" name="Text Placeholder 18"/>
          <p:cNvSpPr>
            <a:spLocks noGrp="1"/>
          </p:cNvSpPr>
          <p:nvPr>
            <p:ph type="body" sz="quarter" idx="62"/>
          </p:nvPr>
        </p:nvSpPr>
        <p:spPr>
          <a:xfrm>
            <a:off x="3469120" y="1123950"/>
            <a:ext cx="2093480" cy="899160"/>
          </a:xfrm>
        </p:spPr>
        <p:txBody>
          <a:bodyPr>
            <a:noAutofit/>
          </a:bodyPr>
          <a:lstStyle>
            <a:lvl1pPr marL="0" indent="0">
              <a:buFontTx/>
              <a:buNone/>
              <a:defRPr sz="1100" b="0" i="0">
                <a:solidFill>
                  <a:schemeClr val="bg1"/>
                </a:solidFill>
                <a:latin typeface="Arial" charset="0"/>
                <a:cs typeface="Arial" charset="0"/>
              </a:defRPr>
            </a:lvl1pPr>
            <a:lvl2pPr marL="457200" indent="0">
              <a:buFontTx/>
              <a:buNone/>
              <a:defRPr sz="1100"/>
            </a:lvl2pPr>
            <a:lvl3pPr marL="914400" indent="0">
              <a:buFontTx/>
              <a:buNone/>
              <a:defRPr sz="1100"/>
            </a:lvl3pPr>
            <a:lvl4pPr marL="1371600" indent="0">
              <a:buFontTx/>
              <a:buNone/>
              <a:defRPr sz="1100"/>
            </a:lvl4pPr>
            <a:lvl5pPr marL="1828800" indent="0">
              <a:buFontTx/>
              <a:buNone/>
              <a:defRPr sz="1100"/>
            </a:lvl5pPr>
          </a:lstStyle>
          <a:p>
            <a:pPr lvl="0"/>
            <a:endParaRPr lang="en-JM" dirty="0"/>
          </a:p>
        </p:txBody>
      </p:sp>
      <p:sp>
        <p:nvSpPr>
          <p:cNvPr id="14" name="Text Placeholder 18"/>
          <p:cNvSpPr>
            <a:spLocks noGrp="1"/>
          </p:cNvSpPr>
          <p:nvPr>
            <p:ph type="body" sz="quarter" idx="63"/>
          </p:nvPr>
        </p:nvSpPr>
        <p:spPr>
          <a:xfrm>
            <a:off x="6212320" y="1123950"/>
            <a:ext cx="2093480" cy="899160"/>
          </a:xfrm>
        </p:spPr>
        <p:txBody>
          <a:bodyPr>
            <a:noAutofit/>
          </a:bodyPr>
          <a:lstStyle>
            <a:lvl1pPr marL="0" indent="0">
              <a:buFontTx/>
              <a:buNone/>
              <a:defRPr sz="1100" b="0" i="0">
                <a:solidFill>
                  <a:schemeClr val="bg1"/>
                </a:solidFill>
                <a:latin typeface="Arial" charset="0"/>
                <a:cs typeface="Arial" charset="0"/>
              </a:defRPr>
            </a:lvl1pPr>
            <a:lvl2pPr marL="457200" indent="0">
              <a:buFontTx/>
              <a:buNone/>
              <a:defRPr sz="1100"/>
            </a:lvl2pPr>
            <a:lvl3pPr marL="914400" indent="0">
              <a:buFontTx/>
              <a:buNone/>
              <a:defRPr sz="1100"/>
            </a:lvl3pPr>
            <a:lvl4pPr marL="1371600" indent="0">
              <a:buFontTx/>
              <a:buNone/>
              <a:defRPr sz="1100"/>
            </a:lvl4pPr>
            <a:lvl5pPr marL="1828800" indent="0">
              <a:buFontTx/>
              <a:buNone/>
              <a:defRPr sz="1100"/>
            </a:lvl5pPr>
          </a:lstStyle>
          <a:p>
            <a:pPr lvl="0"/>
            <a:endParaRPr lang="en-JM" dirty="0"/>
          </a:p>
        </p:txBody>
      </p:sp>
    </p:spTree>
    <p:extLst>
      <p:ext uri="{BB962C8B-B14F-4D97-AF65-F5344CB8AC3E}">
        <p14:creationId xmlns:p14="http://schemas.microsoft.com/office/powerpoint/2010/main" val="324411507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26_Title and Content">
    <p:spTree>
      <p:nvGrpSpPr>
        <p:cNvPr id="1" name=""/>
        <p:cNvGrpSpPr/>
        <p:nvPr/>
      </p:nvGrpSpPr>
      <p:grpSpPr>
        <a:xfrm>
          <a:off x="0" y="0"/>
          <a:ext cx="0" cy="0"/>
          <a:chOff x="0" y="0"/>
          <a:chExt cx="0" cy="0"/>
        </a:xfrm>
      </p:grpSpPr>
      <p:sp>
        <p:nvSpPr>
          <p:cNvPr id="17" name="Picture Placeholder 16"/>
          <p:cNvSpPr>
            <a:spLocks noGrp="1"/>
          </p:cNvSpPr>
          <p:nvPr>
            <p:ph type="pic" sz="quarter" idx="59"/>
          </p:nvPr>
        </p:nvSpPr>
        <p:spPr>
          <a:xfrm>
            <a:off x="1216" y="-18290"/>
            <a:ext cx="9144000" cy="3656840"/>
          </a:xfrm>
        </p:spPr>
        <p:txBody>
          <a:bodyPr>
            <a:normAutofit/>
          </a:bodyPr>
          <a:lstStyle>
            <a:lvl1pPr>
              <a:defRPr sz="1400">
                <a:solidFill>
                  <a:srgbClr val="17375E"/>
                </a:solidFill>
              </a:defRPr>
            </a:lvl1pPr>
          </a:lstStyle>
          <a:p>
            <a:endParaRPr lang="en-JM"/>
          </a:p>
        </p:txBody>
      </p:sp>
    </p:spTree>
    <p:extLst>
      <p:ext uri="{BB962C8B-B14F-4D97-AF65-F5344CB8AC3E}">
        <p14:creationId xmlns:p14="http://schemas.microsoft.com/office/powerpoint/2010/main" val="309388573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8_Title and Content">
    <p:spTree>
      <p:nvGrpSpPr>
        <p:cNvPr id="1" name=""/>
        <p:cNvGrpSpPr/>
        <p:nvPr/>
      </p:nvGrpSpPr>
      <p:grpSpPr>
        <a:xfrm>
          <a:off x="0" y="0"/>
          <a:ext cx="0" cy="0"/>
          <a:chOff x="0" y="0"/>
          <a:chExt cx="0" cy="0"/>
        </a:xfrm>
      </p:grpSpPr>
      <p:sp>
        <p:nvSpPr>
          <p:cNvPr id="7" name="Picture Placeholder 3"/>
          <p:cNvSpPr>
            <a:spLocks noGrp="1"/>
          </p:cNvSpPr>
          <p:nvPr>
            <p:ph type="pic" sz="quarter" idx="56"/>
          </p:nvPr>
        </p:nvSpPr>
        <p:spPr>
          <a:xfrm>
            <a:off x="533400" y="1657350"/>
            <a:ext cx="2133600" cy="1371600"/>
          </a:xfrm>
        </p:spPr>
        <p:txBody>
          <a:bodyPr>
            <a:normAutofit/>
          </a:bodyPr>
          <a:lstStyle>
            <a:lvl1pPr marL="0" indent="0">
              <a:buFontTx/>
              <a:buNone/>
              <a:defRPr sz="1100">
                <a:solidFill>
                  <a:srgbClr val="17252F"/>
                </a:solidFill>
              </a:defRPr>
            </a:lvl1pPr>
          </a:lstStyle>
          <a:p>
            <a:endParaRPr lang="en-JM"/>
          </a:p>
        </p:txBody>
      </p:sp>
      <p:sp>
        <p:nvSpPr>
          <p:cNvPr id="8" name="Picture Placeholder 3"/>
          <p:cNvSpPr>
            <a:spLocks noGrp="1"/>
          </p:cNvSpPr>
          <p:nvPr>
            <p:ph type="pic" sz="quarter" idx="57"/>
          </p:nvPr>
        </p:nvSpPr>
        <p:spPr>
          <a:xfrm>
            <a:off x="2760662" y="1657350"/>
            <a:ext cx="2133600" cy="1371600"/>
          </a:xfrm>
        </p:spPr>
        <p:txBody>
          <a:bodyPr>
            <a:normAutofit/>
          </a:bodyPr>
          <a:lstStyle>
            <a:lvl1pPr marL="0" indent="0">
              <a:buFontTx/>
              <a:buNone/>
              <a:defRPr sz="1100">
                <a:solidFill>
                  <a:srgbClr val="17252F"/>
                </a:solidFill>
              </a:defRPr>
            </a:lvl1pPr>
          </a:lstStyle>
          <a:p>
            <a:endParaRPr lang="en-JM"/>
          </a:p>
        </p:txBody>
      </p:sp>
      <p:sp>
        <p:nvSpPr>
          <p:cNvPr id="9" name="Picture Placeholder 3"/>
          <p:cNvSpPr>
            <a:spLocks noGrp="1"/>
          </p:cNvSpPr>
          <p:nvPr>
            <p:ph type="pic" sz="quarter" idx="58"/>
          </p:nvPr>
        </p:nvSpPr>
        <p:spPr>
          <a:xfrm>
            <a:off x="533400" y="3105150"/>
            <a:ext cx="2133600" cy="1371600"/>
          </a:xfrm>
        </p:spPr>
        <p:txBody>
          <a:bodyPr>
            <a:normAutofit/>
          </a:bodyPr>
          <a:lstStyle>
            <a:lvl1pPr marL="0" indent="0">
              <a:buFontTx/>
              <a:buNone/>
              <a:defRPr sz="1100">
                <a:solidFill>
                  <a:srgbClr val="17252F"/>
                </a:solidFill>
              </a:defRPr>
            </a:lvl1pPr>
          </a:lstStyle>
          <a:p>
            <a:endParaRPr lang="en-JM"/>
          </a:p>
        </p:txBody>
      </p:sp>
      <p:sp>
        <p:nvSpPr>
          <p:cNvPr id="10" name="Picture Placeholder 3"/>
          <p:cNvSpPr>
            <a:spLocks noGrp="1"/>
          </p:cNvSpPr>
          <p:nvPr>
            <p:ph type="pic" sz="quarter" idx="59"/>
          </p:nvPr>
        </p:nvSpPr>
        <p:spPr>
          <a:xfrm>
            <a:off x="2760662" y="3105150"/>
            <a:ext cx="2133600" cy="1371600"/>
          </a:xfrm>
        </p:spPr>
        <p:txBody>
          <a:bodyPr>
            <a:normAutofit/>
          </a:bodyPr>
          <a:lstStyle>
            <a:lvl1pPr marL="0" indent="0">
              <a:buFontTx/>
              <a:buNone/>
              <a:defRPr sz="1100">
                <a:solidFill>
                  <a:srgbClr val="17252F"/>
                </a:solidFill>
              </a:defRPr>
            </a:lvl1pPr>
          </a:lstStyle>
          <a:p>
            <a:endParaRPr lang="en-JM"/>
          </a:p>
        </p:txBody>
      </p:sp>
      <p:sp>
        <p:nvSpPr>
          <p:cNvPr id="11" name="Title Placeholder 1"/>
          <p:cNvSpPr>
            <a:spLocks noGrp="1"/>
          </p:cNvSpPr>
          <p:nvPr>
            <p:ph type="title"/>
          </p:nvPr>
        </p:nvSpPr>
        <p:spPr>
          <a:xfrm>
            <a:off x="457200" y="342900"/>
            <a:ext cx="7620000" cy="857250"/>
          </a:xfrm>
          <a:prstGeom prst="rect">
            <a:avLst/>
          </a:prstGeom>
        </p:spPr>
        <p:txBody>
          <a:bodyPr vert="horz" lIns="91440" tIns="45720" rIns="91440" bIns="45720" rtlCol="0" anchor="ctr">
            <a:normAutofit/>
          </a:bodyPr>
          <a:lstStyle>
            <a:lvl1pPr>
              <a:defRPr>
                <a:solidFill>
                  <a:srgbClr val="343E48"/>
                </a:solidFill>
              </a:defRPr>
            </a:lvl1pPr>
          </a:lstStyle>
          <a:p>
            <a:r>
              <a:rPr lang="en-US"/>
              <a:t>Click to edit Master title style</a:t>
            </a:r>
            <a:endParaRPr lang="en-JM"/>
          </a:p>
        </p:txBody>
      </p:sp>
      <p:sp>
        <p:nvSpPr>
          <p:cNvPr id="12" name="Text Placeholder 17"/>
          <p:cNvSpPr>
            <a:spLocks noGrp="1"/>
          </p:cNvSpPr>
          <p:nvPr>
            <p:ph type="body" sz="quarter" idx="24"/>
          </p:nvPr>
        </p:nvSpPr>
        <p:spPr>
          <a:xfrm>
            <a:off x="457200" y="438150"/>
            <a:ext cx="5029200" cy="323850"/>
          </a:xfrm>
        </p:spPr>
        <p:txBody>
          <a:bodyPr>
            <a:noAutofit/>
          </a:bodyPr>
          <a:lstStyle>
            <a:lvl1pPr marL="0" indent="0" algn="l">
              <a:buFontTx/>
              <a:buNone/>
              <a:defRPr sz="900" b="0" i="0" kern="0" spc="300">
                <a:solidFill>
                  <a:srgbClr val="ED3645"/>
                </a:solidFill>
                <a:latin typeface="Lato Regular"/>
                <a:ea typeface="Arial" charset="0"/>
                <a:cs typeface="Lato Regular"/>
              </a:defRPr>
            </a:lvl1pPr>
            <a:lvl2pPr marL="457200" indent="0">
              <a:buFontTx/>
              <a:buNone/>
              <a:defRPr sz="1050">
                <a:latin typeface="Mission Gothic Regular" pitchFamily="50" charset="0"/>
              </a:defRPr>
            </a:lvl2pPr>
            <a:lvl3pPr marL="914400" indent="0">
              <a:buFontTx/>
              <a:buNone/>
              <a:defRPr sz="1050">
                <a:latin typeface="Mission Gothic Regular" pitchFamily="50" charset="0"/>
              </a:defRPr>
            </a:lvl3pPr>
            <a:lvl4pPr marL="1371600" indent="0">
              <a:buFontTx/>
              <a:buNone/>
              <a:defRPr sz="1050">
                <a:latin typeface="Mission Gothic Regular" pitchFamily="50" charset="0"/>
              </a:defRPr>
            </a:lvl4pPr>
            <a:lvl5pPr marL="1828800" indent="0">
              <a:buFontTx/>
              <a:buNone/>
              <a:defRPr sz="1050">
                <a:latin typeface="Mission Gothic Regular" pitchFamily="50" charset="0"/>
              </a:defRPr>
            </a:lvl5pPr>
          </a:lstStyle>
          <a:p>
            <a:pPr lvl="0"/>
            <a:endParaRPr lang="en-JM" dirty="0"/>
          </a:p>
        </p:txBody>
      </p:sp>
    </p:spTree>
    <p:extLst>
      <p:ext uri="{BB962C8B-B14F-4D97-AF65-F5344CB8AC3E}">
        <p14:creationId xmlns:p14="http://schemas.microsoft.com/office/powerpoint/2010/main" val="206051319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3_Title and Content">
    <p:spTree>
      <p:nvGrpSpPr>
        <p:cNvPr id="1" name=""/>
        <p:cNvGrpSpPr/>
        <p:nvPr/>
      </p:nvGrpSpPr>
      <p:grpSpPr>
        <a:xfrm>
          <a:off x="0" y="0"/>
          <a:ext cx="0" cy="0"/>
          <a:chOff x="0" y="0"/>
          <a:chExt cx="0" cy="0"/>
        </a:xfrm>
      </p:grpSpPr>
      <p:sp>
        <p:nvSpPr>
          <p:cNvPr id="6" name="Title Placeholder 1"/>
          <p:cNvSpPr>
            <a:spLocks noGrp="1"/>
          </p:cNvSpPr>
          <p:nvPr>
            <p:ph type="title"/>
          </p:nvPr>
        </p:nvSpPr>
        <p:spPr>
          <a:xfrm>
            <a:off x="457200" y="342900"/>
            <a:ext cx="7620000" cy="857250"/>
          </a:xfrm>
          <a:prstGeom prst="rect">
            <a:avLst/>
          </a:prstGeom>
        </p:spPr>
        <p:txBody>
          <a:bodyPr vert="horz" lIns="91440" tIns="45720" rIns="91440" bIns="45720" rtlCol="0" anchor="ctr">
            <a:normAutofit/>
          </a:bodyPr>
          <a:lstStyle>
            <a:lvl1pPr>
              <a:defRPr>
                <a:solidFill>
                  <a:srgbClr val="343E48"/>
                </a:solidFill>
              </a:defRPr>
            </a:lvl1pPr>
          </a:lstStyle>
          <a:p>
            <a:r>
              <a:rPr lang="en-US"/>
              <a:t>Click to edit Master title style</a:t>
            </a:r>
            <a:endParaRPr lang="en-JM"/>
          </a:p>
        </p:txBody>
      </p:sp>
      <p:sp>
        <p:nvSpPr>
          <p:cNvPr id="8" name="Text Placeholder 17"/>
          <p:cNvSpPr>
            <a:spLocks noGrp="1"/>
          </p:cNvSpPr>
          <p:nvPr>
            <p:ph type="body" sz="quarter" idx="24"/>
          </p:nvPr>
        </p:nvSpPr>
        <p:spPr>
          <a:xfrm>
            <a:off x="457200" y="438150"/>
            <a:ext cx="5029200" cy="323850"/>
          </a:xfrm>
        </p:spPr>
        <p:txBody>
          <a:bodyPr>
            <a:noAutofit/>
          </a:bodyPr>
          <a:lstStyle>
            <a:lvl1pPr marL="0" indent="0" algn="l">
              <a:buFontTx/>
              <a:buNone/>
              <a:defRPr sz="900" b="0" i="0" kern="0" spc="300">
                <a:solidFill>
                  <a:srgbClr val="ED3645"/>
                </a:solidFill>
                <a:latin typeface="Lato Regular"/>
                <a:ea typeface="Arial" charset="0"/>
                <a:cs typeface="Lato Regular"/>
              </a:defRPr>
            </a:lvl1pPr>
            <a:lvl2pPr marL="457200" indent="0">
              <a:buFontTx/>
              <a:buNone/>
              <a:defRPr sz="1050">
                <a:latin typeface="Mission Gothic Regular" pitchFamily="50" charset="0"/>
              </a:defRPr>
            </a:lvl2pPr>
            <a:lvl3pPr marL="914400" indent="0">
              <a:buFontTx/>
              <a:buNone/>
              <a:defRPr sz="1050">
                <a:latin typeface="Mission Gothic Regular" pitchFamily="50" charset="0"/>
              </a:defRPr>
            </a:lvl3pPr>
            <a:lvl4pPr marL="1371600" indent="0">
              <a:buFontTx/>
              <a:buNone/>
              <a:defRPr sz="1050">
                <a:latin typeface="Mission Gothic Regular" pitchFamily="50" charset="0"/>
              </a:defRPr>
            </a:lvl4pPr>
            <a:lvl5pPr marL="1828800" indent="0">
              <a:buFontTx/>
              <a:buNone/>
              <a:defRPr sz="1050">
                <a:latin typeface="Mission Gothic Regular" pitchFamily="50" charset="0"/>
              </a:defRPr>
            </a:lvl5pPr>
          </a:lstStyle>
          <a:p>
            <a:pPr lvl="0"/>
            <a:endParaRPr lang="en-JM" dirty="0"/>
          </a:p>
        </p:txBody>
      </p:sp>
      <p:pic>
        <p:nvPicPr>
          <p:cNvPr id="11" name="Picture 10" descr="MacBook-Pro-mockup.png"/>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618240" y="1721425"/>
            <a:ext cx="4817160" cy="2245888"/>
          </a:xfrm>
          <a:prstGeom prst="rect">
            <a:avLst/>
          </a:prstGeom>
        </p:spPr>
      </p:pic>
      <p:sp>
        <p:nvSpPr>
          <p:cNvPr id="12" name="Picture Placeholder 2"/>
          <p:cNvSpPr>
            <a:spLocks noGrp="1"/>
          </p:cNvSpPr>
          <p:nvPr>
            <p:ph type="pic" sz="quarter" idx="13"/>
          </p:nvPr>
        </p:nvSpPr>
        <p:spPr>
          <a:xfrm>
            <a:off x="4267200" y="1885950"/>
            <a:ext cx="3528000" cy="1674000"/>
          </a:xfrm>
        </p:spPr>
        <p:txBody>
          <a:bodyPr>
            <a:normAutofit/>
          </a:bodyPr>
          <a:lstStyle>
            <a:lvl1pPr>
              <a:defRPr sz="1050">
                <a:solidFill>
                  <a:schemeClr val="bg1"/>
                </a:solidFill>
              </a:defRPr>
            </a:lvl1pPr>
          </a:lstStyle>
          <a:p>
            <a:endParaRPr lang="en-JM"/>
          </a:p>
        </p:txBody>
      </p:sp>
    </p:spTree>
    <p:extLst>
      <p:ext uri="{BB962C8B-B14F-4D97-AF65-F5344CB8AC3E}">
        <p14:creationId xmlns:p14="http://schemas.microsoft.com/office/powerpoint/2010/main" val="252138805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15_Title and Content">
    <p:spTree>
      <p:nvGrpSpPr>
        <p:cNvPr id="1" name=""/>
        <p:cNvGrpSpPr/>
        <p:nvPr/>
      </p:nvGrpSpPr>
      <p:grpSpPr>
        <a:xfrm>
          <a:off x="0" y="0"/>
          <a:ext cx="0" cy="0"/>
          <a:chOff x="0" y="0"/>
          <a:chExt cx="0" cy="0"/>
        </a:xfrm>
      </p:grpSpPr>
      <p:sp>
        <p:nvSpPr>
          <p:cNvPr id="12" name="Rectangle 11"/>
          <p:cNvSpPr/>
          <p:nvPr userDrawn="1"/>
        </p:nvSpPr>
        <p:spPr>
          <a:xfrm>
            <a:off x="-8906" y="0"/>
            <a:ext cx="9152906" cy="3105150"/>
          </a:xfrm>
          <a:prstGeom prst="rect">
            <a:avLst/>
          </a:prstGeom>
          <a:solidFill>
            <a:srgbClr val="343E4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JM" b="0" i="0">
              <a:solidFill>
                <a:srgbClr val="F34F57"/>
              </a:solidFill>
              <a:latin typeface="Arial" charset="0"/>
            </a:endParaRPr>
          </a:p>
        </p:txBody>
      </p:sp>
      <p:sp>
        <p:nvSpPr>
          <p:cNvPr id="15" name="Picture Placeholder 17"/>
          <p:cNvSpPr>
            <a:spLocks noGrp="1" noChangeAspect="1"/>
          </p:cNvSpPr>
          <p:nvPr>
            <p:ph type="pic" sz="quarter" idx="23"/>
          </p:nvPr>
        </p:nvSpPr>
        <p:spPr>
          <a:xfrm>
            <a:off x="4014001" y="1143000"/>
            <a:ext cx="1115998" cy="836998"/>
          </a:xfrm>
          <a:prstGeom prst="ellipse">
            <a:avLst/>
          </a:prstGeom>
          <a:ln w="28575" cmpd="sng">
            <a:solidFill>
              <a:srgbClr val="FFFFFF"/>
            </a:solidFill>
          </a:ln>
        </p:spPr>
        <p:txBody>
          <a:bodyPr>
            <a:normAutofit/>
          </a:bodyPr>
          <a:lstStyle>
            <a:lvl1pPr marL="0" indent="0" algn="ctr">
              <a:buFontTx/>
              <a:buNone/>
              <a:defRPr sz="1100">
                <a:solidFill>
                  <a:schemeClr val="bg1"/>
                </a:solidFill>
              </a:defRPr>
            </a:lvl1pPr>
          </a:lstStyle>
          <a:p>
            <a:endParaRPr lang="en-JM"/>
          </a:p>
        </p:txBody>
      </p:sp>
      <p:sp>
        <p:nvSpPr>
          <p:cNvPr id="16" name="Title Placeholder 1"/>
          <p:cNvSpPr>
            <a:spLocks noGrp="1"/>
          </p:cNvSpPr>
          <p:nvPr>
            <p:ph type="title"/>
          </p:nvPr>
        </p:nvSpPr>
        <p:spPr>
          <a:xfrm>
            <a:off x="609600" y="2240573"/>
            <a:ext cx="8229600" cy="857250"/>
          </a:xfrm>
          <a:prstGeom prst="rect">
            <a:avLst/>
          </a:prstGeom>
        </p:spPr>
        <p:txBody>
          <a:bodyPr vert="horz" lIns="91440" tIns="45720" rIns="91440" bIns="45720" rtlCol="0" anchor="ctr">
            <a:normAutofit/>
          </a:bodyPr>
          <a:lstStyle>
            <a:lvl1pPr>
              <a:defRPr sz="2400">
                <a:solidFill>
                  <a:schemeClr val="bg1"/>
                </a:solidFill>
              </a:defRPr>
            </a:lvl1pPr>
          </a:lstStyle>
          <a:p>
            <a:r>
              <a:rPr lang="en-US"/>
              <a:t>Click to edit Master title style</a:t>
            </a:r>
            <a:endParaRPr lang="en-JM"/>
          </a:p>
        </p:txBody>
      </p:sp>
    </p:spTree>
    <p:extLst>
      <p:ext uri="{BB962C8B-B14F-4D97-AF65-F5344CB8AC3E}">
        <p14:creationId xmlns:p14="http://schemas.microsoft.com/office/powerpoint/2010/main" val="52837094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17_Title and Content">
    <p:bg>
      <p:bgPr>
        <a:solidFill>
          <a:schemeClr val="bg1"/>
        </a:solidFill>
        <a:effectLst/>
      </p:bgPr>
    </p:bg>
    <p:spTree>
      <p:nvGrpSpPr>
        <p:cNvPr id="1" name=""/>
        <p:cNvGrpSpPr/>
        <p:nvPr/>
      </p:nvGrpSpPr>
      <p:grpSpPr>
        <a:xfrm>
          <a:off x="0" y="0"/>
          <a:ext cx="0" cy="0"/>
          <a:chOff x="0" y="0"/>
          <a:chExt cx="0" cy="0"/>
        </a:xfrm>
      </p:grpSpPr>
      <p:sp>
        <p:nvSpPr>
          <p:cNvPr id="6" name="Rectangle 5"/>
          <p:cNvSpPr/>
          <p:nvPr userDrawn="1"/>
        </p:nvSpPr>
        <p:spPr>
          <a:xfrm>
            <a:off x="0" y="0"/>
            <a:ext cx="4572000" cy="51435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JM" b="0" i="0">
              <a:solidFill>
                <a:srgbClr val="F34F57"/>
              </a:solidFill>
              <a:latin typeface="Arial" charset="0"/>
            </a:endParaRPr>
          </a:p>
        </p:txBody>
      </p:sp>
      <p:sp>
        <p:nvSpPr>
          <p:cNvPr id="12" name="Rectangle 11"/>
          <p:cNvSpPr/>
          <p:nvPr userDrawn="1"/>
        </p:nvSpPr>
        <p:spPr>
          <a:xfrm>
            <a:off x="4572000" y="0"/>
            <a:ext cx="4572000" cy="5143500"/>
          </a:xfrm>
          <a:prstGeom prst="rect">
            <a:avLst/>
          </a:prstGeom>
          <a:solidFill>
            <a:srgbClr val="343E4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JM" b="0" i="0">
              <a:solidFill>
                <a:srgbClr val="F34F57"/>
              </a:solidFill>
              <a:latin typeface="Arial" charset="0"/>
            </a:endParaRPr>
          </a:p>
        </p:txBody>
      </p:sp>
      <p:sp>
        <p:nvSpPr>
          <p:cNvPr id="15" name="Picture Placeholder 17"/>
          <p:cNvSpPr>
            <a:spLocks noGrp="1" noChangeAspect="1"/>
          </p:cNvSpPr>
          <p:nvPr>
            <p:ph type="pic" sz="quarter" idx="23"/>
          </p:nvPr>
        </p:nvSpPr>
        <p:spPr>
          <a:xfrm>
            <a:off x="1600205" y="1280705"/>
            <a:ext cx="1187997" cy="890997"/>
          </a:xfrm>
          <a:prstGeom prst="ellipse">
            <a:avLst/>
          </a:prstGeom>
          <a:ln w="9525" cmpd="sng">
            <a:solidFill>
              <a:schemeClr val="bg1">
                <a:lumMod val="95000"/>
              </a:schemeClr>
            </a:solidFill>
          </a:ln>
        </p:spPr>
        <p:txBody>
          <a:bodyPr>
            <a:normAutofit/>
          </a:bodyPr>
          <a:lstStyle>
            <a:lvl1pPr marL="0" indent="0" algn="ctr">
              <a:buFontTx/>
              <a:buNone/>
              <a:defRPr sz="1100">
                <a:solidFill>
                  <a:schemeClr val="bg1"/>
                </a:solidFill>
              </a:defRPr>
            </a:lvl1pPr>
          </a:lstStyle>
          <a:p>
            <a:endParaRPr lang="en-JM"/>
          </a:p>
        </p:txBody>
      </p:sp>
      <p:sp>
        <p:nvSpPr>
          <p:cNvPr id="5" name="Picture Placeholder 17"/>
          <p:cNvSpPr>
            <a:spLocks noGrp="1" noChangeAspect="1"/>
          </p:cNvSpPr>
          <p:nvPr>
            <p:ph type="pic" sz="quarter" idx="24"/>
          </p:nvPr>
        </p:nvSpPr>
        <p:spPr>
          <a:xfrm>
            <a:off x="6172205" y="1280705"/>
            <a:ext cx="1187997" cy="890997"/>
          </a:xfrm>
          <a:prstGeom prst="ellipse">
            <a:avLst/>
          </a:prstGeom>
          <a:ln w="28575" cmpd="sng">
            <a:solidFill>
              <a:srgbClr val="FFFFFF"/>
            </a:solidFill>
          </a:ln>
        </p:spPr>
        <p:txBody>
          <a:bodyPr>
            <a:normAutofit/>
          </a:bodyPr>
          <a:lstStyle>
            <a:lvl1pPr marL="0" indent="0" algn="ctr">
              <a:buFontTx/>
              <a:buNone/>
              <a:defRPr sz="1100">
                <a:solidFill>
                  <a:schemeClr val="bg1"/>
                </a:solidFill>
              </a:defRPr>
            </a:lvl1pPr>
          </a:lstStyle>
          <a:p>
            <a:endParaRPr lang="en-JM"/>
          </a:p>
        </p:txBody>
      </p:sp>
    </p:spTree>
    <p:extLst>
      <p:ext uri="{BB962C8B-B14F-4D97-AF65-F5344CB8AC3E}">
        <p14:creationId xmlns:p14="http://schemas.microsoft.com/office/powerpoint/2010/main" val="332714554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14_Title and Content">
    <p:spTree>
      <p:nvGrpSpPr>
        <p:cNvPr id="1" name=""/>
        <p:cNvGrpSpPr/>
        <p:nvPr/>
      </p:nvGrpSpPr>
      <p:grpSpPr>
        <a:xfrm>
          <a:off x="0" y="0"/>
          <a:ext cx="0" cy="0"/>
          <a:chOff x="0" y="0"/>
          <a:chExt cx="0" cy="0"/>
        </a:xfrm>
      </p:grpSpPr>
      <p:sp>
        <p:nvSpPr>
          <p:cNvPr id="6" name="Title Placeholder 1"/>
          <p:cNvSpPr>
            <a:spLocks noGrp="1"/>
          </p:cNvSpPr>
          <p:nvPr>
            <p:ph type="title"/>
          </p:nvPr>
        </p:nvSpPr>
        <p:spPr>
          <a:xfrm>
            <a:off x="457200" y="342900"/>
            <a:ext cx="7620000" cy="857250"/>
          </a:xfrm>
          <a:prstGeom prst="rect">
            <a:avLst/>
          </a:prstGeom>
        </p:spPr>
        <p:txBody>
          <a:bodyPr vert="horz" lIns="91440" tIns="45720" rIns="91440" bIns="45720" rtlCol="0" anchor="ctr">
            <a:normAutofit/>
          </a:bodyPr>
          <a:lstStyle>
            <a:lvl1pPr>
              <a:defRPr>
                <a:solidFill>
                  <a:srgbClr val="343E48"/>
                </a:solidFill>
              </a:defRPr>
            </a:lvl1pPr>
          </a:lstStyle>
          <a:p>
            <a:r>
              <a:rPr lang="en-US"/>
              <a:t>Click to edit Master title style</a:t>
            </a:r>
            <a:endParaRPr lang="en-JM"/>
          </a:p>
        </p:txBody>
      </p:sp>
      <p:sp>
        <p:nvSpPr>
          <p:cNvPr id="8" name="Text Placeholder 17"/>
          <p:cNvSpPr>
            <a:spLocks noGrp="1"/>
          </p:cNvSpPr>
          <p:nvPr>
            <p:ph type="body" sz="quarter" idx="24"/>
          </p:nvPr>
        </p:nvSpPr>
        <p:spPr>
          <a:xfrm>
            <a:off x="457200" y="438150"/>
            <a:ext cx="5029200" cy="323850"/>
          </a:xfrm>
        </p:spPr>
        <p:txBody>
          <a:bodyPr>
            <a:noAutofit/>
          </a:bodyPr>
          <a:lstStyle>
            <a:lvl1pPr marL="0" indent="0" algn="l">
              <a:buFontTx/>
              <a:buNone/>
              <a:defRPr sz="900" b="0" i="0" kern="0" spc="300">
                <a:solidFill>
                  <a:srgbClr val="ED3645"/>
                </a:solidFill>
                <a:latin typeface="Lato Regular"/>
                <a:ea typeface="Arial" charset="0"/>
                <a:cs typeface="Lato Regular"/>
              </a:defRPr>
            </a:lvl1pPr>
            <a:lvl2pPr marL="457200" indent="0">
              <a:buFontTx/>
              <a:buNone/>
              <a:defRPr sz="1050">
                <a:latin typeface="Mission Gothic Regular" pitchFamily="50" charset="0"/>
              </a:defRPr>
            </a:lvl2pPr>
            <a:lvl3pPr marL="914400" indent="0">
              <a:buFontTx/>
              <a:buNone/>
              <a:defRPr sz="1050">
                <a:latin typeface="Mission Gothic Regular" pitchFamily="50" charset="0"/>
              </a:defRPr>
            </a:lvl3pPr>
            <a:lvl4pPr marL="1371600" indent="0">
              <a:buFontTx/>
              <a:buNone/>
              <a:defRPr sz="1050">
                <a:latin typeface="Mission Gothic Regular" pitchFamily="50" charset="0"/>
              </a:defRPr>
            </a:lvl4pPr>
            <a:lvl5pPr marL="1828800" indent="0">
              <a:buFontTx/>
              <a:buNone/>
              <a:defRPr sz="1050">
                <a:latin typeface="Mission Gothic Regular" pitchFamily="50" charset="0"/>
              </a:defRPr>
            </a:lvl5pPr>
          </a:lstStyle>
          <a:p>
            <a:pPr lvl="0"/>
            <a:endParaRPr lang="en-JM" dirty="0"/>
          </a:p>
        </p:txBody>
      </p:sp>
      <p:pic>
        <p:nvPicPr>
          <p:cNvPr id="11" name="Picture 10" descr="MacBook-Pro-mockup.png"/>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609600" y="1885950"/>
            <a:ext cx="4817160" cy="2245888"/>
          </a:xfrm>
          <a:prstGeom prst="rect">
            <a:avLst/>
          </a:prstGeom>
        </p:spPr>
      </p:pic>
      <p:sp>
        <p:nvSpPr>
          <p:cNvPr id="12" name="Picture Placeholder 2"/>
          <p:cNvSpPr>
            <a:spLocks noGrp="1"/>
          </p:cNvSpPr>
          <p:nvPr>
            <p:ph type="pic" sz="quarter" idx="13"/>
          </p:nvPr>
        </p:nvSpPr>
        <p:spPr>
          <a:xfrm>
            <a:off x="1258560" y="2050475"/>
            <a:ext cx="3528000" cy="1674000"/>
          </a:xfrm>
        </p:spPr>
        <p:txBody>
          <a:bodyPr>
            <a:normAutofit/>
          </a:bodyPr>
          <a:lstStyle>
            <a:lvl1pPr>
              <a:defRPr sz="1050">
                <a:solidFill>
                  <a:schemeClr val="bg1"/>
                </a:solidFill>
              </a:defRPr>
            </a:lvl1pPr>
          </a:lstStyle>
          <a:p>
            <a:endParaRPr lang="en-JM"/>
          </a:p>
        </p:txBody>
      </p:sp>
    </p:spTree>
    <p:extLst>
      <p:ext uri="{BB962C8B-B14F-4D97-AF65-F5344CB8AC3E}">
        <p14:creationId xmlns:p14="http://schemas.microsoft.com/office/powerpoint/2010/main" val="287727349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12_Title and Content">
    <p:spTree>
      <p:nvGrpSpPr>
        <p:cNvPr id="1" name=""/>
        <p:cNvGrpSpPr/>
        <p:nvPr/>
      </p:nvGrpSpPr>
      <p:grpSpPr>
        <a:xfrm>
          <a:off x="0" y="0"/>
          <a:ext cx="0" cy="0"/>
          <a:chOff x="0" y="0"/>
          <a:chExt cx="0" cy="0"/>
        </a:xfrm>
      </p:grpSpPr>
      <p:sp>
        <p:nvSpPr>
          <p:cNvPr id="8" name="Picture Placeholder 7"/>
          <p:cNvSpPr>
            <a:spLocks noGrp="1"/>
          </p:cNvSpPr>
          <p:nvPr>
            <p:ph type="pic" sz="quarter" idx="13"/>
          </p:nvPr>
        </p:nvSpPr>
        <p:spPr>
          <a:xfrm>
            <a:off x="0" y="0"/>
            <a:ext cx="9144000" cy="5162550"/>
          </a:xfrm>
        </p:spPr>
        <p:txBody>
          <a:bodyPr/>
          <a:lstStyle/>
          <a:p>
            <a:endParaRPr lang="en-JM"/>
          </a:p>
        </p:txBody>
      </p:sp>
    </p:spTree>
    <p:extLst>
      <p:ext uri="{BB962C8B-B14F-4D97-AF65-F5344CB8AC3E}">
        <p14:creationId xmlns:p14="http://schemas.microsoft.com/office/powerpoint/2010/main" val="132887410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32_Title and Content">
    <p:spTree>
      <p:nvGrpSpPr>
        <p:cNvPr id="1" name=""/>
        <p:cNvGrpSpPr/>
        <p:nvPr/>
      </p:nvGrpSpPr>
      <p:grpSpPr>
        <a:xfrm>
          <a:off x="0" y="0"/>
          <a:ext cx="0" cy="0"/>
          <a:chOff x="0" y="0"/>
          <a:chExt cx="0" cy="0"/>
        </a:xfrm>
      </p:grpSpPr>
      <p:sp>
        <p:nvSpPr>
          <p:cNvPr id="27" name="Ellipse 98"/>
          <p:cNvSpPr/>
          <p:nvPr userDrawn="1"/>
        </p:nvSpPr>
        <p:spPr bwMode="auto">
          <a:xfrm rot="10800000" flipV="1">
            <a:off x="639176" y="4408565"/>
            <a:ext cx="2286001" cy="220587"/>
          </a:xfrm>
          <a:prstGeom prst="ellipse">
            <a:avLst/>
          </a:prstGeom>
          <a:gradFill flip="none" rotWithShape="1">
            <a:gsLst>
              <a:gs pos="100000">
                <a:srgbClr val="FFFFFF">
                  <a:alpha val="0"/>
                </a:srgbClr>
              </a:gs>
              <a:gs pos="0">
                <a:schemeClr val="tx1">
                  <a:lumMod val="40000"/>
                  <a:lumOff val="60000"/>
                </a:schemeClr>
              </a:gs>
            </a:gsLst>
            <a:path path="shape">
              <a:fillToRect l="50000" t="50000" r="50000" b="50000"/>
            </a:path>
            <a:tileRect/>
          </a:gradFill>
          <a:ln w="9525" cap="flat" cmpd="sng" algn="ctr">
            <a:noFill/>
            <a:prstDash val="solid"/>
          </a:ln>
          <a:effectLst/>
        </p:spPr>
        <p:txBody>
          <a:bodyPr anchor="ctr"/>
          <a:lstStyle/>
          <a:p>
            <a:pPr algn="ctr" fontAlgn="auto">
              <a:spcBef>
                <a:spcPts val="0"/>
              </a:spcBef>
              <a:spcAft>
                <a:spcPts val="0"/>
              </a:spcAft>
              <a:defRPr/>
            </a:pPr>
            <a:endParaRPr lang="en-US" b="0" i="0">
              <a:solidFill>
                <a:srgbClr val="FFFFFF"/>
              </a:solidFill>
              <a:latin typeface="Arial" charset="0"/>
              <a:ea typeface="+mn-ea"/>
              <a:cs typeface="Arial" charset="0"/>
            </a:endParaRPr>
          </a:p>
        </p:txBody>
      </p:sp>
      <p:sp>
        <p:nvSpPr>
          <p:cNvPr id="28" name="Ellipse 98"/>
          <p:cNvSpPr/>
          <p:nvPr userDrawn="1"/>
        </p:nvSpPr>
        <p:spPr bwMode="auto">
          <a:xfrm rot="10800000" flipV="1">
            <a:off x="3077576" y="4398338"/>
            <a:ext cx="2362199" cy="220587"/>
          </a:xfrm>
          <a:prstGeom prst="ellipse">
            <a:avLst/>
          </a:prstGeom>
          <a:gradFill flip="none" rotWithShape="1">
            <a:gsLst>
              <a:gs pos="100000">
                <a:srgbClr val="FFFFFF">
                  <a:alpha val="0"/>
                </a:srgbClr>
              </a:gs>
              <a:gs pos="0">
                <a:schemeClr val="tx1">
                  <a:lumMod val="40000"/>
                  <a:lumOff val="60000"/>
                </a:schemeClr>
              </a:gs>
            </a:gsLst>
            <a:path path="shape">
              <a:fillToRect l="50000" t="50000" r="50000" b="50000"/>
            </a:path>
            <a:tileRect/>
          </a:gradFill>
          <a:ln w="9525" cap="flat" cmpd="sng" algn="ctr">
            <a:noFill/>
            <a:prstDash val="solid"/>
          </a:ln>
          <a:effectLst/>
        </p:spPr>
        <p:txBody>
          <a:bodyPr anchor="ctr"/>
          <a:lstStyle/>
          <a:p>
            <a:pPr algn="ctr" fontAlgn="auto">
              <a:spcBef>
                <a:spcPts val="0"/>
              </a:spcBef>
              <a:spcAft>
                <a:spcPts val="0"/>
              </a:spcAft>
              <a:defRPr/>
            </a:pPr>
            <a:endParaRPr lang="en-US" b="0" i="0">
              <a:solidFill>
                <a:srgbClr val="FFFFFF"/>
              </a:solidFill>
              <a:latin typeface="Arial" charset="0"/>
              <a:ea typeface="+mn-ea"/>
              <a:cs typeface="Arial" charset="0"/>
            </a:endParaRPr>
          </a:p>
        </p:txBody>
      </p:sp>
      <p:sp>
        <p:nvSpPr>
          <p:cNvPr id="29" name="Ellipse 98"/>
          <p:cNvSpPr/>
          <p:nvPr userDrawn="1"/>
        </p:nvSpPr>
        <p:spPr bwMode="auto">
          <a:xfrm rot="10800000" flipV="1">
            <a:off x="5668371" y="4398338"/>
            <a:ext cx="2286000" cy="220587"/>
          </a:xfrm>
          <a:prstGeom prst="ellipse">
            <a:avLst/>
          </a:prstGeom>
          <a:gradFill flip="none" rotWithShape="1">
            <a:gsLst>
              <a:gs pos="100000">
                <a:srgbClr val="FFFFFF">
                  <a:alpha val="0"/>
                </a:srgbClr>
              </a:gs>
              <a:gs pos="0">
                <a:schemeClr val="tx1">
                  <a:lumMod val="40000"/>
                  <a:lumOff val="60000"/>
                </a:schemeClr>
              </a:gs>
            </a:gsLst>
            <a:path path="shape">
              <a:fillToRect l="50000" t="50000" r="50000" b="50000"/>
            </a:path>
            <a:tileRect/>
          </a:gradFill>
          <a:ln w="9525" cap="flat" cmpd="sng" algn="ctr">
            <a:noFill/>
            <a:prstDash val="solid"/>
          </a:ln>
          <a:effectLst/>
        </p:spPr>
        <p:txBody>
          <a:bodyPr anchor="ctr"/>
          <a:lstStyle/>
          <a:p>
            <a:pPr algn="ctr" fontAlgn="auto">
              <a:spcBef>
                <a:spcPts val="0"/>
              </a:spcBef>
              <a:spcAft>
                <a:spcPts val="0"/>
              </a:spcAft>
              <a:defRPr/>
            </a:pPr>
            <a:endParaRPr lang="en-US" b="0" i="0">
              <a:solidFill>
                <a:srgbClr val="FFFFFF"/>
              </a:solidFill>
              <a:latin typeface="Arial" charset="0"/>
              <a:ea typeface="+mn-ea"/>
              <a:cs typeface="Arial" charset="0"/>
            </a:endParaRPr>
          </a:p>
        </p:txBody>
      </p:sp>
      <p:sp>
        <p:nvSpPr>
          <p:cNvPr id="10" name="Rectangle 9"/>
          <p:cNvSpPr/>
          <p:nvPr userDrawn="1"/>
        </p:nvSpPr>
        <p:spPr>
          <a:xfrm rot="16200000" flipH="1">
            <a:off x="1136447" y="2735686"/>
            <a:ext cx="1261308" cy="2314996"/>
          </a:xfrm>
          <a:prstGeom prst="rect">
            <a:avLst/>
          </a:prstGeom>
          <a:solidFill>
            <a:srgbClr val="343E4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JM" b="0" i="0">
              <a:latin typeface="Arial" charset="0"/>
              <a:cs typeface="Arial" charset="0"/>
            </a:endParaRPr>
          </a:p>
        </p:txBody>
      </p:sp>
      <p:sp>
        <p:nvSpPr>
          <p:cNvPr id="13" name="Rectangle 12"/>
          <p:cNvSpPr/>
          <p:nvPr userDrawn="1"/>
        </p:nvSpPr>
        <p:spPr>
          <a:xfrm rot="16200000" flipH="1">
            <a:off x="3651051" y="2730708"/>
            <a:ext cx="1261307" cy="2314996"/>
          </a:xfrm>
          <a:prstGeom prst="rect">
            <a:avLst/>
          </a:prstGeom>
          <a:solidFill>
            <a:srgbClr val="343E4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JM" b="0" i="0">
              <a:latin typeface="Arial" charset="0"/>
              <a:cs typeface="Arial" charset="0"/>
            </a:endParaRPr>
          </a:p>
        </p:txBody>
      </p:sp>
      <p:sp>
        <p:nvSpPr>
          <p:cNvPr id="16" name="Rectangle 15"/>
          <p:cNvSpPr/>
          <p:nvPr userDrawn="1"/>
        </p:nvSpPr>
        <p:spPr>
          <a:xfrm rot="16200000" flipH="1">
            <a:off x="6148862" y="2730709"/>
            <a:ext cx="1261308" cy="2314994"/>
          </a:xfrm>
          <a:prstGeom prst="rect">
            <a:avLst/>
          </a:prstGeom>
          <a:solidFill>
            <a:srgbClr val="343E4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JM" b="0" i="0">
              <a:latin typeface="Arial" charset="0"/>
              <a:cs typeface="Arial" charset="0"/>
            </a:endParaRPr>
          </a:p>
        </p:txBody>
      </p:sp>
      <p:sp>
        <p:nvSpPr>
          <p:cNvPr id="18" name="Text Placeholder 33"/>
          <p:cNvSpPr>
            <a:spLocks noGrp="1"/>
          </p:cNvSpPr>
          <p:nvPr>
            <p:ph type="body" sz="quarter" idx="16"/>
          </p:nvPr>
        </p:nvSpPr>
        <p:spPr>
          <a:xfrm>
            <a:off x="715372" y="3707770"/>
            <a:ext cx="2110248" cy="731053"/>
          </a:xfrm>
        </p:spPr>
        <p:txBody>
          <a:bodyPr>
            <a:noAutofit/>
          </a:bodyPr>
          <a:lstStyle>
            <a:lvl1pPr marL="0" indent="0" algn="ctr">
              <a:spcBef>
                <a:spcPts val="0"/>
              </a:spcBef>
              <a:buFontTx/>
              <a:buNone/>
              <a:defRPr sz="1100" b="0" i="0">
                <a:solidFill>
                  <a:srgbClr val="FFFFFF"/>
                </a:solidFill>
                <a:latin typeface="Arial" charset="0"/>
                <a:cs typeface="Arial" charset="0"/>
              </a:defRPr>
            </a:lvl1pPr>
            <a:lvl2pPr marL="457200" indent="0">
              <a:buFontTx/>
              <a:buNone/>
              <a:defRPr sz="1400">
                <a:solidFill>
                  <a:schemeClr val="tx1">
                    <a:lumMod val="65000"/>
                    <a:lumOff val="35000"/>
                  </a:schemeClr>
                </a:solidFill>
                <a:latin typeface="PT Sans" pitchFamily="34" charset="0"/>
              </a:defRPr>
            </a:lvl2pPr>
            <a:lvl3pPr marL="914400" indent="0">
              <a:buFontTx/>
              <a:buNone/>
              <a:defRPr sz="1400">
                <a:solidFill>
                  <a:schemeClr val="tx1">
                    <a:lumMod val="65000"/>
                    <a:lumOff val="35000"/>
                  </a:schemeClr>
                </a:solidFill>
                <a:latin typeface="PT Sans" pitchFamily="34" charset="0"/>
              </a:defRPr>
            </a:lvl3pPr>
            <a:lvl4pPr marL="1371600" indent="0">
              <a:buFontTx/>
              <a:buNone/>
              <a:defRPr sz="1400">
                <a:solidFill>
                  <a:schemeClr val="tx1">
                    <a:lumMod val="65000"/>
                    <a:lumOff val="35000"/>
                  </a:schemeClr>
                </a:solidFill>
                <a:latin typeface="PT Sans" pitchFamily="34" charset="0"/>
              </a:defRPr>
            </a:lvl4pPr>
            <a:lvl5pPr marL="1828800" indent="0">
              <a:buFontTx/>
              <a:buNone/>
              <a:defRPr sz="1400">
                <a:solidFill>
                  <a:schemeClr val="tx1">
                    <a:lumMod val="65000"/>
                    <a:lumOff val="35000"/>
                  </a:schemeClr>
                </a:solidFill>
                <a:latin typeface="PT Sans" pitchFamily="34" charset="0"/>
              </a:defRPr>
            </a:lvl5pPr>
          </a:lstStyle>
          <a:p>
            <a:pPr lvl="0"/>
            <a:endParaRPr lang="en-JM" dirty="0"/>
          </a:p>
        </p:txBody>
      </p:sp>
      <p:sp>
        <p:nvSpPr>
          <p:cNvPr id="19" name="Text Placeholder 33"/>
          <p:cNvSpPr>
            <a:spLocks noGrp="1"/>
          </p:cNvSpPr>
          <p:nvPr>
            <p:ph type="body" sz="quarter" idx="17"/>
          </p:nvPr>
        </p:nvSpPr>
        <p:spPr>
          <a:xfrm>
            <a:off x="3229972" y="3707770"/>
            <a:ext cx="2110248" cy="731053"/>
          </a:xfrm>
        </p:spPr>
        <p:txBody>
          <a:bodyPr>
            <a:noAutofit/>
          </a:bodyPr>
          <a:lstStyle>
            <a:lvl1pPr marL="0" indent="0" algn="ctr">
              <a:spcBef>
                <a:spcPts val="0"/>
              </a:spcBef>
              <a:buFontTx/>
              <a:buNone/>
              <a:defRPr sz="1100" b="0" i="0">
                <a:solidFill>
                  <a:srgbClr val="FFFFFF"/>
                </a:solidFill>
                <a:latin typeface="Arial" charset="0"/>
                <a:cs typeface="Arial" charset="0"/>
              </a:defRPr>
            </a:lvl1pPr>
            <a:lvl2pPr marL="457200" indent="0">
              <a:buFontTx/>
              <a:buNone/>
              <a:defRPr sz="1400">
                <a:solidFill>
                  <a:schemeClr val="tx1">
                    <a:lumMod val="65000"/>
                    <a:lumOff val="35000"/>
                  </a:schemeClr>
                </a:solidFill>
                <a:latin typeface="PT Sans" pitchFamily="34" charset="0"/>
              </a:defRPr>
            </a:lvl2pPr>
            <a:lvl3pPr marL="914400" indent="0">
              <a:buFontTx/>
              <a:buNone/>
              <a:defRPr sz="1400">
                <a:solidFill>
                  <a:schemeClr val="tx1">
                    <a:lumMod val="65000"/>
                    <a:lumOff val="35000"/>
                  </a:schemeClr>
                </a:solidFill>
                <a:latin typeface="PT Sans" pitchFamily="34" charset="0"/>
              </a:defRPr>
            </a:lvl3pPr>
            <a:lvl4pPr marL="1371600" indent="0">
              <a:buFontTx/>
              <a:buNone/>
              <a:defRPr sz="1400">
                <a:solidFill>
                  <a:schemeClr val="tx1">
                    <a:lumMod val="65000"/>
                    <a:lumOff val="35000"/>
                  </a:schemeClr>
                </a:solidFill>
                <a:latin typeface="PT Sans" pitchFamily="34" charset="0"/>
              </a:defRPr>
            </a:lvl4pPr>
            <a:lvl5pPr marL="1828800" indent="0">
              <a:buFontTx/>
              <a:buNone/>
              <a:defRPr sz="1400">
                <a:solidFill>
                  <a:schemeClr val="tx1">
                    <a:lumMod val="65000"/>
                    <a:lumOff val="35000"/>
                  </a:schemeClr>
                </a:solidFill>
                <a:latin typeface="PT Sans" pitchFamily="34" charset="0"/>
              </a:defRPr>
            </a:lvl5pPr>
          </a:lstStyle>
          <a:p>
            <a:pPr lvl="0"/>
            <a:endParaRPr lang="en-JM" dirty="0"/>
          </a:p>
        </p:txBody>
      </p:sp>
      <p:sp>
        <p:nvSpPr>
          <p:cNvPr id="20" name="Text Placeholder 33"/>
          <p:cNvSpPr>
            <a:spLocks noGrp="1"/>
          </p:cNvSpPr>
          <p:nvPr>
            <p:ph type="body" sz="quarter" idx="18"/>
          </p:nvPr>
        </p:nvSpPr>
        <p:spPr>
          <a:xfrm>
            <a:off x="5727787" y="3707770"/>
            <a:ext cx="2110248" cy="731053"/>
          </a:xfrm>
        </p:spPr>
        <p:txBody>
          <a:bodyPr>
            <a:noAutofit/>
          </a:bodyPr>
          <a:lstStyle>
            <a:lvl1pPr marL="0" indent="0" algn="ctr">
              <a:spcBef>
                <a:spcPts val="0"/>
              </a:spcBef>
              <a:buFontTx/>
              <a:buNone/>
              <a:defRPr sz="1100" b="0" i="0">
                <a:solidFill>
                  <a:srgbClr val="FFFFFF"/>
                </a:solidFill>
                <a:latin typeface="Arial" charset="0"/>
                <a:cs typeface="Arial" charset="0"/>
              </a:defRPr>
            </a:lvl1pPr>
            <a:lvl2pPr marL="457200" indent="0">
              <a:buFontTx/>
              <a:buNone/>
              <a:defRPr sz="1400">
                <a:solidFill>
                  <a:schemeClr val="tx1">
                    <a:lumMod val="65000"/>
                    <a:lumOff val="35000"/>
                  </a:schemeClr>
                </a:solidFill>
                <a:latin typeface="PT Sans" pitchFamily="34" charset="0"/>
              </a:defRPr>
            </a:lvl2pPr>
            <a:lvl3pPr marL="914400" indent="0">
              <a:buFontTx/>
              <a:buNone/>
              <a:defRPr sz="1400">
                <a:solidFill>
                  <a:schemeClr val="tx1">
                    <a:lumMod val="65000"/>
                    <a:lumOff val="35000"/>
                  </a:schemeClr>
                </a:solidFill>
                <a:latin typeface="PT Sans" pitchFamily="34" charset="0"/>
              </a:defRPr>
            </a:lvl3pPr>
            <a:lvl4pPr marL="1371600" indent="0">
              <a:buFontTx/>
              <a:buNone/>
              <a:defRPr sz="1400">
                <a:solidFill>
                  <a:schemeClr val="tx1">
                    <a:lumMod val="65000"/>
                    <a:lumOff val="35000"/>
                  </a:schemeClr>
                </a:solidFill>
                <a:latin typeface="PT Sans" pitchFamily="34" charset="0"/>
              </a:defRPr>
            </a:lvl4pPr>
            <a:lvl5pPr marL="1828800" indent="0">
              <a:buFontTx/>
              <a:buNone/>
              <a:defRPr sz="1400">
                <a:solidFill>
                  <a:schemeClr val="tx1">
                    <a:lumMod val="65000"/>
                    <a:lumOff val="35000"/>
                  </a:schemeClr>
                </a:solidFill>
                <a:latin typeface="PT Sans" pitchFamily="34" charset="0"/>
              </a:defRPr>
            </a:lvl5pPr>
          </a:lstStyle>
          <a:p>
            <a:pPr lvl="0"/>
            <a:endParaRPr lang="en-JM" dirty="0"/>
          </a:p>
        </p:txBody>
      </p:sp>
      <p:sp>
        <p:nvSpPr>
          <p:cNvPr id="21" name="Text Placeholder 37"/>
          <p:cNvSpPr>
            <a:spLocks noGrp="1"/>
          </p:cNvSpPr>
          <p:nvPr>
            <p:ph type="body" sz="quarter" idx="19"/>
          </p:nvPr>
        </p:nvSpPr>
        <p:spPr>
          <a:xfrm>
            <a:off x="685808" y="3389324"/>
            <a:ext cx="2138867" cy="258763"/>
          </a:xfrm>
        </p:spPr>
        <p:txBody>
          <a:bodyPr>
            <a:noAutofit/>
          </a:bodyPr>
          <a:lstStyle>
            <a:lvl1pPr marL="0" indent="0" algn="ctr">
              <a:spcBef>
                <a:spcPts val="0"/>
              </a:spcBef>
              <a:buNone/>
              <a:defRPr sz="1200" b="0" i="0">
                <a:solidFill>
                  <a:srgbClr val="FFFFFF"/>
                </a:solidFill>
                <a:latin typeface="Arial" charset="0"/>
                <a:ea typeface="Arial" charset="0"/>
                <a:cs typeface="Arial" charset="0"/>
              </a:defRPr>
            </a:lvl1pPr>
            <a:lvl2pPr>
              <a:defRPr>
                <a:latin typeface="Open Sans bold" pitchFamily="34" charset="0"/>
                <a:ea typeface="Open Sans bold" pitchFamily="34" charset="0"/>
                <a:cs typeface="Open Sans bold" pitchFamily="34" charset="0"/>
              </a:defRPr>
            </a:lvl2pPr>
            <a:lvl3pPr>
              <a:defRPr>
                <a:latin typeface="Open Sans bold" pitchFamily="34" charset="0"/>
                <a:ea typeface="Open Sans bold" pitchFamily="34" charset="0"/>
                <a:cs typeface="Open Sans bold" pitchFamily="34" charset="0"/>
              </a:defRPr>
            </a:lvl3pPr>
            <a:lvl4pPr>
              <a:defRPr>
                <a:latin typeface="Open Sans bold" pitchFamily="34" charset="0"/>
                <a:ea typeface="Open Sans bold" pitchFamily="34" charset="0"/>
                <a:cs typeface="Open Sans bold" pitchFamily="34" charset="0"/>
              </a:defRPr>
            </a:lvl4pPr>
            <a:lvl5pPr>
              <a:defRPr>
                <a:latin typeface="Open Sans bold" pitchFamily="34" charset="0"/>
                <a:ea typeface="Open Sans bold" pitchFamily="34" charset="0"/>
                <a:cs typeface="Open Sans bold" pitchFamily="34" charset="0"/>
              </a:defRPr>
            </a:lvl5pPr>
          </a:lstStyle>
          <a:p>
            <a:pPr lvl="0"/>
            <a:endParaRPr lang="en-JM" dirty="0"/>
          </a:p>
        </p:txBody>
      </p:sp>
      <p:sp>
        <p:nvSpPr>
          <p:cNvPr id="22" name="Text Placeholder 37"/>
          <p:cNvSpPr>
            <a:spLocks noGrp="1"/>
          </p:cNvSpPr>
          <p:nvPr>
            <p:ph type="body" sz="quarter" idx="20"/>
          </p:nvPr>
        </p:nvSpPr>
        <p:spPr>
          <a:xfrm>
            <a:off x="3215193" y="3371852"/>
            <a:ext cx="2138867" cy="258763"/>
          </a:xfrm>
        </p:spPr>
        <p:txBody>
          <a:bodyPr>
            <a:noAutofit/>
          </a:bodyPr>
          <a:lstStyle>
            <a:lvl1pPr marL="0" indent="0" algn="ctr">
              <a:spcBef>
                <a:spcPts val="0"/>
              </a:spcBef>
              <a:buNone/>
              <a:defRPr sz="1200" b="0" i="0">
                <a:solidFill>
                  <a:srgbClr val="FFFFFF"/>
                </a:solidFill>
                <a:latin typeface="Arial" charset="0"/>
                <a:ea typeface="Arial" charset="0"/>
                <a:cs typeface="Arial" charset="0"/>
              </a:defRPr>
            </a:lvl1pPr>
            <a:lvl2pPr>
              <a:defRPr>
                <a:latin typeface="Open Sans bold" pitchFamily="34" charset="0"/>
                <a:ea typeface="Open Sans bold" pitchFamily="34" charset="0"/>
                <a:cs typeface="Open Sans bold" pitchFamily="34" charset="0"/>
              </a:defRPr>
            </a:lvl2pPr>
            <a:lvl3pPr>
              <a:defRPr>
                <a:latin typeface="Open Sans bold" pitchFamily="34" charset="0"/>
                <a:ea typeface="Open Sans bold" pitchFamily="34" charset="0"/>
                <a:cs typeface="Open Sans bold" pitchFamily="34" charset="0"/>
              </a:defRPr>
            </a:lvl3pPr>
            <a:lvl4pPr>
              <a:defRPr>
                <a:latin typeface="Open Sans bold" pitchFamily="34" charset="0"/>
                <a:ea typeface="Open Sans bold" pitchFamily="34" charset="0"/>
                <a:cs typeface="Open Sans bold" pitchFamily="34" charset="0"/>
              </a:defRPr>
            </a:lvl4pPr>
            <a:lvl5pPr>
              <a:defRPr>
                <a:latin typeface="Open Sans bold" pitchFamily="34" charset="0"/>
                <a:ea typeface="Open Sans bold" pitchFamily="34" charset="0"/>
                <a:cs typeface="Open Sans bold" pitchFamily="34" charset="0"/>
              </a:defRPr>
            </a:lvl5pPr>
          </a:lstStyle>
          <a:p>
            <a:pPr lvl="0"/>
            <a:endParaRPr lang="en-JM" dirty="0"/>
          </a:p>
        </p:txBody>
      </p:sp>
      <p:sp>
        <p:nvSpPr>
          <p:cNvPr id="23" name="Text Placeholder 37"/>
          <p:cNvSpPr>
            <a:spLocks noGrp="1"/>
          </p:cNvSpPr>
          <p:nvPr>
            <p:ph type="body" sz="quarter" idx="21"/>
          </p:nvPr>
        </p:nvSpPr>
        <p:spPr>
          <a:xfrm>
            <a:off x="5727796" y="3371852"/>
            <a:ext cx="2138867" cy="258763"/>
          </a:xfrm>
        </p:spPr>
        <p:txBody>
          <a:bodyPr>
            <a:noAutofit/>
          </a:bodyPr>
          <a:lstStyle>
            <a:lvl1pPr marL="0" indent="0" algn="ctr">
              <a:spcBef>
                <a:spcPts val="0"/>
              </a:spcBef>
              <a:buNone/>
              <a:defRPr sz="1200" b="0" i="0">
                <a:solidFill>
                  <a:srgbClr val="FFFFFF"/>
                </a:solidFill>
                <a:latin typeface="Arial" charset="0"/>
                <a:ea typeface="Arial" charset="0"/>
                <a:cs typeface="Arial" charset="0"/>
              </a:defRPr>
            </a:lvl1pPr>
            <a:lvl2pPr>
              <a:defRPr>
                <a:latin typeface="Open Sans bold" pitchFamily="34" charset="0"/>
                <a:ea typeface="Open Sans bold" pitchFamily="34" charset="0"/>
                <a:cs typeface="Open Sans bold" pitchFamily="34" charset="0"/>
              </a:defRPr>
            </a:lvl2pPr>
            <a:lvl3pPr>
              <a:defRPr>
                <a:latin typeface="Open Sans bold" pitchFamily="34" charset="0"/>
                <a:ea typeface="Open Sans bold" pitchFamily="34" charset="0"/>
                <a:cs typeface="Open Sans bold" pitchFamily="34" charset="0"/>
              </a:defRPr>
            </a:lvl3pPr>
            <a:lvl4pPr>
              <a:defRPr>
                <a:latin typeface="Open Sans bold" pitchFamily="34" charset="0"/>
                <a:ea typeface="Open Sans bold" pitchFamily="34" charset="0"/>
                <a:cs typeface="Open Sans bold" pitchFamily="34" charset="0"/>
              </a:defRPr>
            </a:lvl4pPr>
            <a:lvl5pPr>
              <a:defRPr>
                <a:latin typeface="Open Sans bold" pitchFamily="34" charset="0"/>
                <a:ea typeface="Open Sans bold" pitchFamily="34" charset="0"/>
                <a:cs typeface="Open Sans bold" pitchFamily="34" charset="0"/>
              </a:defRPr>
            </a:lvl5pPr>
          </a:lstStyle>
          <a:p>
            <a:pPr lvl="0"/>
            <a:endParaRPr lang="en-JM" dirty="0"/>
          </a:p>
        </p:txBody>
      </p:sp>
      <p:sp>
        <p:nvSpPr>
          <p:cNvPr id="24" name="Picture Placeholder 28"/>
          <p:cNvSpPr>
            <a:spLocks noGrp="1"/>
          </p:cNvSpPr>
          <p:nvPr>
            <p:ph type="pic" sz="quarter" idx="13"/>
          </p:nvPr>
        </p:nvSpPr>
        <p:spPr>
          <a:xfrm>
            <a:off x="609606" y="1509930"/>
            <a:ext cx="2315571" cy="1752600"/>
          </a:xfrm>
        </p:spPr>
        <p:txBody>
          <a:bodyPr>
            <a:normAutofit/>
          </a:bodyPr>
          <a:lstStyle>
            <a:lvl1pPr marL="0" indent="0">
              <a:buFontTx/>
              <a:buNone/>
              <a:defRPr sz="1050" b="0" i="0">
                <a:solidFill>
                  <a:schemeClr val="tx1">
                    <a:lumMod val="65000"/>
                    <a:lumOff val="35000"/>
                  </a:schemeClr>
                </a:solidFill>
                <a:latin typeface="Arial" charset="0"/>
                <a:cs typeface="Arial" charset="0"/>
              </a:defRPr>
            </a:lvl1pPr>
          </a:lstStyle>
          <a:p>
            <a:endParaRPr lang="en-JM" dirty="0"/>
          </a:p>
        </p:txBody>
      </p:sp>
      <p:sp>
        <p:nvSpPr>
          <p:cNvPr id="25" name="Picture Placeholder 28"/>
          <p:cNvSpPr>
            <a:spLocks noGrp="1"/>
          </p:cNvSpPr>
          <p:nvPr>
            <p:ph type="pic" sz="quarter" idx="14"/>
          </p:nvPr>
        </p:nvSpPr>
        <p:spPr>
          <a:xfrm>
            <a:off x="3124206" y="1504950"/>
            <a:ext cx="2315571" cy="1752600"/>
          </a:xfrm>
        </p:spPr>
        <p:txBody>
          <a:bodyPr>
            <a:normAutofit/>
          </a:bodyPr>
          <a:lstStyle>
            <a:lvl1pPr marL="0" indent="0">
              <a:buFontTx/>
              <a:buNone/>
              <a:defRPr sz="1050" b="0" i="0">
                <a:solidFill>
                  <a:schemeClr val="tx1">
                    <a:lumMod val="65000"/>
                    <a:lumOff val="35000"/>
                  </a:schemeClr>
                </a:solidFill>
                <a:latin typeface="Arial" charset="0"/>
                <a:cs typeface="Arial" charset="0"/>
              </a:defRPr>
            </a:lvl1pPr>
          </a:lstStyle>
          <a:p>
            <a:endParaRPr lang="en-JM" dirty="0"/>
          </a:p>
        </p:txBody>
      </p:sp>
      <p:sp>
        <p:nvSpPr>
          <p:cNvPr id="26" name="Picture Placeholder 28"/>
          <p:cNvSpPr>
            <a:spLocks noGrp="1"/>
          </p:cNvSpPr>
          <p:nvPr>
            <p:ph type="pic" sz="quarter" idx="15"/>
          </p:nvPr>
        </p:nvSpPr>
        <p:spPr>
          <a:xfrm>
            <a:off x="5621400" y="1504950"/>
            <a:ext cx="2315571" cy="1752600"/>
          </a:xfrm>
        </p:spPr>
        <p:txBody>
          <a:bodyPr>
            <a:normAutofit/>
          </a:bodyPr>
          <a:lstStyle>
            <a:lvl1pPr marL="0" indent="0">
              <a:buFontTx/>
              <a:buNone/>
              <a:defRPr sz="1050" b="0" i="0">
                <a:solidFill>
                  <a:schemeClr val="tx1">
                    <a:lumMod val="65000"/>
                    <a:lumOff val="35000"/>
                  </a:schemeClr>
                </a:solidFill>
                <a:latin typeface="Arial" charset="0"/>
                <a:cs typeface="Arial" charset="0"/>
              </a:defRPr>
            </a:lvl1pPr>
          </a:lstStyle>
          <a:p>
            <a:endParaRPr lang="en-JM" dirty="0"/>
          </a:p>
        </p:txBody>
      </p:sp>
      <p:sp>
        <p:nvSpPr>
          <p:cNvPr id="30" name="Title Placeholder 1"/>
          <p:cNvSpPr>
            <a:spLocks noGrp="1"/>
          </p:cNvSpPr>
          <p:nvPr>
            <p:ph type="title"/>
          </p:nvPr>
        </p:nvSpPr>
        <p:spPr>
          <a:xfrm>
            <a:off x="457200" y="342900"/>
            <a:ext cx="7620000" cy="857250"/>
          </a:xfrm>
          <a:prstGeom prst="rect">
            <a:avLst/>
          </a:prstGeom>
        </p:spPr>
        <p:txBody>
          <a:bodyPr vert="horz" lIns="91440" tIns="45720" rIns="91440" bIns="45720" rtlCol="0" anchor="ctr">
            <a:normAutofit/>
          </a:bodyPr>
          <a:lstStyle>
            <a:lvl1pPr>
              <a:defRPr>
                <a:solidFill>
                  <a:srgbClr val="343E48"/>
                </a:solidFill>
              </a:defRPr>
            </a:lvl1pPr>
          </a:lstStyle>
          <a:p>
            <a:r>
              <a:rPr lang="en-US"/>
              <a:t>Click to edit Master title style</a:t>
            </a:r>
            <a:endParaRPr lang="en-JM"/>
          </a:p>
        </p:txBody>
      </p:sp>
      <p:sp>
        <p:nvSpPr>
          <p:cNvPr id="31" name="Text Placeholder 17"/>
          <p:cNvSpPr>
            <a:spLocks noGrp="1"/>
          </p:cNvSpPr>
          <p:nvPr>
            <p:ph type="body" sz="quarter" idx="24"/>
          </p:nvPr>
        </p:nvSpPr>
        <p:spPr>
          <a:xfrm>
            <a:off x="457200" y="438150"/>
            <a:ext cx="5029200" cy="323850"/>
          </a:xfrm>
        </p:spPr>
        <p:txBody>
          <a:bodyPr>
            <a:noAutofit/>
          </a:bodyPr>
          <a:lstStyle>
            <a:lvl1pPr marL="0" indent="0" algn="l">
              <a:buFontTx/>
              <a:buNone/>
              <a:defRPr sz="900" b="0" i="0" kern="0" spc="300">
                <a:solidFill>
                  <a:srgbClr val="ED3645"/>
                </a:solidFill>
                <a:latin typeface="Lato Regular"/>
                <a:ea typeface="Arial" charset="0"/>
                <a:cs typeface="Lato Regular"/>
              </a:defRPr>
            </a:lvl1pPr>
            <a:lvl2pPr marL="457200" indent="0">
              <a:buFontTx/>
              <a:buNone/>
              <a:defRPr sz="1050">
                <a:latin typeface="Mission Gothic Regular" pitchFamily="50" charset="0"/>
              </a:defRPr>
            </a:lvl2pPr>
            <a:lvl3pPr marL="914400" indent="0">
              <a:buFontTx/>
              <a:buNone/>
              <a:defRPr sz="1050">
                <a:latin typeface="Mission Gothic Regular" pitchFamily="50" charset="0"/>
              </a:defRPr>
            </a:lvl3pPr>
            <a:lvl4pPr marL="1371600" indent="0">
              <a:buFontTx/>
              <a:buNone/>
              <a:defRPr sz="1050">
                <a:latin typeface="Mission Gothic Regular" pitchFamily="50" charset="0"/>
              </a:defRPr>
            </a:lvl4pPr>
            <a:lvl5pPr marL="1828800" indent="0">
              <a:buFontTx/>
              <a:buNone/>
              <a:defRPr sz="1050">
                <a:latin typeface="Mission Gothic Regular" pitchFamily="50" charset="0"/>
              </a:defRPr>
            </a:lvl5pPr>
          </a:lstStyle>
          <a:p>
            <a:pPr lvl="0"/>
            <a:endParaRPr lang="en-JM" dirty="0"/>
          </a:p>
        </p:txBody>
      </p:sp>
    </p:spTree>
    <p:extLst>
      <p:ext uri="{BB962C8B-B14F-4D97-AF65-F5344CB8AC3E}">
        <p14:creationId xmlns:p14="http://schemas.microsoft.com/office/powerpoint/2010/main" val="44352714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10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876800" y="514350"/>
            <a:ext cx="3810000" cy="857250"/>
          </a:xfrm>
        </p:spPr>
        <p:txBody>
          <a:bodyPr>
            <a:noAutofit/>
          </a:bodyPr>
          <a:lstStyle>
            <a:lvl1pPr algn="l">
              <a:defRPr sz="2800">
                <a:solidFill>
                  <a:srgbClr val="343E48"/>
                </a:solidFill>
              </a:defRPr>
            </a:lvl1pPr>
          </a:lstStyle>
          <a:p>
            <a:r>
              <a:rPr lang="en-US"/>
              <a:t>Click to edit Master title style</a:t>
            </a:r>
            <a:endParaRPr lang="en-JM"/>
          </a:p>
        </p:txBody>
      </p:sp>
      <p:sp>
        <p:nvSpPr>
          <p:cNvPr id="8" name="Picture Placeholder 7"/>
          <p:cNvSpPr>
            <a:spLocks noGrp="1"/>
          </p:cNvSpPr>
          <p:nvPr>
            <p:ph type="pic" sz="quarter" idx="13"/>
          </p:nvPr>
        </p:nvSpPr>
        <p:spPr>
          <a:xfrm>
            <a:off x="0" y="0"/>
            <a:ext cx="4572000" cy="5143500"/>
          </a:xfrm>
        </p:spPr>
        <p:txBody>
          <a:bodyPr/>
          <a:lstStyle/>
          <a:p>
            <a:endParaRPr lang="en-JM"/>
          </a:p>
        </p:txBody>
      </p:sp>
      <p:sp>
        <p:nvSpPr>
          <p:cNvPr id="18" name="Text Placeholder 17"/>
          <p:cNvSpPr>
            <a:spLocks noGrp="1"/>
          </p:cNvSpPr>
          <p:nvPr>
            <p:ph type="body" sz="quarter" idx="15"/>
          </p:nvPr>
        </p:nvSpPr>
        <p:spPr>
          <a:xfrm>
            <a:off x="5029200" y="2041523"/>
            <a:ext cx="3505200" cy="990600"/>
          </a:xfrm>
        </p:spPr>
        <p:txBody>
          <a:bodyPr>
            <a:noAutofit/>
          </a:bodyPr>
          <a:lstStyle>
            <a:lvl1pPr marL="0" indent="0">
              <a:buFontTx/>
              <a:buNone/>
              <a:defRPr sz="900" b="0" i="0">
                <a:solidFill>
                  <a:srgbClr val="A6A6A6"/>
                </a:solidFill>
                <a:latin typeface="Arial" charset="0"/>
                <a:cs typeface="Arial" charset="0"/>
              </a:defRPr>
            </a:lvl1pPr>
            <a:lvl2pPr marL="457200" indent="0">
              <a:buFontTx/>
              <a:buNone/>
              <a:defRPr sz="1100"/>
            </a:lvl2pPr>
            <a:lvl3pPr marL="914400" indent="0">
              <a:buFontTx/>
              <a:buNone/>
              <a:defRPr sz="1100"/>
            </a:lvl3pPr>
            <a:lvl4pPr marL="1371600" indent="0">
              <a:buFontTx/>
              <a:buNone/>
              <a:defRPr sz="1100"/>
            </a:lvl4pPr>
            <a:lvl5pPr marL="1828800" indent="0">
              <a:buFontTx/>
              <a:buNone/>
              <a:defRPr sz="1100"/>
            </a:lvl5pPr>
          </a:lstStyle>
          <a:p>
            <a:pPr lvl="0"/>
            <a:endParaRPr lang="en-JM" dirty="0"/>
          </a:p>
        </p:txBody>
      </p:sp>
      <p:sp>
        <p:nvSpPr>
          <p:cNvPr id="20" name="Content Placeholder 19"/>
          <p:cNvSpPr>
            <a:spLocks noGrp="1"/>
          </p:cNvSpPr>
          <p:nvPr>
            <p:ph sz="quarter" idx="16"/>
          </p:nvPr>
        </p:nvSpPr>
        <p:spPr>
          <a:xfrm>
            <a:off x="5638800" y="3108328"/>
            <a:ext cx="2438400" cy="307975"/>
          </a:xfrm>
          <a:prstGeom prst="rect">
            <a:avLst/>
          </a:prstGeom>
          <a:noFill/>
        </p:spPr>
        <p:txBody>
          <a:bodyPr>
            <a:noAutofit/>
          </a:bodyPr>
          <a:lstStyle>
            <a:lvl1pPr marL="0" indent="0">
              <a:buFontTx/>
              <a:buNone/>
              <a:defRPr sz="900" b="0" i="0">
                <a:solidFill>
                  <a:srgbClr val="A6A6A6"/>
                </a:solidFill>
                <a:latin typeface="Arial" charset="0"/>
                <a:cs typeface="Arial" charset="0"/>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endParaRPr lang="en-JM" dirty="0"/>
          </a:p>
        </p:txBody>
      </p:sp>
      <p:sp>
        <p:nvSpPr>
          <p:cNvPr id="21" name="Content Placeholder 19"/>
          <p:cNvSpPr>
            <a:spLocks noGrp="1"/>
          </p:cNvSpPr>
          <p:nvPr>
            <p:ph sz="quarter" idx="17"/>
          </p:nvPr>
        </p:nvSpPr>
        <p:spPr>
          <a:xfrm>
            <a:off x="5638800" y="3562353"/>
            <a:ext cx="2438400" cy="465119"/>
          </a:xfrm>
          <a:prstGeom prst="rect">
            <a:avLst/>
          </a:prstGeom>
          <a:noFill/>
        </p:spPr>
        <p:txBody>
          <a:bodyPr>
            <a:noAutofit/>
          </a:bodyPr>
          <a:lstStyle>
            <a:lvl1pPr marL="0" indent="0">
              <a:buFontTx/>
              <a:buNone/>
              <a:defRPr sz="900" b="0" i="0">
                <a:solidFill>
                  <a:srgbClr val="A6A6A6"/>
                </a:solidFill>
                <a:latin typeface="Arial" charset="0"/>
                <a:cs typeface="Arial" charset="0"/>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endParaRPr lang="en-JM" dirty="0"/>
          </a:p>
        </p:txBody>
      </p:sp>
      <p:sp>
        <p:nvSpPr>
          <p:cNvPr id="23" name="Text Placeholder 22"/>
          <p:cNvSpPr>
            <a:spLocks noGrp="1"/>
          </p:cNvSpPr>
          <p:nvPr>
            <p:ph type="body" sz="quarter" idx="18"/>
          </p:nvPr>
        </p:nvSpPr>
        <p:spPr>
          <a:xfrm>
            <a:off x="5029200" y="1733555"/>
            <a:ext cx="3505200" cy="357187"/>
          </a:xfrm>
        </p:spPr>
        <p:txBody>
          <a:bodyPr>
            <a:noAutofit/>
          </a:bodyPr>
          <a:lstStyle>
            <a:lvl1pPr marL="0" indent="0">
              <a:buFontTx/>
              <a:buNone/>
              <a:defRPr sz="1100" b="0" i="0">
                <a:solidFill>
                  <a:srgbClr val="ED3645"/>
                </a:solidFill>
                <a:latin typeface="Lato Regular"/>
                <a:ea typeface="Arial" charset="0"/>
                <a:cs typeface="Lato Regular"/>
              </a:defRPr>
            </a:lvl1pPr>
            <a:lvl2pPr marL="457200" indent="0">
              <a:buFontTx/>
              <a:buNone/>
              <a:defRPr sz="1300">
                <a:latin typeface="Open Sans" pitchFamily="34" charset="0"/>
                <a:ea typeface="Open Sans" pitchFamily="34" charset="0"/>
                <a:cs typeface="Open Sans" pitchFamily="34" charset="0"/>
              </a:defRPr>
            </a:lvl2pPr>
            <a:lvl3pPr marL="914400" indent="0">
              <a:buFontTx/>
              <a:buNone/>
              <a:defRPr sz="1300">
                <a:latin typeface="Open Sans" pitchFamily="34" charset="0"/>
                <a:ea typeface="Open Sans" pitchFamily="34" charset="0"/>
                <a:cs typeface="Open Sans" pitchFamily="34" charset="0"/>
              </a:defRPr>
            </a:lvl3pPr>
            <a:lvl4pPr marL="1371600" indent="0">
              <a:buFontTx/>
              <a:buNone/>
              <a:defRPr sz="1300">
                <a:latin typeface="Open Sans" pitchFamily="34" charset="0"/>
                <a:ea typeface="Open Sans" pitchFamily="34" charset="0"/>
                <a:cs typeface="Open Sans" pitchFamily="34" charset="0"/>
              </a:defRPr>
            </a:lvl4pPr>
            <a:lvl5pPr marL="1828800" indent="0">
              <a:buFontTx/>
              <a:buNone/>
              <a:defRPr sz="1300">
                <a:latin typeface="Open Sans" pitchFamily="34" charset="0"/>
                <a:ea typeface="Open Sans" pitchFamily="34" charset="0"/>
                <a:cs typeface="Open Sans" pitchFamily="34" charset="0"/>
              </a:defRPr>
            </a:lvl5pPr>
          </a:lstStyle>
          <a:p>
            <a:pPr lvl="0"/>
            <a:endParaRPr lang="en-JM" dirty="0"/>
          </a:p>
        </p:txBody>
      </p:sp>
    </p:spTree>
    <p:extLst>
      <p:ext uri="{BB962C8B-B14F-4D97-AF65-F5344CB8AC3E}">
        <p14:creationId xmlns:p14="http://schemas.microsoft.com/office/powerpoint/2010/main" val="140702360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8_Title and Content">
    <p:spTree>
      <p:nvGrpSpPr>
        <p:cNvPr id="1" name=""/>
        <p:cNvGrpSpPr/>
        <p:nvPr/>
      </p:nvGrpSpPr>
      <p:grpSpPr>
        <a:xfrm>
          <a:off x="0" y="0"/>
          <a:ext cx="0" cy="0"/>
          <a:chOff x="0" y="0"/>
          <a:chExt cx="0" cy="0"/>
        </a:xfrm>
      </p:grpSpPr>
      <p:sp>
        <p:nvSpPr>
          <p:cNvPr id="7" name="Picture Placeholder 3"/>
          <p:cNvSpPr>
            <a:spLocks noGrp="1"/>
          </p:cNvSpPr>
          <p:nvPr>
            <p:ph type="pic" sz="quarter" idx="63"/>
          </p:nvPr>
        </p:nvSpPr>
        <p:spPr>
          <a:xfrm>
            <a:off x="0" y="1733550"/>
            <a:ext cx="4724400" cy="2895600"/>
          </a:xfrm>
        </p:spPr>
        <p:txBody>
          <a:bodyPr>
            <a:normAutofit/>
          </a:bodyPr>
          <a:lstStyle>
            <a:lvl1pPr>
              <a:defRPr sz="1400"/>
            </a:lvl1pPr>
          </a:lstStyle>
          <a:p>
            <a:endParaRPr lang="en-JM"/>
          </a:p>
        </p:txBody>
      </p:sp>
      <p:sp>
        <p:nvSpPr>
          <p:cNvPr id="8" name="Text Placeholder 5"/>
          <p:cNvSpPr>
            <a:spLocks noGrp="1"/>
          </p:cNvSpPr>
          <p:nvPr>
            <p:ph type="body" sz="quarter" idx="66"/>
          </p:nvPr>
        </p:nvSpPr>
        <p:spPr>
          <a:xfrm>
            <a:off x="5475297" y="2274270"/>
            <a:ext cx="2994025" cy="1219818"/>
          </a:xfrm>
        </p:spPr>
        <p:txBody>
          <a:bodyPr>
            <a:normAutofit/>
          </a:bodyPr>
          <a:lstStyle>
            <a:lvl1pPr marL="0" indent="0">
              <a:buFontTx/>
              <a:buNone/>
              <a:defRPr sz="900" b="0" i="0">
                <a:solidFill>
                  <a:srgbClr val="A6A6A6"/>
                </a:solidFill>
                <a:latin typeface="Arial" charset="0"/>
                <a:cs typeface="Arial" charset="0"/>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endParaRPr lang="en-JM" dirty="0"/>
          </a:p>
        </p:txBody>
      </p:sp>
      <p:sp>
        <p:nvSpPr>
          <p:cNvPr id="9" name="Text Placeholder 8"/>
          <p:cNvSpPr>
            <a:spLocks noGrp="1"/>
          </p:cNvSpPr>
          <p:nvPr>
            <p:ph type="body" sz="quarter" idx="67"/>
          </p:nvPr>
        </p:nvSpPr>
        <p:spPr>
          <a:xfrm>
            <a:off x="5965832" y="1916118"/>
            <a:ext cx="1730375" cy="358775"/>
          </a:xfrm>
        </p:spPr>
        <p:txBody>
          <a:bodyPr>
            <a:noAutofit/>
          </a:bodyPr>
          <a:lstStyle>
            <a:lvl1pPr marL="0" indent="0">
              <a:buFontTx/>
              <a:buNone/>
              <a:defRPr sz="1100">
                <a:solidFill>
                  <a:srgbClr val="ED3645"/>
                </a:solidFill>
                <a:latin typeface="Lato Regular"/>
                <a:cs typeface="Lato Regular"/>
              </a:defRPr>
            </a:lvl1pPr>
            <a:lvl2pPr marL="457200" indent="0">
              <a:buFontTx/>
              <a:buNone/>
              <a:defRPr sz="1400">
                <a:latin typeface="Franklin Gothic Medium" pitchFamily="34" charset="0"/>
              </a:defRPr>
            </a:lvl2pPr>
            <a:lvl3pPr marL="914400" indent="0">
              <a:buFontTx/>
              <a:buNone/>
              <a:defRPr sz="1400">
                <a:latin typeface="Franklin Gothic Medium" pitchFamily="34" charset="0"/>
              </a:defRPr>
            </a:lvl3pPr>
            <a:lvl4pPr marL="1371600" indent="0">
              <a:buFontTx/>
              <a:buNone/>
              <a:defRPr sz="1400">
                <a:latin typeface="Franklin Gothic Medium" pitchFamily="34" charset="0"/>
              </a:defRPr>
            </a:lvl4pPr>
            <a:lvl5pPr marL="1828800" indent="0">
              <a:buFontTx/>
              <a:buNone/>
              <a:defRPr sz="1400">
                <a:latin typeface="Franklin Gothic Medium" pitchFamily="34" charset="0"/>
              </a:defRPr>
            </a:lvl5pPr>
          </a:lstStyle>
          <a:p>
            <a:pPr lvl="0"/>
            <a:endParaRPr lang="en-JM"/>
          </a:p>
        </p:txBody>
      </p:sp>
      <p:sp>
        <p:nvSpPr>
          <p:cNvPr id="10" name="Title Placeholder 1"/>
          <p:cNvSpPr>
            <a:spLocks noGrp="1"/>
          </p:cNvSpPr>
          <p:nvPr>
            <p:ph type="title"/>
          </p:nvPr>
        </p:nvSpPr>
        <p:spPr>
          <a:xfrm>
            <a:off x="457200" y="342900"/>
            <a:ext cx="7620000" cy="857250"/>
          </a:xfrm>
          <a:prstGeom prst="rect">
            <a:avLst/>
          </a:prstGeom>
        </p:spPr>
        <p:txBody>
          <a:bodyPr vert="horz" lIns="91440" tIns="45720" rIns="91440" bIns="45720" rtlCol="0" anchor="ctr">
            <a:normAutofit/>
          </a:bodyPr>
          <a:lstStyle>
            <a:lvl1pPr>
              <a:defRPr>
                <a:solidFill>
                  <a:srgbClr val="343E48"/>
                </a:solidFill>
              </a:defRPr>
            </a:lvl1pPr>
          </a:lstStyle>
          <a:p>
            <a:r>
              <a:rPr lang="en-US"/>
              <a:t>Click to edit Master title style</a:t>
            </a:r>
            <a:endParaRPr lang="en-JM"/>
          </a:p>
        </p:txBody>
      </p:sp>
      <p:sp>
        <p:nvSpPr>
          <p:cNvPr id="12" name="Text Placeholder 17"/>
          <p:cNvSpPr>
            <a:spLocks noGrp="1"/>
          </p:cNvSpPr>
          <p:nvPr>
            <p:ph type="body" sz="quarter" idx="24"/>
          </p:nvPr>
        </p:nvSpPr>
        <p:spPr>
          <a:xfrm>
            <a:off x="457200" y="438150"/>
            <a:ext cx="5029200" cy="323850"/>
          </a:xfrm>
        </p:spPr>
        <p:txBody>
          <a:bodyPr>
            <a:noAutofit/>
          </a:bodyPr>
          <a:lstStyle>
            <a:lvl1pPr marL="0" indent="0" algn="l">
              <a:buFontTx/>
              <a:buNone/>
              <a:defRPr sz="900" b="0" i="0" kern="0" spc="300">
                <a:solidFill>
                  <a:srgbClr val="ED3645"/>
                </a:solidFill>
                <a:latin typeface="Lato Regular"/>
                <a:ea typeface="Arial" charset="0"/>
                <a:cs typeface="Lato Regular"/>
              </a:defRPr>
            </a:lvl1pPr>
            <a:lvl2pPr marL="457200" indent="0">
              <a:buFontTx/>
              <a:buNone/>
              <a:defRPr sz="1050">
                <a:latin typeface="Mission Gothic Regular" pitchFamily="50" charset="0"/>
              </a:defRPr>
            </a:lvl2pPr>
            <a:lvl3pPr marL="914400" indent="0">
              <a:buFontTx/>
              <a:buNone/>
              <a:defRPr sz="1050">
                <a:latin typeface="Mission Gothic Regular" pitchFamily="50" charset="0"/>
              </a:defRPr>
            </a:lvl3pPr>
            <a:lvl4pPr marL="1371600" indent="0">
              <a:buFontTx/>
              <a:buNone/>
              <a:defRPr sz="1050">
                <a:latin typeface="Mission Gothic Regular" pitchFamily="50" charset="0"/>
              </a:defRPr>
            </a:lvl4pPr>
            <a:lvl5pPr marL="1828800" indent="0">
              <a:buFontTx/>
              <a:buNone/>
              <a:defRPr sz="1050">
                <a:latin typeface="Mission Gothic Regular" pitchFamily="50" charset="0"/>
              </a:defRPr>
            </a:lvl5pPr>
          </a:lstStyle>
          <a:p>
            <a:pPr lvl="0"/>
            <a:endParaRPr lang="en-JM" dirty="0"/>
          </a:p>
        </p:txBody>
      </p:sp>
    </p:spTree>
    <p:extLst>
      <p:ext uri="{BB962C8B-B14F-4D97-AF65-F5344CB8AC3E}">
        <p14:creationId xmlns:p14="http://schemas.microsoft.com/office/powerpoint/2010/main" val="9813569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16_Title and Content">
    <p:spTree>
      <p:nvGrpSpPr>
        <p:cNvPr id="1" name=""/>
        <p:cNvGrpSpPr/>
        <p:nvPr/>
      </p:nvGrpSpPr>
      <p:grpSpPr>
        <a:xfrm>
          <a:off x="0" y="0"/>
          <a:ext cx="0" cy="0"/>
          <a:chOff x="0" y="0"/>
          <a:chExt cx="0" cy="0"/>
        </a:xfrm>
      </p:grpSpPr>
      <p:sp>
        <p:nvSpPr>
          <p:cNvPr id="7" name="Picture Placeholder 3"/>
          <p:cNvSpPr>
            <a:spLocks noGrp="1"/>
          </p:cNvSpPr>
          <p:nvPr>
            <p:ph type="pic" sz="quarter" idx="63"/>
          </p:nvPr>
        </p:nvSpPr>
        <p:spPr>
          <a:xfrm>
            <a:off x="0" y="1504950"/>
            <a:ext cx="9144000" cy="2133600"/>
          </a:xfrm>
        </p:spPr>
        <p:txBody>
          <a:bodyPr>
            <a:normAutofit/>
          </a:bodyPr>
          <a:lstStyle>
            <a:lvl1pPr>
              <a:defRPr sz="1400"/>
            </a:lvl1pPr>
          </a:lstStyle>
          <a:p>
            <a:endParaRPr lang="en-JM"/>
          </a:p>
        </p:txBody>
      </p:sp>
      <p:sp>
        <p:nvSpPr>
          <p:cNvPr id="5" name="Title Placeholder 1"/>
          <p:cNvSpPr>
            <a:spLocks noGrp="1"/>
          </p:cNvSpPr>
          <p:nvPr>
            <p:ph type="title"/>
          </p:nvPr>
        </p:nvSpPr>
        <p:spPr>
          <a:xfrm>
            <a:off x="457200" y="342900"/>
            <a:ext cx="7620000" cy="857250"/>
          </a:xfrm>
          <a:prstGeom prst="rect">
            <a:avLst/>
          </a:prstGeom>
        </p:spPr>
        <p:txBody>
          <a:bodyPr vert="horz" lIns="91440" tIns="45720" rIns="91440" bIns="45720" rtlCol="0" anchor="ctr">
            <a:normAutofit/>
          </a:bodyPr>
          <a:lstStyle>
            <a:lvl1pPr>
              <a:defRPr>
                <a:solidFill>
                  <a:srgbClr val="343E48"/>
                </a:solidFill>
              </a:defRPr>
            </a:lvl1pPr>
          </a:lstStyle>
          <a:p>
            <a:r>
              <a:rPr lang="en-US"/>
              <a:t>Click to edit Master title style</a:t>
            </a:r>
            <a:endParaRPr lang="en-JM"/>
          </a:p>
        </p:txBody>
      </p:sp>
      <p:sp>
        <p:nvSpPr>
          <p:cNvPr id="8" name="Text Placeholder 17"/>
          <p:cNvSpPr>
            <a:spLocks noGrp="1"/>
          </p:cNvSpPr>
          <p:nvPr>
            <p:ph type="body" sz="quarter" idx="24"/>
          </p:nvPr>
        </p:nvSpPr>
        <p:spPr>
          <a:xfrm>
            <a:off x="457200" y="438150"/>
            <a:ext cx="5029200" cy="323850"/>
          </a:xfrm>
        </p:spPr>
        <p:txBody>
          <a:bodyPr>
            <a:noAutofit/>
          </a:bodyPr>
          <a:lstStyle>
            <a:lvl1pPr marL="0" indent="0" algn="l">
              <a:buFontTx/>
              <a:buNone/>
              <a:defRPr sz="900" b="0" i="0" kern="0" spc="300">
                <a:solidFill>
                  <a:srgbClr val="ED3645"/>
                </a:solidFill>
                <a:latin typeface="Lato Regular"/>
                <a:ea typeface="Arial" charset="0"/>
                <a:cs typeface="Lato Regular"/>
              </a:defRPr>
            </a:lvl1pPr>
            <a:lvl2pPr marL="457200" indent="0">
              <a:buFontTx/>
              <a:buNone/>
              <a:defRPr sz="1050">
                <a:latin typeface="Mission Gothic Regular" pitchFamily="50" charset="0"/>
              </a:defRPr>
            </a:lvl2pPr>
            <a:lvl3pPr marL="914400" indent="0">
              <a:buFontTx/>
              <a:buNone/>
              <a:defRPr sz="1050">
                <a:latin typeface="Mission Gothic Regular" pitchFamily="50" charset="0"/>
              </a:defRPr>
            </a:lvl3pPr>
            <a:lvl4pPr marL="1371600" indent="0">
              <a:buFontTx/>
              <a:buNone/>
              <a:defRPr sz="1050">
                <a:latin typeface="Mission Gothic Regular" pitchFamily="50" charset="0"/>
              </a:defRPr>
            </a:lvl4pPr>
            <a:lvl5pPr marL="1828800" indent="0">
              <a:buFontTx/>
              <a:buNone/>
              <a:defRPr sz="1050">
                <a:latin typeface="Mission Gothic Regular" pitchFamily="50" charset="0"/>
              </a:defRPr>
            </a:lvl5pPr>
          </a:lstStyle>
          <a:p>
            <a:pPr lvl="0"/>
            <a:endParaRPr lang="en-JM" dirty="0"/>
          </a:p>
        </p:txBody>
      </p:sp>
    </p:spTree>
    <p:extLst>
      <p:ext uri="{BB962C8B-B14F-4D97-AF65-F5344CB8AC3E}">
        <p14:creationId xmlns:p14="http://schemas.microsoft.com/office/powerpoint/2010/main" val="4243209142"/>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1_Blank">
    <p:spTree>
      <p:nvGrpSpPr>
        <p:cNvPr id="1" name=""/>
        <p:cNvGrpSpPr/>
        <p:nvPr/>
      </p:nvGrpSpPr>
      <p:grpSpPr>
        <a:xfrm>
          <a:off x="0" y="0"/>
          <a:ext cx="0" cy="0"/>
          <a:chOff x="0" y="0"/>
          <a:chExt cx="0" cy="0"/>
        </a:xfrm>
      </p:grpSpPr>
      <p:sp>
        <p:nvSpPr>
          <p:cNvPr id="4" name="Rectangle 3"/>
          <p:cNvSpPr/>
          <p:nvPr userDrawn="1"/>
        </p:nvSpPr>
        <p:spPr>
          <a:xfrm>
            <a:off x="0" y="0"/>
            <a:ext cx="9144000" cy="5143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0" i="0">
              <a:latin typeface="Arial" charset="0"/>
            </a:endParaRPr>
          </a:p>
        </p:txBody>
      </p:sp>
      <p:pic>
        <p:nvPicPr>
          <p:cNvPr id="7" name="Picture 6" descr="01-iPad-Air-Mock-up.png"/>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244179" y="950310"/>
            <a:ext cx="2655651" cy="2800350"/>
          </a:xfrm>
          <a:prstGeom prst="rect">
            <a:avLst/>
          </a:prstGeom>
        </p:spPr>
      </p:pic>
      <p:sp>
        <p:nvSpPr>
          <p:cNvPr id="8" name="Picture Placeholder 6"/>
          <p:cNvSpPr>
            <a:spLocks noGrp="1"/>
          </p:cNvSpPr>
          <p:nvPr>
            <p:ph type="pic" sz="quarter" idx="13"/>
          </p:nvPr>
        </p:nvSpPr>
        <p:spPr>
          <a:xfrm>
            <a:off x="3476547" y="1350359"/>
            <a:ext cx="2190904" cy="2106000"/>
          </a:xfrm>
        </p:spPr>
        <p:txBody>
          <a:bodyPr/>
          <a:lstStyle/>
          <a:p>
            <a:endParaRPr lang="en-JM"/>
          </a:p>
        </p:txBody>
      </p:sp>
      <p:sp>
        <p:nvSpPr>
          <p:cNvPr id="9" name="Oval 8"/>
          <p:cNvSpPr/>
          <p:nvPr userDrawn="1"/>
        </p:nvSpPr>
        <p:spPr>
          <a:xfrm>
            <a:off x="8334300" y="537368"/>
            <a:ext cx="324000" cy="228600"/>
          </a:xfrm>
          <a:prstGeom prst="ellipse">
            <a:avLst/>
          </a:prstGeom>
          <a:solidFill>
            <a:srgbClr val="048B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b="0" i="0">
              <a:latin typeface="Arial" charset="0"/>
            </a:endParaRPr>
          </a:p>
        </p:txBody>
      </p:sp>
      <p:sp>
        <p:nvSpPr>
          <p:cNvPr id="10" name="Slide Number Placeholder 8"/>
          <p:cNvSpPr txBox="1">
            <a:spLocks/>
          </p:cNvSpPr>
          <p:nvPr userDrawn="1"/>
        </p:nvSpPr>
        <p:spPr>
          <a:xfrm>
            <a:off x="8305800" y="514353"/>
            <a:ext cx="381000" cy="274637"/>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16D9E213-597C-AF4D-9FA4-E6EB34EC18B6}" type="slidenum">
              <a:rPr lang="en-US" sz="800" smtClean="0">
                <a:solidFill>
                  <a:srgbClr val="FFFFFF"/>
                </a:solidFill>
                <a:latin typeface="Lato Light"/>
                <a:cs typeface="Lato Light"/>
              </a:rPr>
              <a:pPr algn="ctr"/>
              <a:t>‹#›</a:t>
            </a:fld>
            <a:endParaRPr lang="en-US" sz="900">
              <a:solidFill>
                <a:srgbClr val="FFFFFF"/>
              </a:solidFill>
              <a:latin typeface="Lato Light"/>
              <a:cs typeface="Lato Light"/>
            </a:endParaRPr>
          </a:p>
        </p:txBody>
      </p:sp>
    </p:spTree>
    <p:extLst>
      <p:ext uri="{BB962C8B-B14F-4D97-AF65-F5344CB8AC3E}">
        <p14:creationId xmlns:p14="http://schemas.microsoft.com/office/powerpoint/2010/main" val="1143295794"/>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6_Title and Content">
    <p:spTree>
      <p:nvGrpSpPr>
        <p:cNvPr id="1" name=""/>
        <p:cNvGrpSpPr/>
        <p:nvPr/>
      </p:nvGrpSpPr>
      <p:grpSpPr>
        <a:xfrm>
          <a:off x="0" y="0"/>
          <a:ext cx="0" cy="0"/>
          <a:chOff x="0" y="0"/>
          <a:chExt cx="0" cy="0"/>
        </a:xfrm>
      </p:grpSpPr>
      <p:sp>
        <p:nvSpPr>
          <p:cNvPr id="6" name="Title Placeholder 1"/>
          <p:cNvSpPr>
            <a:spLocks noGrp="1"/>
          </p:cNvSpPr>
          <p:nvPr>
            <p:ph type="title"/>
          </p:nvPr>
        </p:nvSpPr>
        <p:spPr>
          <a:xfrm>
            <a:off x="457200" y="342900"/>
            <a:ext cx="7620000" cy="857250"/>
          </a:xfrm>
          <a:prstGeom prst="rect">
            <a:avLst/>
          </a:prstGeom>
        </p:spPr>
        <p:txBody>
          <a:bodyPr vert="horz" lIns="91440" tIns="45720" rIns="91440" bIns="45720" rtlCol="0" anchor="ctr">
            <a:normAutofit/>
          </a:bodyPr>
          <a:lstStyle>
            <a:lvl1pPr>
              <a:defRPr>
                <a:solidFill>
                  <a:srgbClr val="343E48"/>
                </a:solidFill>
              </a:defRPr>
            </a:lvl1pPr>
          </a:lstStyle>
          <a:p>
            <a:r>
              <a:rPr lang="en-US"/>
              <a:t>Click to edit Master title style</a:t>
            </a:r>
            <a:endParaRPr lang="en-JM"/>
          </a:p>
        </p:txBody>
      </p:sp>
      <p:sp>
        <p:nvSpPr>
          <p:cNvPr id="10" name="Text Placeholder 17"/>
          <p:cNvSpPr>
            <a:spLocks noGrp="1"/>
          </p:cNvSpPr>
          <p:nvPr>
            <p:ph type="body" sz="quarter" idx="24"/>
          </p:nvPr>
        </p:nvSpPr>
        <p:spPr>
          <a:xfrm>
            <a:off x="457200" y="438150"/>
            <a:ext cx="5029200" cy="323850"/>
          </a:xfrm>
        </p:spPr>
        <p:txBody>
          <a:bodyPr>
            <a:noAutofit/>
          </a:bodyPr>
          <a:lstStyle>
            <a:lvl1pPr marL="0" indent="0" algn="l">
              <a:buFontTx/>
              <a:buNone/>
              <a:defRPr sz="900" b="0" i="0" kern="0" spc="300">
                <a:solidFill>
                  <a:srgbClr val="ED3645"/>
                </a:solidFill>
                <a:latin typeface="Lato Regular"/>
                <a:ea typeface="Arial" charset="0"/>
                <a:cs typeface="Lato Regular"/>
              </a:defRPr>
            </a:lvl1pPr>
            <a:lvl2pPr marL="457200" indent="0">
              <a:buFontTx/>
              <a:buNone/>
              <a:defRPr sz="1050">
                <a:latin typeface="Mission Gothic Regular" pitchFamily="50" charset="0"/>
              </a:defRPr>
            </a:lvl2pPr>
            <a:lvl3pPr marL="914400" indent="0">
              <a:buFontTx/>
              <a:buNone/>
              <a:defRPr sz="1050">
                <a:latin typeface="Mission Gothic Regular" pitchFamily="50" charset="0"/>
              </a:defRPr>
            </a:lvl3pPr>
            <a:lvl4pPr marL="1371600" indent="0">
              <a:buFontTx/>
              <a:buNone/>
              <a:defRPr sz="1050">
                <a:latin typeface="Mission Gothic Regular" pitchFamily="50" charset="0"/>
              </a:defRPr>
            </a:lvl4pPr>
            <a:lvl5pPr marL="1828800" indent="0">
              <a:buFontTx/>
              <a:buNone/>
              <a:defRPr sz="1050">
                <a:latin typeface="Mission Gothic Regular" pitchFamily="50" charset="0"/>
              </a:defRPr>
            </a:lvl5pPr>
          </a:lstStyle>
          <a:p>
            <a:pPr lvl="0"/>
            <a:endParaRPr lang="en-JM" dirty="0"/>
          </a:p>
        </p:txBody>
      </p:sp>
      <p:pic>
        <p:nvPicPr>
          <p:cNvPr id="11" name="Picture 10" descr="iMac-Cinema-Monitor-Style-Mock-up.png"/>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2362200" y="2286003"/>
            <a:ext cx="4267200" cy="2488997"/>
          </a:xfrm>
          <a:prstGeom prst="rect">
            <a:avLst/>
          </a:prstGeom>
        </p:spPr>
      </p:pic>
      <p:sp>
        <p:nvSpPr>
          <p:cNvPr id="12" name="Picture Placeholder 21"/>
          <p:cNvSpPr>
            <a:spLocks noGrp="1"/>
          </p:cNvSpPr>
          <p:nvPr>
            <p:ph type="pic" sz="quarter" idx="16"/>
          </p:nvPr>
        </p:nvSpPr>
        <p:spPr>
          <a:xfrm>
            <a:off x="2716924" y="2505696"/>
            <a:ext cx="3531476" cy="1655380"/>
          </a:xfrm>
        </p:spPr>
        <p:txBody>
          <a:bodyPr>
            <a:normAutofit/>
          </a:bodyPr>
          <a:lstStyle>
            <a:lvl1pPr marL="0" indent="0" algn="ctr">
              <a:buFontTx/>
              <a:buNone/>
              <a:defRPr sz="1200">
                <a:solidFill>
                  <a:schemeClr val="bg1">
                    <a:lumMod val="95000"/>
                  </a:schemeClr>
                </a:solidFill>
              </a:defRPr>
            </a:lvl1pPr>
          </a:lstStyle>
          <a:p>
            <a:endParaRPr lang="en-JM"/>
          </a:p>
        </p:txBody>
      </p:sp>
    </p:spTree>
    <p:extLst>
      <p:ext uri="{BB962C8B-B14F-4D97-AF65-F5344CB8AC3E}">
        <p14:creationId xmlns:p14="http://schemas.microsoft.com/office/powerpoint/2010/main" val="2147333871"/>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5_Title and Content">
    <p:spTree>
      <p:nvGrpSpPr>
        <p:cNvPr id="1" name=""/>
        <p:cNvGrpSpPr/>
        <p:nvPr/>
      </p:nvGrpSpPr>
      <p:grpSpPr>
        <a:xfrm>
          <a:off x="0" y="0"/>
          <a:ext cx="0" cy="0"/>
          <a:chOff x="0" y="0"/>
          <a:chExt cx="0" cy="0"/>
        </a:xfrm>
      </p:grpSpPr>
      <p:sp>
        <p:nvSpPr>
          <p:cNvPr id="4" name="Rectangle 3"/>
          <p:cNvSpPr/>
          <p:nvPr userDrawn="1"/>
        </p:nvSpPr>
        <p:spPr>
          <a:xfrm>
            <a:off x="0" y="0"/>
            <a:ext cx="9144000" cy="5143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0" i="0">
              <a:latin typeface="Arial" charset="0"/>
            </a:endParaRPr>
          </a:p>
        </p:txBody>
      </p:sp>
      <p:pic>
        <p:nvPicPr>
          <p:cNvPr id="8" name="Picture 7" descr="iPhone-5S-3-colors-Mock-up.png"/>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429005" y="1028703"/>
            <a:ext cx="2304029" cy="3444125"/>
          </a:xfrm>
          <a:prstGeom prst="rect">
            <a:avLst/>
          </a:prstGeom>
        </p:spPr>
      </p:pic>
      <p:sp>
        <p:nvSpPr>
          <p:cNvPr id="9" name="Picture Placeholder 19"/>
          <p:cNvSpPr>
            <a:spLocks noGrp="1"/>
          </p:cNvSpPr>
          <p:nvPr>
            <p:ph type="pic" sz="quarter" idx="64"/>
          </p:nvPr>
        </p:nvSpPr>
        <p:spPr>
          <a:xfrm>
            <a:off x="3675633" y="1595128"/>
            <a:ext cx="1758559" cy="2306198"/>
          </a:xfrm>
        </p:spPr>
        <p:txBody>
          <a:bodyPr/>
          <a:lstStyle/>
          <a:p>
            <a:endParaRPr lang="en-JM"/>
          </a:p>
        </p:txBody>
      </p:sp>
      <p:sp>
        <p:nvSpPr>
          <p:cNvPr id="10" name="Oval 9"/>
          <p:cNvSpPr/>
          <p:nvPr userDrawn="1"/>
        </p:nvSpPr>
        <p:spPr>
          <a:xfrm>
            <a:off x="8334300" y="537368"/>
            <a:ext cx="324000" cy="228600"/>
          </a:xfrm>
          <a:prstGeom prst="ellipse">
            <a:avLst/>
          </a:prstGeom>
          <a:solidFill>
            <a:srgbClr val="048B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b="0" i="0">
              <a:latin typeface="Arial" charset="0"/>
            </a:endParaRPr>
          </a:p>
        </p:txBody>
      </p:sp>
      <p:sp>
        <p:nvSpPr>
          <p:cNvPr id="11" name="Slide Number Placeholder 8"/>
          <p:cNvSpPr txBox="1">
            <a:spLocks/>
          </p:cNvSpPr>
          <p:nvPr userDrawn="1"/>
        </p:nvSpPr>
        <p:spPr>
          <a:xfrm>
            <a:off x="8305800" y="514353"/>
            <a:ext cx="381000" cy="274637"/>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16D9E213-597C-AF4D-9FA4-E6EB34EC18B6}" type="slidenum">
              <a:rPr lang="en-US" sz="800" smtClean="0">
                <a:solidFill>
                  <a:srgbClr val="FFFFFF"/>
                </a:solidFill>
                <a:latin typeface="Lato Light"/>
                <a:cs typeface="Lato Light"/>
              </a:rPr>
              <a:pPr algn="ctr"/>
              <a:t>‹#›</a:t>
            </a:fld>
            <a:endParaRPr lang="en-US" sz="900">
              <a:solidFill>
                <a:srgbClr val="FFFFFF"/>
              </a:solidFill>
              <a:latin typeface="Lato Light"/>
              <a:cs typeface="Lato Light"/>
            </a:endParaRPr>
          </a:p>
        </p:txBody>
      </p:sp>
    </p:spTree>
    <p:extLst>
      <p:ext uri="{BB962C8B-B14F-4D97-AF65-F5344CB8AC3E}">
        <p14:creationId xmlns:p14="http://schemas.microsoft.com/office/powerpoint/2010/main" val="1324071941"/>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11_Title and Content">
    <p:spTree>
      <p:nvGrpSpPr>
        <p:cNvPr id="1" name=""/>
        <p:cNvGrpSpPr/>
        <p:nvPr/>
      </p:nvGrpSpPr>
      <p:grpSpPr>
        <a:xfrm>
          <a:off x="0" y="0"/>
          <a:ext cx="0" cy="0"/>
          <a:chOff x="0" y="0"/>
          <a:chExt cx="0" cy="0"/>
        </a:xfrm>
      </p:grpSpPr>
      <p:sp>
        <p:nvSpPr>
          <p:cNvPr id="8" name="Title Placeholder 1"/>
          <p:cNvSpPr>
            <a:spLocks noGrp="1"/>
          </p:cNvSpPr>
          <p:nvPr>
            <p:ph type="title"/>
          </p:nvPr>
        </p:nvSpPr>
        <p:spPr>
          <a:xfrm>
            <a:off x="457200" y="342900"/>
            <a:ext cx="7620000" cy="857250"/>
          </a:xfrm>
          <a:prstGeom prst="rect">
            <a:avLst/>
          </a:prstGeom>
        </p:spPr>
        <p:txBody>
          <a:bodyPr vert="horz" lIns="91440" tIns="45720" rIns="91440" bIns="45720" rtlCol="0" anchor="ctr">
            <a:normAutofit/>
          </a:bodyPr>
          <a:lstStyle>
            <a:lvl1pPr>
              <a:defRPr>
                <a:solidFill>
                  <a:srgbClr val="343E48"/>
                </a:solidFill>
              </a:defRPr>
            </a:lvl1pPr>
          </a:lstStyle>
          <a:p>
            <a:r>
              <a:rPr lang="en-US"/>
              <a:t>Click to edit Master title style</a:t>
            </a:r>
            <a:endParaRPr lang="en-JM"/>
          </a:p>
        </p:txBody>
      </p:sp>
      <p:sp>
        <p:nvSpPr>
          <p:cNvPr id="10" name="Text Placeholder 17"/>
          <p:cNvSpPr>
            <a:spLocks noGrp="1"/>
          </p:cNvSpPr>
          <p:nvPr>
            <p:ph type="body" sz="quarter" idx="24"/>
          </p:nvPr>
        </p:nvSpPr>
        <p:spPr>
          <a:xfrm>
            <a:off x="457200" y="438150"/>
            <a:ext cx="5029200" cy="323850"/>
          </a:xfrm>
        </p:spPr>
        <p:txBody>
          <a:bodyPr>
            <a:noAutofit/>
          </a:bodyPr>
          <a:lstStyle>
            <a:lvl1pPr marL="0" indent="0" algn="l">
              <a:buFontTx/>
              <a:buNone/>
              <a:defRPr sz="900" b="0" i="0" kern="0" spc="300">
                <a:solidFill>
                  <a:srgbClr val="ED3645"/>
                </a:solidFill>
                <a:latin typeface="Lato Regular"/>
                <a:ea typeface="Arial" charset="0"/>
                <a:cs typeface="Lato Regular"/>
              </a:defRPr>
            </a:lvl1pPr>
            <a:lvl2pPr marL="457200" indent="0">
              <a:buFontTx/>
              <a:buNone/>
              <a:defRPr sz="1050">
                <a:latin typeface="Mission Gothic Regular" pitchFamily="50" charset="0"/>
              </a:defRPr>
            </a:lvl2pPr>
            <a:lvl3pPr marL="914400" indent="0">
              <a:buFontTx/>
              <a:buNone/>
              <a:defRPr sz="1050">
                <a:latin typeface="Mission Gothic Regular" pitchFamily="50" charset="0"/>
              </a:defRPr>
            </a:lvl3pPr>
            <a:lvl4pPr marL="1371600" indent="0">
              <a:buFontTx/>
              <a:buNone/>
              <a:defRPr sz="1050">
                <a:latin typeface="Mission Gothic Regular" pitchFamily="50" charset="0"/>
              </a:defRPr>
            </a:lvl4pPr>
            <a:lvl5pPr marL="1828800" indent="0">
              <a:buFontTx/>
              <a:buNone/>
              <a:defRPr sz="1050">
                <a:latin typeface="Mission Gothic Regular" pitchFamily="50" charset="0"/>
              </a:defRPr>
            </a:lvl5pPr>
          </a:lstStyle>
          <a:p>
            <a:pPr lvl="0"/>
            <a:endParaRPr lang="en-JM" dirty="0"/>
          </a:p>
        </p:txBody>
      </p:sp>
      <p:pic>
        <p:nvPicPr>
          <p:cNvPr id="11" name="Picture 10" descr="iPhone-5S-3-colors-Mock-up.png"/>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572000" y="1881124"/>
            <a:ext cx="1828800" cy="2733740"/>
          </a:xfrm>
          <a:prstGeom prst="rect">
            <a:avLst/>
          </a:prstGeom>
        </p:spPr>
      </p:pic>
      <p:sp>
        <p:nvSpPr>
          <p:cNvPr id="12" name="Picture Placeholder 19"/>
          <p:cNvSpPr>
            <a:spLocks noGrp="1"/>
          </p:cNvSpPr>
          <p:nvPr>
            <p:ph type="pic" sz="quarter" idx="64"/>
          </p:nvPr>
        </p:nvSpPr>
        <p:spPr>
          <a:xfrm>
            <a:off x="4776362" y="2457450"/>
            <a:ext cx="1395838" cy="1676400"/>
          </a:xfrm>
        </p:spPr>
        <p:txBody>
          <a:bodyPr/>
          <a:lstStyle/>
          <a:p>
            <a:endParaRPr lang="en-JM"/>
          </a:p>
        </p:txBody>
      </p:sp>
      <p:pic>
        <p:nvPicPr>
          <p:cNvPr id="13" name="Picture 12" descr="iPhone-5S-3-colors-Mock-up.png"/>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2743200" y="1881124"/>
            <a:ext cx="1828800" cy="2733740"/>
          </a:xfrm>
          <a:prstGeom prst="rect">
            <a:avLst/>
          </a:prstGeom>
        </p:spPr>
      </p:pic>
      <p:sp>
        <p:nvSpPr>
          <p:cNvPr id="17" name="Picture Placeholder 19"/>
          <p:cNvSpPr>
            <a:spLocks noGrp="1"/>
          </p:cNvSpPr>
          <p:nvPr>
            <p:ph type="pic" sz="quarter" idx="65"/>
          </p:nvPr>
        </p:nvSpPr>
        <p:spPr>
          <a:xfrm>
            <a:off x="2947562" y="2457450"/>
            <a:ext cx="1395838" cy="1676400"/>
          </a:xfrm>
        </p:spPr>
        <p:txBody>
          <a:bodyPr/>
          <a:lstStyle/>
          <a:p>
            <a:endParaRPr lang="en-JM"/>
          </a:p>
        </p:txBody>
      </p:sp>
    </p:spTree>
    <p:extLst>
      <p:ext uri="{BB962C8B-B14F-4D97-AF65-F5344CB8AC3E}">
        <p14:creationId xmlns:p14="http://schemas.microsoft.com/office/powerpoint/2010/main" val="543334680"/>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7_Title and Content">
    <p:spTree>
      <p:nvGrpSpPr>
        <p:cNvPr id="1" name=""/>
        <p:cNvGrpSpPr/>
        <p:nvPr/>
      </p:nvGrpSpPr>
      <p:grpSpPr>
        <a:xfrm>
          <a:off x="0" y="0"/>
          <a:ext cx="0" cy="0"/>
          <a:chOff x="0" y="0"/>
          <a:chExt cx="0" cy="0"/>
        </a:xfrm>
      </p:grpSpPr>
      <p:sp>
        <p:nvSpPr>
          <p:cNvPr id="21" name="Text Placeholder 18"/>
          <p:cNvSpPr>
            <a:spLocks noGrp="1"/>
          </p:cNvSpPr>
          <p:nvPr>
            <p:ph type="body" sz="quarter" idx="17"/>
          </p:nvPr>
        </p:nvSpPr>
        <p:spPr>
          <a:xfrm>
            <a:off x="5867400" y="1962150"/>
            <a:ext cx="1600200" cy="304800"/>
          </a:xfrm>
        </p:spPr>
        <p:txBody>
          <a:bodyPr>
            <a:noAutofit/>
          </a:bodyPr>
          <a:lstStyle>
            <a:lvl1pPr marL="0" indent="0" algn="l">
              <a:buFontTx/>
              <a:buNone/>
              <a:defRPr sz="1100" b="0" i="0">
                <a:solidFill>
                  <a:srgbClr val="ED3645"/>
                </a:solidFill>
                <a:latin typeface="Lato Regular"/>
                <a:ea typeface="Arial" charset="0"/>
                <a:cs typeface="Lato Regular"/>
              </a:defRPr>
            </a:lvl1pPr>
          </a:lstStyle>
          <a:p>
            <a:pPr lvl="0"/>
            <a:endParaRPr lang="en-JM" dirty="0"/>
          </a:p>
        </p:txBody>
      </p:sp>
      <p:sp>
        <p:nvSpPr>
          <p:cNvPr id="23" name="Text Placeholder 26"/>
          <p:cNvSpPr>
            <a:spLocks noGrp="1"/>
          </p:cNvSpPr>
          <p:nvPr>
            <p:ph type="body" sz="quarter" idx="19"/>
          </p:nvPr>
        </p:nvSpPr>
        <p:spPr>
          <a:xfrm>
            <a:off x="5867400" y="2190751"/>
            <a:ext cx="2643188" cy="533400"/>
          </a:xfrm>
        </p:spPr>
        <p:txBody>
          <a:bodyPr>
            <a:normAutofit/>
          </a:bodyPr>
          <a:lstStyle>
            <a:lvl1pPr marL="0" indent="0">
              <a:buFontTx/>
              <a:buNone/>
              <a:defRPr sz="1000" b="0" i="0">
                <a:solidFill>
                  <a:srgbClr val="A6A6A6"/>
                </a:solidFill>
                <a:latin typeface="Arial" charset="0"/>
                <a:cs typeface="Arial" charset="0"/>
              </a:defRPr>
            </a:lvl1pPr>
            <a:lvl2pPr marL="457200" indent="0">
              <a:buFontTx/>
              <a:buNone/>
              <a:defRPr sz="1100"/>
            </a:lvl2pPr>
            <a:lvl3pPr marL="914400" indent="0">
              <a:buFontTx/>
              <a:buNone/>
              <a:defRPr sz="1100"/>
            </a:lvl3pPr>
            <a:lvl4pPr marL="1371600" indent="0">
              <a:buFontTx/>
              <a:buNone/>
              <a:defRPr sz="1100"/>
            </a:lvl4pPr>
            <a:lvl5pPr marL="1828800" indent="0">
              <a:buFontTx/>
              <a:buNone/>
              <a:defRPr sz="1100"/>
            </a:lvl5pPr>
          </a:lstStyle>
          <a:p>
            <a:pPr lvl="0"/>
            <a:endParaRPr lang="en-JM" dirty="0"/>
          </a:p>
        </p:txBody>
      </p:sp>
      <p:sp>
        <p:nvSpPr>
          <p:cNvPr id="10" name="Text Placeholder 18"/>
          <p:cNvSpPr>
            <a:spLocks noGrp="1"/>
          </p:cNvSpPr>
          <p:nvPr>
            <p:ph type="body" sz="quarter" idx="21"/>
          </p:nvPr>
        </p:nvSpPr>
        <p:spPr>
          <a:xfrm>
            <a:off x="5867400" y="2876550"/>
            <a:ext cx="1600200" cy="304800"/>
          </a:xfrm>
        </p:spPr>
        <p:txBody>
          <a:bodyPr>
            <a:noAutofit/>
          </a:bodyPr>
          <a:lstStyle>
            <a:lvl1pPr marL="0" indent="0" algn="l">
              <a:buFontTx/>
              <a:buNone/>
              <a:defRPr sz="1100" b="0" i="0">
                <a:solidFill>
                  <a:srgbClr val="ED3645"/>
                </a:solidFill>
                <a:latin typeface="Lato Regular"/>
                <a:ea typeface="Arial" charset="0"/>
                <a:cs typeface="Lato Regular"/>
              </a:defRPr>
            </a:lvl1pPr>
          </a:lstStyle>
          <a:p>
            <a:pPr lvl="0"/>
            <a:endParaRPr lang="en-JM" dirty="0"/>
          </a:p>
        </p:txBody>
      </p:sp>
      <p:sp>
        <p:nvSpPr>
          <p:cNvPr id="11" name="Text Placeholder 26"/>
          <p:cNvSpPr>
            <a:spLocks noGrp="1"/>
          </p:cNvSpPr>
          <p:nvPr>
            <p:ph type="body" sz="quarter" idx="22"/>
          </p:nvPr>
        </p:nvSpPr>
        <p:spPr>
          <a:xfrm>
            <a:off x="5867400" y="3105151"/>
            <a:ext cx="2643188" cy="533400"/>
          </a:xfrm>
        </p:spPr>
        <p:txBody>
          <a:bodyPr>
            <a:normAutofit/>
          </a:bodyPr>
          <a:lstStyle>
            <a:lvl1pPr marL="0" indent="0">
              <a:buFontTx/>
              <a:buNone/>
              <a:defRPr sz="1000" b="0" i="0">
                <a:solidFill>
                  <a:srgbClr val="A6A6A6"/>
                </a:solidFill>
                <a:latin typeface="Arial" charset="0"/>
                <a:cs typeface="Arial" charset="0"/>
              </a:defRPr>
            </a:lvl1pPr>
            <a:lvl2pPr marL="457200" indent="0">
              <a:buFontTx/>
              <a:buNone/>
              <a:defRPr sz="1100"/>
            </a:lvl2pPr>
            <a:lvl3pPr marL="914400" indent="0">
              <a:buFontTx/>
              <a:buNone/>
              <a:defRPr sz="1100"/>
            </a:lvl3pPr>
            <a:lvl4pPr marL="1371600" indent="0">
              <a:buFontTx/>
              <a:buNone/>
              <a:defRPr sz="1100"/>
            </a:lvl4pPr>
            <a:lvl5pPr marL="1828800" indent="0">
              <a:buFontTx/>
              <a:buNone/>
              <a:defRPr sz="1100"/>
            </a:lvl5pPr>
          </a:lstStyle>
          <a:p>
            <a:pPr lvl="0"/>
            <a:endParaRPr lang="en-JM" dirty="0"/>
          </a:p>
        </p:txBody>
      </p:sp>
      <p:sp>
        <p:nvSpPr>
          <p:cNvPr id="12" name="Text Placeholder 18"/>
          <p:cNvSpPr>
            <a:spLocks noGrp="1"/>
          </p:cNvSpPr>
          <p:nvPr>
            <p:ph type="body" sz="quarter" idx="23"/>
          </p:nvPr>
        </p:nvSpPr>
        <p:spPr>
          <a:xfrm>
            <a:off x="5867400" y="3790950"/>
            <a:ext cx="1600200" cy="304800"/>
          </a:xfrm>
        </p:spPr>
        <p:txBody>
          <a:bodyPr>
            <a:noAutofit/>
          </a:bodyPr>
          <a:lstStyle>
            <a:lvl1pPr marL="0" indent="0" algn="l">
              <a:buFontTx/>
              <a:buNone/>
              <a:defRPr sz="1100" b="0" i="0">
                <a:solidFill>
                  <a:srgbClr val="ED3645"/>
                </a:solidFill>
                <a:latin typeface="Lato Regular"/>
                <a:ea typeface="Arial" charset="0"/>
                <a:cs typeface="Lato Regular"/>
              </a:defRPr>
            </a:lvl1pPr>
          </a:lstStyle>
          <a:p>
            <a:pPr lvl="0"/>
            <a:endParaRPr lang="en-JM" dirty="0"/>
          </a:p>
        </p:txBody>
      </p:sp>
      <p:sp>
        <p:nvSpPr>
          <p:cNvPr id="13" name="Text Placeholder 26"/>
          <p:cNvSpPr>
            <a:spLocks noGrp="1"/>
          </p:cNvSpPr>
          <p:nvPr>
            <p:ph type="body" sz="quarter" idx="24"/>
          </p:nvPr>
        </p:nvSpPr>
        <p:spPr>
          <a:xfrm>
            <a:off x="5867400" y="4019551"/>
            <a:ext cx="2643188" cy="533400"/>
          </a:xfrm>
        </p:spPr>
        <p:txBody>
          <a:bodyPr>
            <a:normAutofit/>
          </a:bodyPr>
          <a:lstStyle>
            <a:lvl1pPr marL="0" indent="0">
              <a:buFontTx/>
              <a:buNone/>
              <a:defRPr sz="1000" b="0" i="0">
                <a:solidFill>
                  <a:srgbClr val="A6A6A6"/>
                </a:solidFill>
                <a:latin typeface="Arial" charset="0"/>
                <a:cs typeface="Arial" charset="0"/>
              </a:defRPr>
            </a:lvl1pPr>
            <a:lvl2pPr marL="457200" indent="0">
              <a:buFontTx/>
              <a:buNone/>
              <a:defRPr sz="1100"/>
            </a:lvl2pPr>
            <a:lvl3pPr marL="914400" indent="0">
              <a:buFontTx/>
              <a:buNone/>
              <a:defRPr sz="1100"/>
            </a:lvl3pPr>
            <a:lvl4pPr marL="1371600" indent="0">
              <a:buFontTx/>
              <a:buNone/>
              <a:defRPr sz="1100"/>
            </a:lvl4pPr>
            <a:lvl5pPr marL="1828800" indent="0">
              <a:buFontTx/>
              <a:buNone/>
              <a:defRPr sz="1100"/>
            </a:lvl5pPr>
          </a:lstStyle>
          <a:p>
            <a:pPr lvl="0"/>
            <a:endParaRPr lang="en-JM" dirty="0"/>
          </a:p>
        </p:txBody>
      </p:sp>
      <p:sp>
        <p:nvSpPr>
          <p:cNvPr id="15" name="Title Placeholder 1"/>
          <p:cNvSpPr>
            <a:spLocks noGrp="1"/>
          </p:cNvSpPr>
          <p:nvPr>
            <p:ph type="title"/>
          </p:nvPr>
        </p:nvSpPr>
        <p:spPr>
          <a:xfrm>
            <a:off x="457200" y="342900"/>
            <a:ext cx="7620000" cy="857250"/>
          </a:xfrm>
          <a:prstGeom prst="rect">
            <a:avLst/>
          </a:prstGeom>
        </p:spPr>
        <p:txBody>
          <a:bodyPr vert="horz" lIns="91440" tIns="45720" rIns="91440" bIns="45720" rtlCol="0" anchor="ctr">
            <a:normAutofit/>
          </a:bodyPr>
          <a:lstStyle>
            <a:lvl1pPr>
              <a:defRPr>
                <a:solidFill>
                  <a:srgbClr val="343E48"/>
                </a:solidFill>
              </a:defRPr>
            </a:lvl1pPr>
          </a:lstStyle>
          <a:p>
            <a:r>
              <a:rPr lang="en-US"/>
              <a:t>Click to edit Master title style</a:t>
            </a:r>
            <a:endParaRPr lang="en-JM"/>
          </a:p>
        </p:txBody>
      </p:sp>
      <p:sp>
        <p:nvSpPr>
          <p:cNvPr id="14" name="Text Placeholder 17"/>
          <p:cNvSpPr>
            <a:spLocks noGrp="1"/>
          </p:cNvSpPr>
          <p:nvPr>
            <p:ph type="body" sz="quarter" idx="25"/>
          </p:nvPr>
        </p:nvSpPr>
        <p:spPr>
          <a:xfrm>
            <a:off x="457200" y="438150"/>
            <a:ext cx="5029200" cy="323850"/>
          </a:xfrm>
        </p:spPr>
        <p:txBody>
          <a:bodyPr>
            <a:noAutofit/>
          </a:bodyPr>
          <a:lstStyle>
            <a:lvl1pPr marL="0" indent="0" algn="l">
              <a:buFontTx/>
              <a:buNone/>
              <a:defRPr sz="900" b="0" i="0" kern="0" spc="300">
                <a:solidFill>
                  <a:srgbClr val="ED3645"/>
                </a:solidFill>
                <a:latin typeface="Lato Regular"/>
                <a:ea typeface="Arial" charset="0"/>
                <a:cs typeface="Lato Regular"/>
              </a:defRPr>
            </a:lvl1pPr>
            <a:lvl2pPr marL="457200" indent="0">
              <a:buFontTx/>
              <a:buNone/>
              <a:defRPr sz="1050">
                <a:latin typeface="Mission Gothic Regular" pitchFamily="50" charset="0"/>
              </a:defRPr>
            </a:lvl2pPr>
            <a:lvl3pPr marL="914400" indent="0">
              <a:buFontTx/>
              <a:buNone/>
              <a:defRPr sz="1050">
                <a:latin typeface="Mission Gothic Regular" pitchFamily="50" charset="0"/>
              </a:defRPr>
            </a:lvl3pPr>
            <a:lvl4pPr marL="1371600" indent="0">
              <a:buFontTx/>
              <a:buNone/>
              <a:defRPr sz="1050">
                <a:latin typeface="Mission Gothic Regular" pitchFamily="50" charset="0"/>
              </a:defRPr>
            </a:lvl4pPr>
            <a:lvl5pPr marL="1828800" indent="0">
              <a:buFontTx/>
              <a:buNone/>
              <a:defRPr sz="1050">
                <a:latin typeface="Mission Gothic Regular" pitchFamily="50" charset="0"/>
              </a:defRPr>
            </a:lvl5pPr>
          </a:lstStyle>
          <a:p>
            <a:pPr lvl="0"/>
            <a:endParaRPr lang="en-JM" dirty="0"/>
          </a:p>
        </p:txBody>
      </p:sp>
      <p:pic>
        <p:nvPicPr>
          <p:cNvPr id="18" name="Picture 17" descr="FireFox-Flat-Browser.pn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09605" y="2528889"/>
            <a:ext cx="4622459" cy="2614613"/>
          </a:xfrm>
          <a:prstGeom prst="rect">
            <a:avLst/>
          </a:prstGeom>
        </p:spPr>
      </p:pic>
      <p:sp>
        <p:nvSpPr>
          <p:cNvPr id="20" name="Picture Placeholder 6"/>
          <p:cNvSpPr>
            <a:spLocks noGrp="1"/>
          </p:cNvSpPr>
          <p:nvPr>
            <p:ph type="pic" sz="quarter" idx="20"/>
          </p:nvPr>
        </p:nvSpPr>
        <p:spPr>
          <a:xfrm>
            <a:off x="698400" y="2956725"/>
            <a:ext cx="4419600" cy="2171700"/>
          </a:xfrm>
        </p:spPr>
        <p:txBody>
          <a:bodyPr/>
          <a:lstStyle/>
          <a:p>
            <a:endParaRPr lang="en-JM"/>
          </a:p>
        </p:txBody>
      </p:sp>
    </p:spTree>
    <p:extLst>
      <p:ext uri="{BB962C8B-B14F-4D97-AF65-F5344CB8AC3E}">
        <p14:creationId xmlns:p14="http://schemas.microsoft.com/office/powerpoint/2010/main" val="1759885589"/>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7" name="Content Placeholder 37"/>
          <p:cNvSpPr>
            <a:spLocks noGrp="1"/>
          </p:cNvSpPr>
          <p:nvPr>
            <p:ph sz="quarter" idx="18"/>
          </p:nvPr>
        </p:nvSpPr>
        <p:spPr>
          <a:xfrm>
            <a:off x="2536203" y="1581150"/>
            <a:ext cx="1524000" cy="304800"/>
          </a:xfrm>
        </p:spPr>
        <p:txBody>
          <a:bodyPr>
            <a:noAutofit/>
          </a:bodyPr>
          <a:lstStyle>
            <a:lvl1pPr algn="ctr">
              <a:buNone/>
              <a:defRPr sz="1200" b="0" i="0">
                <a:solidFill>
                  <a:schemeClr val="tx1">
                    <a:lumMod val="50000"/>
                    <a:lumOff val="50000"/>
                  </a:schemeClr>
                </a:solidFill>
                <a:latin typeface="Arial" charset="0"/>
                <a:ea typeface="Arial" charset="0"/>
                <a:cs typeface="Arial" charset="0"/>
              </a:defRPr>
            </a:lvl1pPr>
            <a:lvl2pPr>
              <a:defRPr sz="1600"/>
            </a:lvl2pPr>
            <a:lvl3pPr>
              <a:defRPr sz="1600"/>
            </a:lvl3pPr>
            <a:lvl4pPr>
              <a:defRPr sz="1600"/>
            </a:lvl4pPr>
            <a:lvl5pPr algn="ctr">
              <a:buNone/>
              <a:defRPr sz="1600"/>
            </a:lvl5pPr>
          </a:lstStyle>
          <a:p>
            <a:pPr lvl="0"/>
            <a:endParaRPr lang="en-JM" dirty="0"/>
          </a:p>
        </p:txBody>
      </p:sp>
      <p:sp>
        <p:nvSpPr>
          <p:cNvPr id="8" name="Content Placeholder 37"/>
          <p:cNvSpPr>
            <a:spLocks noGrp="1"/>
          </p:cNvSpPr>
          <p:nvPr>
            <p:ph sz="quarter" idx="19"/>
          </p:nvPr>
        </p:nvSpPr>
        <p:spPr>
          <a:xfrm>
            <a:off x="4443222" y="1581150"/>
            <a:ext cx="1524000" cy="304800"/>
          </a:xfrm>
        </p:spPr>
        <p:txBody>
          <a:bodyPr>
            <a:noAutofit/>
          </a:bodyPr>
          <a:lstStyle>
            <a:lvl1pPr algn="ctr">
              <a:buNone/>
              <a:defRPr sz="1200" b="0" i="0">
                <a:solidFill>
                  <a:schemeClr val="tx1">
                    <a:lumMod val="50000"/>
                    <a:lumOff val="50000"/>
                  </a:schemeClr>
                </a:solidFill>
                <a:latin typeface="Arial" charset="0"/>
                <a:ea typeface="Arial" charset="0"/>
                <a:cs typeface="Arial" charset="0"/>
              </a:defRPr>
            </a:lvl1pPr>
            <a:lvl2pPr>
              <a:defRPr sz="1600"/>
            </a:lvl2pPr>
            <a:lvl3pPr>
              <a:defRPr sz="1600"/>
            </a:lvl3pPr>
            <a:lvl4pPr>
              <a:defRPr sz="1600"/>
            </a:lvl4pPr>
            <a:lvl5pPr algn="ctr">
              <a:buNone/>
              <a:defRPr sz="1600"/>
            </a:lvl5pPr>
          </a:lstStyle>
          <a:p>
            <a:pPr lvl="0"/>
            <a:endParaRPr lang="en-JM" dirty="0"/>
          </a:p>
        </p:txBody>
      </p:sp>
      <p:sp>
        <p:nvSpPr>
          <p:cNvPr id="9" name="Content Placeholder 37"/>
          <p:cNvSpPr>
            <a:spLocks noGrp="1"/>
          </p:cNvSpPr>
          <p:nvPr>
            <p:ph sz="quarter" idx="20"/>
          </p:nvPr>
        </p:nvSpPr>
        <p:spPr>
          <a:xfrm>
            <a:off x="6400800" y="1581150"/>
            <a:ext cx="1524000" cy="304800"/>
          </a:xfrm>
        </p:spPr>
        <p:txBody>
          <a:bodyPr>
            <a:noAutofit/>
          </a:bodyPr>
          <a:lstStyle>
            <a:lvl1pPr algn="ctr">
              <a:buNone/>
              <a:defRPr sz="1200" b="0" i="0">
                <a:solidFill>
                  <a:schemeClr val="tx1">
                    <a:lumMod val="50000"/>
                    <a:lumOff val="50000"/>
                  </a:schemeClr>
                </a:solidFill>
                <a:latin typeface="Arial" charset="0"/>
                <a:ea typeface="Arial" charset="0"/>
                <a:cs typeface="Arial" charset="0"/>
              </a:defRPr>
            </a:lvl1pPr>
            <a:lvl2pPr>
              <a:defRPr sz="1600"/>
            </a:lvl2pPr>
            <a:lvl3pPr>
              <a:defRPr sz="1600"/>
            </a:lvl3pPr>
            <a:lvl4pPr>
              <a:defRPr sz="1600"/>
            </a:lvl4pPr>
            <a:lvl5pPr algn="ctr">
              <a:buNone/>
              <a:defRPr sz="1600"/>
            </a:lvl5pPr>
          </a:lstStyle>
          <a:p>
            <a:pPr lvl="0"/>
            <a:endParaRPr lang="en-JM" dirty="0"/>
          </a:p>
        </p:txBody>
      </p:sp>
      <p:sp>
        <p:nvSpPr>
          <p:cNvPr id="10" name="Content Placeholder 37"/>
          <p:cNvSpPr>
            <a:spLocks noGrp="1"/>
          </p:cNvSpPr>
          <p:nvPr>
            <p:ph sz="quarter" idx="21"/>
          </p:nvPr>
        </p:nvSpPr>
        <p:spPr>
          <a:xfrm>
            <a:off x="609600" y="1581150"/>
            <a:ext cx="1524000" cy="304800"/>
          </a:xfrm>
        </p:spPr>
        <p:txBody>
          <a:bodyPr>
            <a:noAutofit/>
          </a:bodyPr>
          <a:lstStyle>
            <a:lvl1pPr algn="ctr">
              <a:buNone/>
              <a:defRPr sz="1200" b="0" i="0">
                <a:solidFill>
                  <a:schemeClr val="tx1">
                    <a:lumMod val="50000"/>
                    <a:lumOff val="50000"/>
                  </a:schemeClr>
                </a:solidFill>
                <a:latin typeface="Arial" charset="0"/>
                <a:ea typeface="Arial" charset="0"/>
                <a:cs typeface="Arial" charset="0"/>
              </a:defRPr>
            </a:lvl1pPr>
            <a:lvl2pPr>
              <a:defRPr sz="1600"/>
            </a:lvl2pPr>
            <a:lvl3pPr>
              <a:defRPr sz="1600"/>
            </a:lvl3pPr>
            <a:lvl4pPr>
              <a:defRPr sz="1600"/>
            </a:lvl4pPr>
            <a:lvl5pPr algn="ctr">
              <a:buNone/>
              <a:defRPr sz="1600"/>
            </a:lvl5pPr>
          </a:lstStyle>
          <a:p>
            <a:pPr lvl="0"/>
            <a:endParaRPr lang="en-JM" dirty="0"/>
          </a:p>
        </p:txBody>
      </p:sp>
      <p:sp>
        <p:nvSpPr>
          <p:cNvPr id="11" name="Picture Placeholder 28"/>
          <p:cNvSpPr>
            <a:spLocks noGrp="1"/>
          </p:cNvSpPr>
          <p:nvPr>
            <p:ph type="pic" sz="quarter" idx="50"/>
          </p:nvPr>
        </p:nvSpPr>
        <p:spPr>
          <a:xfrm>
            <a:off x="609605" y="2006529"/>
            <a:ext cx="1691997" cy="1268999"/>
          </a:xfrm>
          <a:prstGeom prst="ellipse">
            <a:avLst/>
          </a:prstGeom>
          <a:ln w="76200" cap="sq">
            <a:noFill/>
            <a:miter lim="800000"/>
          </a:ln>
          <a:effectLst/>
        </p:spPr>
        <p:txBody>
          <a:bodyPr>
            <a:normAutofit/>
          </a:bodyPr>
          <a:lstStyle>
            <a:lvl1pPr marL="0" indent="0" algn="ctr">
              <a:buFontTx/>
              <a:buNone/>
              <a:defRPr sz="1200" b="0" i="0">
                <a:solidFill>
                  <a:srgbClr val="17252F"/>
                </a:solidFill>
                <a:latin typeface="Arial" charset="0"/>
                <a:cs typeface="Arial" charset="0"/>
              </a:defRPr>
            </a:lvl1pPr>
          </a:lstStyle>
          <a:p>
            <a:endParaRPr lang="en-JM" dirty="0"/>
          </a:p>
        </p:txBody>
      </p:sp>
      <p:sp>
        <p:nvSpPr>
          <p:cNvPr id="12" name="Picture Placeholder 28"/>
          <p:cNvSpPr>
            <a:spLocks noGrp="1"/>
          </p:cNvSpPr>
          <p:nvPr>
            <p:ph type="pic" sz="quarter" idx="51"/>
          </p:nvPr>
        </p:nvSpPr>
        <p:spPr>
          <a:xfrm>
            <a:off x="2514605" y="2006530"/>
            <a:ext cx="1691997" cy="1268999"/>
          </a:xfrm>
          <a:prstGeom prst="ellipse">
            <a:avLst/>
          </a:prstGeom>
          <a:ln w="76200" cap="sq">
            <a:noFill/>
            <a:miter lim="800000"/>
          </a:ln>
          <a:effectLst/>
        </p:spPr>
        <p:txBody>
          <a:bodyPr>
            <a:normAutofit/>
          </a:bodyPr>
          <a:lstStyle>
            <a:lvl1pPr marL="0" indent="0" algn="ctr">
              <a:buFontTx/>
              <a:buNone/>
              <a:defRPr sz="1200" b="0" i="0">
                <a:solidFill>
                  <a:srgbClr val="17252F"/>
                </a:solidFill>
                <a:latin typeface="Arial" charset="0"/>
                <a:cs typeface="Arial" charset="0"/>
              </a:defRPr>
            </a:lvl1pPr>
          </a:lstStyle>
          <a:p>
            <a:endParaRPr lang="en-JM" dirty="0"/>
          </a:p>
        </p:txBody>
      </p:sp>
      <p:sp>
        <p:nvSpPr>
          <p:cNvPr id="13" name="Picture Placeholder 28"/>
          <p:cNvSpPr>
            <a:spLocks noGrp="1"/>
          </p:cNvSpPr>
          <p:nvPr>
            <p:ph type="pic" sz="quarter" idx="52"/>
          </p:nvPr>
        </p:nvSpPr>
        <p:spPr>
          <a:xfrm>
            <a:off x="4443227" y="2046154"/>
            <a:ext cx="1691997" cy="1268999"/>
          </a:xfrm>
          <a:prstGeom prst="ellipse">
            <a:avLst/>
          </a:prstGeom>
          <a:ln w="76200" cap="sq">
            <a:noFill/>
            <a:miter lim="800000"/>
          </a:ln>
          <a:effectLst/>
        </p:spPr>
        <p:txBody>
          <a:bodyPr>
            <a:normAutofit/>
          </a:bodyPr>
          <a:lstStyle>
            <a:lvl1pPr marL="0" indent="0" algn="ctr">
              <a:buFontTx/>
              <a:buNone/>
              <a:defRPr sz="1200" b="0" i="0">
                <a:solidFill>
                  <a:srgbClr val="17252F"/>
                </a:solidFill>
                <a:latin typeface="Arial" charset="0"/>
                <a:cs typeface="Arial" charset="0"/>
              </a:defRPr>
            </a:lvl1pPr>
          </a:lstStyle>
          <a:p>
            <a:endParaRPr lang="en-JM" dirty="0"/>
          </a:p>
        </p:txBody>
      </p:sp>
      <p:sp>
        <p:nvSpPr>
          <p:cNvPr id="14" name="Picture Placeholder 28"/>
          <p:cNvSpPr>
            <a:spLocks noGrp="1"/>
          </p:cNvSpPr>
          <p:nvPr>
            <p:ph type="pic" sz="quarter" idx="53"/>
          </p:nvPr>
        </p:nvSpPr>
        <p:spPr>
          <a:xfrm>
            <a:off x="6400805" y="2038534"/>
            <a:ext cx="1691997" cy="1268999"/>
          </a:xfrm>
          <a:prstGeom prst="ellipse">
            <a:avLst/>
          </a:prstGeom>
          <a:ln w="76200" cap="sq">
            <a:noFill/>
            <a:miter lim="800000"/>
          </a:ln>
          <a:effectLst/>
        </p:spPr>
        <p:txBody>
          <a:bodyPr>
            <a:normAutofit/>
          </a:bodyPr>
          <a:lstStyle>
            <a:lvl1pPr marL="0" indent="0" algn="ctr">
              <a:buFontTx/>
              <a:buNone/>
              <a:defRPr sz="1200" b="0" i="0">
                <a:solidFill>
                  <a:srgbClr val="17252F"/>
                </a:solidFill>
                <a:latin typeface="Arial" charset="0"/>
                <a:cs typeface="Arial" charset="0"/>
              </a:defRPr>
            </a:lvl1pPr>
          </a:lstStyle>
          <a:p>
            <a:endParaRPr lang="en-JM" dirty="0"/>
          </a:p>
        </p:txBody>
      </p:sp>
      <p:sp>
        <p:nvSpPr>
          <p:cNvPr id="19" name="Text Placeholder 7"/>
          <p:cNvSpPr>
            <a:spLocks noGrp="1"/>
          </p:cNvSpPr>
          <p:nvPr>
            <p:ph type="body" sz="quarter" idx="61"/>
          </p:nvPr>
        </p:nvSpPr>
        <p:spPr>
          <a:xfrm>
            <a:off x="2438400" y="3790950"/>
            <a:ext cx="1828800" cy="533400"/>
          </a:xfrm>
        </p:spPr>
        <p:txBody>
          <a:bodyPr>
            <a:noAutofit/>
          </a:bodyPr>
          <a:lstStyle>
            <a:lvl1pPr marL="0" indent="0" algn="ctr">
              <a:buFontTx/>
              <a:buNone/>
              <a:defRPr sz="1000" b="0" i="0">
                <a:solidFill>
                  <a:srgbClr val="A6A6A6"/>
                </a:solidFill>
                <a:latin typeface="Arial" charset="0"/>
                <a:cs typeface="Arial" charset="0"/>
              </a:defRPr>
            </a:lvl1pPr>
            <a:lvl2pPr marL="457200" indent="0">
              <a:buFontTx/>
              <a:buNone/>
              <a:defRPr sz="1200">
                <a:solidFill>
                  <a:schemeClr val="tx1">
                    <a:lumMod val="75000"/>
                    <a:lumOff val="25000"/>
                  </a:schemeClr>
                </a:solidFill>
              </a:defRPr>
            </a:lvl2pPr>
            <a:lvl3pPr marL="914400" indent="0">
              <a:buFontTx/>
              <a:buNone/>
              <a:defRPr sz="1200">
                <a:solidFill>
                  <a:schemeClr val="tx1">
                    <a:lumMod val="75000"/>
                    <a:lumOff val="25000"/>
                  </a:schemeClr>
                </a:solidFill>
              </a:defRPr>
            </a:lvl3pPr>
            <a:lvl4pPr marL="1371600" indent="0">
              <a:buFontTx/>
              <a:buNone/>
              <a:defRPr sz="1200">
                <a:solidFill>
                  <a:schemeClr val="tx1">
                    <a:lumMod val="75000"/>
                    <a:lumOff val="25000"/>
                  </a:schemeClr>
                </a:solidFill>
              </a:defRPr>
            </a:lvl4pPr>
            <a:lvl5pPr marL="1828800" indent="0">
              <a:buFontTx/>
              <a:buNone/>
              <a:defRPr sz="1200">
                <a:solidFill>
                  <a:schemeClr val="tx1">
                    <a:lumMod val="75000"/>
                    <a:lumOff val="25000"/>
                  </a:schemeClr>
                </a:solidFill>
              </a:defRPr>
            </a:lvl5pPr>
          </a:lstStyle>
          <a:p>
            <a:pPr lvl="0"/>
            <a:endParaRPr lang="en-JM" dirty="0"/>
          </a:p>
        </p:txBody>
      </p:sp>
      <p:sp>
        <p:nvSpPr>
          <p:cNvPr id="20" name="Text Placeholder 7"/>
          <p:cNvSpPr>
            <a:spLocks noGrp="1"/>
          </p:cNvSpPr>
          <p:nvPr>
            <p:ph type="body" sz="quarter" idx="62"/>
          </p:nvPr>
        </p:nvSpPr>
        <p:spPr>
          <a:xfrm>
            <a:off x="4419600" y="3790950"/>
            <a:ext cx="1828800" cy="533400"/>
          </a:xfrm>
        </p:spPr>
        <p:txBody>
          <a:bodyPr>
            <a:noAutofit/>
          </a:bodyPr>
          <a:lstStyle>
            <a:lvl1pPr marL="0" indent="0" algn="ctr">
              <a:buFontTx/>
              <a:buNone/>
              <a:defRPr sz="1000" b="0" i="0">
                <a:solidFill>
                  <a:srgbClr val="A6A6A6"/>
                </a:solidFill>
                <a:latin typeface="Arial" charset="0"/>
                <a:cs typeface="Arial" charset="0"/>
              </a:defRPr>
            </a:lvl1pPr>
            <a:lvl2pPr marL="457200" indent="0">
              <a:buFontTx/>
              <a:buNone/>
              <a:defRPr sz="1200">
                <a:solidFill>
                  <a:schemeClr val="tx1">
                    <a:lumMod val="75000"/>
                    <a:lumOff val="25000"/>
                  </a:schemeClr>
                </a:solidFill>
              </a:defRPr>
            </a:lvl2pPr>
            <a:lvl3pPr marL="914400" indent="0">
              <a:buFontTx/>
              <a:buNone/>
              <a:defRPr sz="1200">
                <a:solidFill>
                  <a:schemeClr val="tx1">
                    <a:lumMod val="75000"/>
                    <a:lumOff val="25000"/>
                  </a:schemeClr>
                </a:solidFill>
              </a:defRPr>
            </a:lvl3pPr>
            <a:lvl4pPr marL="1371600" indent="0">
              <a:buFontTx/>
              <a:buNone/>
              <a:defRPr sz="1200">
                <a:solidFill>
                  <a:schemeClr val="tx1">
                    <a:lumMod val="75000"/>
                    <a:lumOff val="25000"/>
                  </a:schemeClr>
                </a:solidFill>
              </a:defRPr>
            </a:lvl4pPr>
            <a:lvl5pPr marL="1828800" indent="0">
              <a:buFontTx/>
              <a:buNone/>
              <a:defRPr sz="1200">
                <a:solidFill>
                  <a:schemeClr val="tx1">
                    <a:lumMod val="75000"/>
                    <a:lumOff val="25000"/>
                  </a:schemeClr>
                </a:solidFill>
              </a:defRPr>
            </a:lvl5pPr>
          </a:lstStyle>
          <a:p>
            <a:pPr lvl="0"/>
            <a:endParaRPr lang="en-JM" dirty="0"/>
          </a:p>
        </p:txBody>
      </p:sp>
      <p:sp>
        <p:nvSpPr>
          <p:cNvPr id="21" name="Text Placeholder 7"/>
          <p:cNvSpPr>
            <a:spLocks noGrp="1"/>
          </p:cNvSpPr>
          <p:nvPr>
            <p:ph type="body" sz="quarter" idx="63"/>
          </p:nvPr>
        </p:nvSpPr>
        <p:spPr>
          <a:xfrm>
            <a:off x="6400800" y="3790950"/>
            <a:ext cx="1828800" cy="533400"/>
          </a:xfrm>
        </p:spPr>
        <p:txBody>
          <a:bodyPr>
            <a:noAutofit/>
          </a:bodyPr>
          <a:lstStyle>
            <a:lvl1pPr marL="0" indent="0" algn="ctr">
              <a:buFontTx/>
              <a:buNone/>
              <a:defRPr sz="1000" b="0" i="0">
                <a:solidFill>
                  <a:srgbClr val="A6A6A6"/>
                </a:solidFill>
                <a:latin typeface="Arial" charset="0"/>
                <a:cs typeface="Arial" charset="0"/>
              </a:defRPr>
            </a:lvl1pPr>
            <a:lvl2pPr marL="457200" indent="0">
              <a:buFontTx/>
              <a:buNone/>
              <a:defRPr sz="1200">
                <a:solidFill>
                  <a:schemeClr val="tx1">
                    <a:lumMod val="75000"/>
                    <a:lumOff val="25000"/>
                  </a:schemeClr>
                </a:solidFill>
              </a:defRPr>
            </a:lvl2pPr>
            <a:lvl3pPr marL="914400" indent="0">
              <a:buFontTx/>
              <a:buNone/>
              <a:defRPr sz="1200">
                <a:solidFill>
                  <a:schemeClr val="tx1">
                    <a:lumMod val="75000"/>
                    <a:lumOff val="25000"/>
                  </a:schemeClr>
                </a:solidFill>
              </a:defRPr>
            </a:lvl3pPr>
            <a:lvl4pPr marL="1371600" indent="0">
              <a:buFontTx/>
              <a:buNone/>
              <a:defRPr sz="1200">
                <a:solidFill>
                  <a:schemeClr val="tx1">
                    <a:lumMod val="75000"/>
                    <a:lumOff val="25000"/>
                  </a:schemeClr>
                </a:solidFill>
              </a:defRPr>
            </a:lvl4pPr>
            <a:lvl5pPr marL="1828800" indent="0">
              <a:buFontTx/>
              <a:buNone/>
              <a:defRPr sz="1200">
                <a:solidFill>
                  <a:schemeClr val="tx1">
                    <a:lumMod val="75000"/>
                    <a:lumOff val="25000"/>
                  </a:schemeClr>
                </a:solidFill>
              </a:defRPr>
            </a:lvl5pPr>
          </a:lstStyle>
          <a:p>
            <a:pPr lvl="0"/>
            <a:endParaRPr lang="en-JM" dirty="0"/>
          </a:p>
        </p:txBody>
      </p:sp>
      <p:sp>
        <p:nvSpPr>
          <p:cNvPr id="22" name="Text Placeholder 7"/>
          <p:cNvSpPr>
            <a:spLocks noGrp="1"/>
          </p:cNvSpPr>
          <p:nvPr>
            <p:ph type="body" sz="quarter" idx="64"/>
          </p:nvPr>
        </p:nvSpPr>
        <p:spPr>
          <a:xfrm>
            <a:off x="381000" y="3790950"/>
            <a:ext cx="1828800" cy="533400"/>
          </a:xfrm>
        </p:spPr>
        <p:txBody>
          <a:bodyPr>
            <a:noAutofit/>
          </a:bodyPr>
          <a:lstStyle>
            <a:lvl1pPr marL="0" indent="0" algn="ctr">
              <a:buFontTx/>
              <a:buNone/>
              <a:defRPr sz="1000" b="0" i="0">
                <a:solidFill>
                  <a:srgbClr val="A6A6A6"/>
                </a:solidFill>
                <a:latin typeface="Arial" charset="0"/>
                <a:cs typeface="Arial" charset="0"/>
              </a:defRPr>
            </a:lvl1pPr>
            <a:lvl2pPr marL="457200" indent="0">
              <a:buFontTx/>
              <a:buNone/>
              <a:defRPr sz="1200">
                <a:solidFill>
                  <a:schemeClr val="tx1">
                    <a:lumMod val="75000"/>
                    <a:lumOff val="25000"/>
                  </a:schemeClr>
                </a:solidFill>
              </a:defRPr>
            </a:lvl2pPr>
            <a:lvl3pPr marL="914400" indent="0">
              <a:buFontTx/>
              <a:buNone/>
              <a:defRPr sz="1200">
                <a:solidFill>
                  <a:schemeClr val="tx1">
                    <a:lumMod val="75000"/>
                    <a:lumOff val="25000"/>
                  </a:schemeClr>
                </a:solidFill>
              </a:defRPr>
            </a:lvl3pPr>
            <a:lvl4pPr marL="1371600" indent="0">
              <a:buFontTx/>
              <a:buNone/>
              <a:defRPr sz="1200">
                <a:solidFill>
                  <a:schemeClr val="tx1">
                    <a:lumMod val="75000"/>
                    <a:lumOff val="25000"/>
                  </a:schemeClr>
                </a:solidFill>
              </a:defRPr>
            </a:lvl4pPr>
            <a:lvl5pPr marL="1828800" indent="0">
              <a:buFontTx/>
              <a:buNone/>
              <a:defRPr sz="1200">
                <a:solidFill>
                  <a:schemeClr val="tx1">
                    <a:lumMod val="75000"/>
                    <a:lumOff val="25000"/>
                  </a:schemeClr>
                </a:solidFill>
              </a:defRPr>
            </a:lvl5pPr>
          </a:lstStyle>
          <a:p>
            <a:pPr lvl="0"/>
            <a:endParaRPr lang="en-JM" dirty="0"/>
          </a:p>
        </p:txBody>
      </p:sp>
      <p:sp>
        <p:nvSpPr>
          <p:cNvPr id="16" name="Title Placeholder 1"/>
          <p:cNvSpPr>
            <a:spLocks noGrp="1"/>
          </p:cNvSpPr>
          <p:nvPr>
            <p:ph type="title"/>
          </p:nvPr>
        </p:nvSpPr>
        <p:spPr>
          <a:xfrm>
            <a:off x="457200" y="342900"/>
            <a:ext cx="7620000" cy="857250"/>
          </a:xfrm>
          <a:prstGeom prst="rect">
            <a:avLst/>
          </a:prstGeom>
        </p:spPr>
        <p:txBody>
          <a:bodyPr vert="horz" lIns="91440" tIns="45720" rIns="91440" bIns="45720" rtlCol="0" anchor="ctr">
            <a:normAutofit/>
          </a:bodyPr>
          <a:lstStyle>
            <a:lvl1pPr>
              <a:defRPr>
                <a:solidFill>
                  <a:srgbClr val="343E48"/>
                </a:solidFill>
              </a:defRPr>
            </a:lvl1pPr>
          </a:lstStyle>
          <a:p>
            <a:r>
              <a:rPr lang="en-US"/>
              <a:t>Click to edit Master title style</a:t>
            </a:r>
            <a:endParaRPr lang="en-JM"/>
          </a:p>
        </p:txBody>
      </p:sp>
      <p:sp>
        <p:nvSpPr>
          <p:cNvPr id="18" name="Text Placeholder 17"/>
          <p:cNvSpPr>
            <a:spLocks noGrp="1"/>
          </p:cNvSpPr>
          <p:nvPr>
            <p:ph type="body" sz="quarter" idx="24"/>
          </p:nvPr>
        </p:nvSpPr>
        <p:spPr>
          <a:xfrm>
            <a:off x="457200" y="438150"/>
            <a:ext cx="5029200" cy="323850"/>
          </a:xfrm>
        </p:spPr>
        <p:txBody>
          <a:bodyPr>
            <a:noAutofit/>
          </a:bodyPr>
          <a:lstStyle>
            <a:lvl1pPr marL="0" indent="0" algn="l">
              <a:buFontTx/>
              <a:buNone/>
              <a:defRPr sz="900" b="0" i="0" kern="0" spc="300">
                <a:solidFill>
                  <a:srgbClr val="ED3645"/>
                </a:solidFill>
                <a:latin typeface="Lato Regular"/>
                <a:ea typeface="Arial" charset="0"/>
                <a:cs typeface="Lato Regular"/>
              </a:defRPr>
            </a:lvl1pPr>
            <a:lvl2pPr marL="457200" indent="0">
              <a:buFontTx/>
              <a:buNone/>
              <a:defRPr sz="1050">
                <a:latin typeface="Mission Gothic Regular" pitchFamily="50" charset="0"/>
              </a:defRPr>
            </a:lvl2pPr>
            <a:lvl3pPr marL="914400" indent="0">
              <a:buFontTx/>
              <a:buNone/>
              <a:defRPr sz="1050">
                <a:latin typeface="Mission Gothic Regular" pitchFamily="50" charset="0"/>
              </a:defRPr>
            </a:lvl3pPr>
            <a:lvl4pPr marL="1371600" indent="0">
              <a:buFontTx/>
              <a:buNone/>
              <a:defRPr sz="1050">
                <a:latin typeface="Mission Gothic Regular" pitchFamily="50" charset="0"/>
              </a:defRPr>
            </a:lvl4pPr>
            <a:lvl5pPr marL="1828800" indent="0">
              <a:buFontTx/>
              <a:buNone/>
              <a:defRPr sz="1050">
                <a:latin typeface="Mission Gothic Regular" pitchFamily="50" charset="0"/>
              </a:defRPr>
            </a:lvl5pPr>
          </a:lstStyle>
          <a:p>
            <a:pPr lvl="0"/>
            <a:endParaRPr lang="en-JM" dirty="0"/>
          </a:p>
        </p:txBody>
      </p:sp>
    </p:spTree>
    <p:extLst>
      <p:ext uri="{BB962C8B-B14F-4D97-AF65-F5344CB8AC3E}">
        <p14:creationId xmlns:p14="http://schemas.microsoft.com/office/powerpoint/2010/main" val="1983968275"/>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normAutofit/>
          </a:bodyPr>
          <a:lstStyle>
            <a:lvl1pPr algn="l">
              <a:defRPr sz="2800" b="1" cap="all"/>
            </a:lvl1pPr>
          </a:lstStyle>
          <a:p>
            <a:r>
              <a:rPr lang="en-US"/>
              <a:t>Click to edit Master title style</a:t>
            </a:r>
            <a:endParaRPr lang="en-JM"/>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4145827173"/>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457200" y="1626394"/>
            <a:ext cx="4038600" cy="2926556"/>
          </a:xfrm>
        </p:spPr>
        <p:txBody>
          <a:bodyPr>
            <a:normAutofit/>
          </a:bodyPr>
          <a:lstStyle>
            <a:lvl1pPr>
              <a:defRPr sz="1400"/>
            </a:lvl1pPr>
            <a:lvl2pPr>
              <a:defRPr sz="1200" b="0" i="0">
                <a:latin typeface="Arial" charset="0"/>
                <a:cs typeface="Arial" charset="0"/>
              </a:defRPr>
            </a:lvl2pPr>
            <a:lvl3pPr>
              <a:defRPr sz="1100" b="0" i="0">
                <a:latin typeface="Arial" charset="0"/>
                <a:cs typeface="Arial" charset="0"/>
              </a:defRPr>
            </a:lvl3pPr>
            <a:lvl4pPr>
              <a:defRPr sz="1050" b="0" i="0">
                <a:latin typeface="Arial" charset="0"/>
                <a:cs typeface="Arial" charset="0"/>
              </a:defRPr>
            </a:lvl4pPr>
            <a:lvl5pPr>
              <a:defRPr sz="1050" b="0" i="0">
                <a:latin typeface="Arial" charset="0"/>
                <a:cs typeface="Arial" charset="0"/>
              </a:defRPr>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JM" dirty="0"/>
          </a:p>
        </p:txBody>
      </p:sp>
      <p:sp>
        <p:nvSpPr>
          <p:cNvPr id="4" name="Content Placeholder 3"/>
          <p:cNvSpPr>
            <a:spLocks noGrp="1"/>
          </p:cNvSpPr>
          <p:nvPr>
            <p:ph sz="half" idx="2"/>
          </p:nvPr>
        </p:nvSpPr>
        <p:spPr>
          <a:xfrm>
            <a:off x="4648200" y="1626394"/>
            <a:ext cx="4038600" cy="2926556"/>
          </a:xfrm>
        </p:spPr>
        <p:txBody>
          <a:bodyPr>
            <a:normAutofit/>
          </a:bodyPr>
          <a:lstStyle>
            <a:lvl1pPr>
              <a:defRPr sz="1400"/>
            </a:lvl1pPr>
            <a:lvl2pPr>
              <a:defRPr sz="1200" b="0" i="0">
                <a:latin typeface="Arial" charset="0"/>
                <a:cs typeface="Arial" charset="0"/>
              </a:defRPr>
            </a:lvl2pPr>
            <a:lvl3pPr>
              <a:defRPr sz="1100" b="0" i="0">
                <a:latin typeface="Arial" charset="0"/>
                <a:cs typeface="Arial" charset="0"/>
              </a:defRPr>
            </a:lvl3pPr>
            <a:lvl4pPr>
              <a:defRPr sz="1050" b="0" i="0">
                <a:latin typeface="Arial" charset="0"/>
                <a:cs typeface="Arial" charset="0"/>
              </a:defRPr>
            </a:lvl4pPr>
            <a:lvl5pPr>
              <a:defRPr sz="1050" b="0" i="0">
                <a:latin typeface="Arial" charset="0"/>
                <a:cs typeface="Arial" charset="0"/>
              </a:defRPr>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JM" dirty="0"/>
          </a:p>
        </p:txBody>
      </p:sp>
      <p:sp>
        <p:nvSpPr>
          <p:cNvPr id="6" name="Title Placeholder 1"/>
          <p:cNvSpPr>
            <a:spLocks noGrp="1"/>
          </p:cNvSpPr>
          <p:nvPr>
            <p:ph type="title"/>
          </p:nvPr>
        </p:nvSpPr>
        <p:spPr>
          <a:xfrm>
            <a:off x="457200" y="342900"/>
            <a:ext cx="7620000" cy="857250"/>
          </a:xfrm>
          <a:prstGeom prst="rect">
            <a:avLst/>
          </a:prstGeom>
        </p:spPr>
        <p:txBody>
          <a:bodyPr vert="horz" lIns="91440" tIns="45720" rIns="91440" bIns="45720" rtlCol="0" anchor="ctr">
            <a:normAutofit/>
          </a:bodyPr>
          <a:lstStyle>
            <a:lvl1pPr>
              <a:defRPr>
                <a:solidFill>
                  <a:srgbClr val="343E48"/>
                </a:solidFill>
              </a:defRPr>
            </a:lvl1pPr>
          </a:lstStyle>
          <a:p>
            <a:r>
              <a:rPr lang="en-US"/>
              <a:t>Click to edit Master title style</a:t>
            </a:r>
            <a:endParaRPr lang="en-JM"/>
          </a:p>
        </p:txBody>
      </p:sp>
      <p:sp>
        <p:nvSpPr>
          <p:cNvPr id="8" name="Text Placeholder 17"/>
          <p:cNvSpPr>
            <a:spLocks noGrp="1"/>
          </p:cNvSpPr>
          <p:nvPr>
            <p:ph type="body" sz="quarter" idx="24"/>
          </p:nvPr>
        </p:nvSpPr>
        <p:spPr>
          <a:xfrm>
            <a:off x="457200" y="438150"/>
            <a:ext cx="5029200" cy="323850"/>
          </a:xfrm>
        </p:spPr>
        <p:txBody>
          <a:bodyPr>
            <a:noAutofit/>
          </a:bodyPr>
          <a:lstStyle>
            <a:lvl1pPr marL="0" indent="0" algn="l">
              <a:buFontTx/>
              <a:buNone/>
              <a:defRPr sz="900" b="0" i="0" kern="0" spc="300">
                <a:solidFill>
                  <a:srgbClr val="ED3645"/>
                </a:solidFill>
                <a:latin typeface="Lato Regular"/>
                <a:ea typeface="Arial" charset="0"/>
                <a:cs typeface="Lato Regular"/>
              </a:defRPr>
            </a:lvl1pPr>
            <a:lvl2pPr marL="457200" indent="0">
              <a:buFontTx/>
              <a:buNone/>
              <a:defRPr sz="1050">
                <a:latin typeface="Mission Gothic Regular" pitchFamily="50" charset="0"/>
              </a:defRPr>
            </a:lvl2pPr>
            <a:lvl3pPr marL="914400" indent="0">
              <a:buFontTx/>
              <a:buNone/>
              <a:defRPr sz="1050">
                <a:latin typeface="Mission Gothic Regular" pitchFamily="50" charset="0"/>
              </a:defRPr>
            </a:lvl3pPr>
            <a:lvl4pPr marL="1371600" indent="0">
              <a:buFontTx/>
              <a:buNone/>
              <a:defRPr sz="1050">
                <a:latin typeface="Mission Gothic Regular" pitchFamily="50" charset="0"/>
              </a:defRPr>
            </a:lvl4pPr>
            <a:lvl5pPr marL="1828800" indent="0">
              <a:buFontTx/>
              <a:buNone/>
              <a:defRPr sz="1050">
                <a:latin typeface="Mission Gothic Regular" pitchFamily="50" charset="0"/>
              </a:defRPr>
            </a:lvl5pPr>
          </a:lstStyle>
          <a:p>
            <a:pPr lvl="0"/>
            <a:endParaRPr lang="en-JM" dirty="0"/>
          </a:p>
        </p:txBody>
      </p:sp>
    </p:spTree>
    <p:extLst>
      <p:ext uri="{BB962C8B-B14F-4D97-AF65-F5344CB8AC3E}">
        <p14:creationId xmlns:p14="http://schemas.microsoft.com/office/powerpoint/2010/main" val="543128831"/>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457200" y="1490665"/>
            <a:ext cx="4040188" cy="479822"/>
          </a:xfrm>
        </p:spPr>
        <p:txBody>
          <a:bodyPr anchor="b">
            <a:normAutofit/>
          </a:bodyPr>
          <a:lstStyle>
            <a:lvl1pPr marL="0" indent="0">
              <a:buNone/>
              <a:defRPr sz="16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1970484"/>
            <a:ext cx="4040188" cy="2430066"/>
          </a:xfrm>
        </p:spPr>
        <p:txBody>
          <a:bodyPr>
            <a:normAutofit/>
          </a:bodyPr>
          <a:lstStyle>
            <a:lvl1pPr>
              <a:defRPr sz="1200"/>
            </a:lvl1pPr>
            <a:lvl2pPr>
              <a:defRPr sz="1100" b="0" i="0">
                <a:latin typeface="Arial" charset="0"/>
                <a:cs typeface="Arial" charset="0"/>
              </a:defRPr>
            </a:lvl2pPr>
            <a:lvl3pPr>
              <a:defRPr sz="1050" b="0" i="0">
                <a:latin typeface="Arial" charset="0"/>
                <a:cs typeface="Arial" charset="0"/>
              </a:defRPr>
            </a:lvl3pPr>
            <a:lvl4pPr>
              <a:defRPr sz="1000" b="0" i="0">
                <a:latin typeface="Arial" charset="0"/>
                <a:cs typeface="Arial" charset="0"/>
              </a:defRPr>
            </a:lvl4pPr>
            <a:lvl5pPr>
              <a:defRPr sz="1000" b="0" i="0">
                <a:latin typeface="Arial" charset="0"/>
                <a:cs typeface="Arial" charset="0"/>
              </a:defRPr>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JM" dirty="0"/>
          </a:p>
        </p:txBody>
      </p:sp>
      <p:sp>
        <p:nvSpPr>
          <p:cNvPr id="5" name="Text Placeholder 4"/>
          <p:cNvSpPr>
            <a:spLocks noGrp="1"/>
          </p:cNvSpPr>
          <p:nvPr>
            <p:ph type="body" sz="quarter" idx="3"/>
          </p:nvPr>
        </p:nvSpPr>
        <p:spPr>
          <a:xfrm>
            <a:off x="4645033" y="1490665"/>
            <a:ext cx="4041775" cy="479822"/>
          </a:xfrm>
        </p:spPr>
        <p:txBody>
          <a:bodyPr anchor="b">
            <a:normAutofit/>
          </a:bodyPr>
          <a:lstStyle>
            <a:lvl1pPr marL="0" indent="0">
              <a:buNone/>
              <a:defRPr sz="16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33" y="1970484"/>
            <a:ext cx="4041775" cy="2430066"/>
          </a:xfrm>
        </p:spPr>
        <p:txBody>
          <a:bodyPr>
            <a:normAutofit/>
          </a:bodyPr>
          <a:lstStyle>
            <a:lvl1pPr>
              <a:defRPr sz="1200"/>
            </a:lvl1pPr>
            <a:lvl2pPr>
              <a:defRPr sz="1100" b="0" i="0">
                <a:latin typeface="Arial" charset="0"/>
                <a:cs typeface="Arial" charset="0"/>
              </a:defRPr>
            </a:lvl2pPr>
            <a:lvl3pPr>
              <a:defRPr sz="1050" b="0" i="0">
                <a:latin typeface="Arial" charset="0"/>
                <a:cs typeface="Arial" charset="0"/>
              </a:defRPr>
            </a:lvl3pPr>
            <a:lvl4pPr>
              <a:defRPr sz="1000" b="0" i="0">
                <a:latin typeface="Arial" charset="0"/>
                <a:cs typeface="Arial" charset="0"/>
              </a:defRPr>
            </a:lvl4pPr>
            <a:lvl5pPr>
              <a:defRPr sz="1000" b="0" i="0">
                <a:latin typeface="Arial" charset="0"/>
                <a:cs typeface="Arial" charset="0"/>
              </a:defRPr>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JM" dirty="0"/>
          </a:p>
        </p:txBody>
      </p:sp>
      <p:sp>
        <p:nvSpPr>
          <p:cNvPr id="8" name="Title Placeholder 1"/>
          <p:cNvSpPr>
            <a:spLocks noGrp="1"/>
          </p:cNvSpPr>
          <p:nvPr>
            <p:ph type="title"/>
          </p:nvPr>
        </p:nvSpPr>
        <p:spPr>
          <a:xfrm>
            <a:off x="457200" y="342900"/>
            <a:ext cx="7620000" cy="857250"/>
          </a:xfrm>
          <a:prstGeom prst="rect">
            <a:avLst/>
          </a:prstGeom>
        </p:spPr>
        <p:txBody>
          <a:bodyPr vert="horz" lIns="91440" tIns="45720" rIns="91440" bIns="45720" rtlCol="0" anchor="ctr">
            <a:normAutofit/>
          </a:bodyPr>
          <a:lstStyle>
            <a:lvl1pPr>
              <a:defRPr>
                <a:solidFill>
                  <a:srgbClr val="343E48"/>
                </a:solidFill>
              </a:defRPr>
            </a:lvl1pPr>
          </a:lstStyle>
          <a:p>
            <a:r>
              <a:rPr lang="en-US"/>
              <a:t>Click to edit Master title style</a:t>
            </a:r>
            <a:endParaRPr lang="en-JM"/>
          </a:p>
        </p:txBody>
      </p:sp>
      <p:sp>
        <p:nvSpPr>
          <p:cNvPr id="10" name="Text Placeholder 17"/>
          <p:cNvSpPr>
            <a:spLocks noGrp="1"/>
          </p:cNvSpPr>
          <p:nvPr>
            <p:ph type="body" sz="quarter" idx="24"/>
          </p:nvPr>
        </p:nvSpPr>
        <p:spPr>
          <a:xfrm>
            <a:off x="457200" y="438150"/>
            <a:ext cx="5029200" cy="323850"/>
          </a:xfrm>
        </p:spPr>
        <p:txBody>
          <a:bodyPr>
            <a:noAutofit/>
          </a:bodyPr>
          <a:lstStyle>
            <a:lvl1pPr marL="0" indent="0" algn="l">
              <a:buFontTx/>
              <a:buNone/>
              <a:defRPr sz="900" b="0" i="0" kern="0" spc="300">
                <a:solidFill>
                  <a:srgbClr val="ED3645"/>
                </a:solidFill>
                <a:latin typeface="Lato Regular"/>
                <a:ea typeface="Arial" charset="0"/>
                <a:cs typeface="Lato Regular"/>
              </a:defRPr>
            </a:lvl1pPr>
            <a:lvl2pPr marL="457200" indent="0">
              <a:buFontTx/>
              <a:buNone/>
              <a:defRPr sz="1050">
                <a:latin typeface="Mission Gothic Regular" pitchFamily="50" charset="0"/>
              </a:defRPr>
            </a:lvl2pPr>
            <a:lvl3pPr marL="914400" indent="0">
              <a:buFontTx/>
              <a:buNone/>
              <a:defRPr sz="1050">
                <a:latin typeface="Mission Gothic Regular" pitchFamily="50" charset="0"/>
              </a:defRPr>
            </a:lvl3pPr>
            <a:lvl4pPr marL="1371600" indent="0">
              <a:buFontTx/>
              <a:buNone/>
              <a:defRPr sz="1050">
                <a:latin typeface="Mission Gothic Regular" pitchFamily="50" charset="0"/>
              </a:defRPr>
            </a:lvl4pPr>
            <a:lvl5pPr marL="1828800" indent="0">
              <a:buFontTx/>
              <a:buNone/>
              <a:defRPr sz="1050">
                <a:latin typeface="Mission Gothic Regular" pitchFamily="50" charset="0"/>
              </a:defRPr>
            </a:lvl5pPr>
          </a:lstStyle>
          <a:p>
            <a:pPr lvl="0"/>
            <a:endParaRPr lang="en-JM" dirty="0"/>
          </a:p>
        </p:txBody>
      </p:sp>
    </p:spTree>
    <p:extLst>
      <p:ext uri="{BB962C8B-B14F-4D97-AF65-F5344CB8AC3E}">
        <p14:creationId xmlns:p14="http://schemas.microsoft.com/office/powerpoint/2010/main" val="2036456185"/>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4" name="Title Placeholder 1"/>
          <p:cNvSpPr>
            <a:spLocks noGrp="1"/>
          </p:cNvSpPr>
          <p:nvPr>
            <p:ph type="title"/>
          </p:nvPr>
        </p:nvSpPr>
        <p:spPr>
          <a:xfrm>
            <a:off x="457200" y="342900"/>
            <a:ext cx="7620000" cy="857250"/>
          </a:xfrm>
          <a:prstGeom prst="rect">
            <a:avLst/>
          </a:prstGeom>
        </p:spPr>
        <p:txBody>
          <a:bodyPr vert="horz" lIns="91440" tIns="45720" rIns="91440" bIns="45720" rtlCol="0" anchor="ctr">
            <a:normAutofit/>
          </a:bodyPr>
          <a:lstStyle>
            <a:lvl1pPr>
              <a:defRPr>
                <a:solidFill>
                  <a:srgbClr val="343E48"/>
                </a:solidFill>
              </a:defRPr>
            </a:lvl1pPr>
          </a:lstStyle>
          <a:p>
            <a:r>
              <a:rPr lang="en-US"/>
              <a:t>Click to edit Master title style</a:t>
            </a:r>
            <a:endParaRPr lang="en-JM"/>
          </a:p>
        </p:txBody>
      </p:sp>
      <p:sp>
        <p:nvSpPr>
          <p:cNvPr id="6" name="Text Placeholder 17"/>
          <p:cNvSpPr>
            <a:spLocks noGrp="1"/>
          </p:cNvSpPr>
          <p:nvPr>
            <p:ph type="body" sz="quarter" idx="24"/>
          </p:nvPr>
        </p:nvSpPr>
        <p:spPr>
          <a:xfrm>
            <a:off x="457200" y="438150"/>
            <a:ext cx="5029200" cy="323850"/>
          </a:xfrm>
        </p:spPr>
        <p:txBody>
          <a:bodyPr>
            <a:noAutofit/>
          </a:bodyPr>
          <a:lstStyle>
            <a:lvl1pPr marL="0" indent="0" algn="l">
              <a:buFontTx/>
              <a:buNone/>
              <a:defRPr sz="900" b="0" i="0" kern="0" spc="300">
                <a:solidFill>
                  <a:srgbClr val="ED3645"/>
                </a:solidFill>
                <a:latin typeface="Lato Regular"/>
                <a:ea typeface="Arial" charset="0"/>
                <a:cs typeface="Lato Regular"/>
              </a:defRPr>
            </a:lvl1pPr>
            <a:lvl2pPr marL="457200" indent="0">
              <a:buFontTx/>
              <a:buNone/>
              <a:defRPr sz="1050">
                <a:latin typeface="Mission Gothic Regular" pitchFamily="50" charset="0"/>
              </a:defRPr>
            </a:lvl2pPr>
            <a:lvl3pPr marL="914400" indent="0">
              <a:buFontTx/>
              <a:buNone/>
              <a:defRPr sz="1050">
                <a:latin typeface="Mission Gothic Regular" pitchFamily="50" charset="0"/>
              </a:defRPr>
            </a:lvl3pPr>
            <a:lvl4pPr marL="1371600" indent="0">
              <a:buFontTx/>
              <a:buNone/>
              <a:defRPr sz="1050">
                <a:latin typeface="Mission Gothic Regular" pitchFamily="50" charset="0"/>
              </a:defRPr>
            </a:lvl4pPr>
            <a:lvl5pPr marL="1828800" indent="0">
              <a:buFontTx/>
              <a:buNone/>
              <a:defRPr sz="1050">
                <a:latin typeface="Mission Gothic Regular" pitchFamily="50" charset="0"/>
              </a:defRPr>
            </a:lvl5pPr>
          </a:lstStyle>
          <a:p>
            <a:pPr lvl="0"/>
            <a:endParaRPr lang="en-JM" dirty="0"/>
          </a:p>
        </p:txBody>
      </p:sp>
    </p:spTree>
    <p:extLst>
      <p:ext uri="{BB962C8B-B14F-4D97-AF65-F5344CB8AC3E}">
        <p14:creationId xmlns:p14="http://schemas.microsoft.com/office/powerpoint/2010/main" val="40166529"/>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1_Title Only">
    <p:spTree>
      <p:nvGrpSpPr>
        <p:cNvPr id="1" name=""/>
        <p:cNvGrpSpPr/>
        <p:nvPr/>
      </p:nvGrpSpPr>
      <p:grpSpPr>
        <a:xfrm>
          <a:off x="0" y="0"/>
          <a:ext cx="0" cy="0"/>
          <a:chOff x="0" y="0"/>
          <a:chExt cx="0" cy="0"/>
        </a:xfrm>
      </p:grpSpPr>
      <p:sp>
        <p:nvSpPr>
          <p:cNvPr id="5" name="Title Placeholder 1"/>
          <p:cNvSpPr>
            <a:spLocks noGrp="1"/>
          </p:cNvSpPr>
          <p:nvPr>
            <p:ph type="title"/>
          </p:nvPr>
        </p:nvSpPr>
        <p:spPr>
          <a:xfrm>
            <a:off x="457200" y="342900"/>
            <a:ext cx="7620000" cy="857250"/>
          </a:xfrm>
          <a:prstGeom prst="rect">
            <a:avLst/>
          </a:prstGeom>
        </p:spPr>
        <p:txBody>
          <a:bodyPr vert="horz" lIns="91440" tIns="45720" rIns="91440" bIns="45720" rtlCol="0" anchor="ctr">
            <a:normAutofit/>
          </a:bodyPr>
          <a:lstStyle/>
          <a:p>
            <a:r>
              <a:rPr lang="en-US"/>
              <a:t>Click to edit Master title style</a:t>
            </a:r>
            <a:endParaRPr lang="en-JM"/>
          </a:p>
        </p:txBody>
      </p:sp>
      <p:sp>
        <p:nvSpPr>
          <p:cNvPr id="4" name="Text Placeholder 17"/>
          <p:cNvSpPr>
            <a:spLocks noGrp="1"/>
          </p:cNvSpPr>
          <p:nvPr>
            <p:ph type="body" sz="quarter" idx="24"/>
          </p:nvPr>
        </p:nvSpPr>
        <p:spPr>
          <a:xfrm>
            <a:off x="457200" y="438150"/>
            <a:ext cx="5029200" cy="323850"/>
          </a:xfrm>
        </p:spPr>
        <p:txBody>
          <a:bodyPr>
            <a:noAutofit/>
          </a:bodyPr>
          <a:lstStyle>
            <a:lvl1pPr marL="0" indent="0" algn="l">
              <a:buFontTx/>
              <a:buNone/>
              <a:defRPr sz="900" b="0" i="0" kern="0" spc="300">
                <a:solidFill>
                  <a:srgbClr val="ED3645"/>
                </a:solidFill>
                <a:latin typeface="Lato Regular"/>
                <a:ea typeface="Arial" charset="0"/>
                <a:cs typeface="Lato Regular"/>
              </a:defRPr>
            </a:lvl1pPr>
            <a:lvl2pPr marL="457200" indent="0">
              <a:buFontTx/>
              <a:buNone/>
              <a:defRPr sz="1050">
                <a:latin typeface="Mission Gothic Regular" pitchFamily="50" charset="0"/>
              </a:defRPr>
            </a:lvl2pPr>
            <a:lvl3pPr marL="914400" indent="0">
              <a:buFontTx/>
              <a:buNone/>
              <a:defRPr sz="1050">
                <a:latin typeface="Mission Gothic Regular" pitchFamily="50" charset="0"/>
              </a:defRPr>
            </a:lvl3pPr>
            <a:lvl4pPr marL="1371600" indent="0">
              <a:buFontTx/>
              <a:buNone/>
              <a:defRPr sz="1050">
                <a:latin typeface="Mission Gothic Regular" pitchFamily="50" charset="0"/>
              </a:defRPr>
            </a:lvl4pPr>
            <a:lvl5pPr marL="1828800" indent="0">
              <a:buFontTx/>
              <a:buNone/>
              <a:defRPr sz="1050">
                <a:latin typeface="Mission Gothic Regular" pitchFamily="50" charset="0"/>
              </a:defRPr>
            </a:lvl5pPr>
          </a:lstStyle>
          <a:p>
            <a:pPr lvl="0"/>
            <a:endParaRPr lang="en-JM" dirty="0"/>
          </a:p>
        </p:txBody>
      </p:sp>
    </p:spTree>
    <p:extLst>
      <p:ext uri="{BB962C8B-B14F-4D97-AF65-F5344CB8AC3E}">
        <p14:creationId xmlns:p14="http://schemas.microsoft.com/office/powerpoint/2010/main" val="78647272"/>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1"/>
          <p:cNvSpPr/>
          <p:nvPr userDrawn="1"/>
        </p:nvSpPr>
        <p:spPr>
          <a:xfrm>
            <a:off x="0" y="0"/>
            <a:ext cx="9144000" cy="5143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0" i="0">
              <a:latin typeface="Arial" charset="0"/>
            </a:endParaRPr>
          </a:p>
        </p:txBody>
      </p:sp>
      <p:sp>
        <p:nvSpPr>
          <p:cNvPr id="6" name="Oval 5"/>
          <p:cNvSpPr/>
          <p:nvPr userDrawn="1"/>
        </p:nvSpPr>
        <p:spPr>
          <a:xfrm>
            <a:off x="8334300" y="537368"/>
            <a:ext cx="324000" cy="228600"/>
          </a:xfrm>
          <a:prstGeom prst="ellipse">
            <a:avLst/>
          </a:prstGeom>
          <a:solidFill>
            <a:srgbClr val="048B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b="0" i="0">
              <a:latin typeface="Arial" charset="0"/>
            </a:endParaRPr>
          </a:p>
        </p:txBody>
      </p:sp>
      <p:sp>
        <p:nvSpPr>
          <p:cNvPr id="7" name="Slide Number Placeholder 8"/>
          <p:cNvSpPr txBox="1">
            <a:spLocks/>
          </p:cNvSpPr>
          <p:nvPr userDrawn="1"/>
        </p:nvSpPr>
        <p:spPr>
          <a:xfrm>
            <a:off x="8305800" y="514353"/>
            <a:ext cx="381000" cy="274637"/>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16D9E213-597C-AF4D-9FA4-E6EB34EC18B6}" type="slidenum">
              <a:rPr lang="en-US" sz="800" smtClean="0">
                <a:solidFill>
                  <a:srgbClr val="FFFFFF"/>
                </a:solidFill>
                <a:latin typeface="Lato Light"/>
                <a:cs typeface="Lato Light"/>
              </a:rPr>
              <a:pPr algn="ctr"/>
              <a:t>‹#›</a:t>
            </a:fld>
            <a:endParaRPr lang="en-US" sz="900">
              <a:solidFill>
                <a:srgbClr val="FFFFFF"/>
              </a:solidFill>
              <a:latin typeface="Lato Light"/>
              <a:cs typeface="Lato Light"/>
            </a:endParaRPr>
          </a:p>
        </p:txBody>
      </p:sp>
    </p:spTree>
    <p:extLst>
      <p:ext uri="{BB962C8B-B14F-4D97-AF65-F5344CB8AC3E}">
        <p14:creationId xmlns:p14="http://schemas.microsoft.com/office/powerpoint/2010/main" val="3536189881"/>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slideLayout" Target="../slideLayouts/slideLayout30.xml"/><Relationship Id="rId31" Type="http://schemas.openxmlformats.org/officeDocument/2006/relationships/slideLayout" Target="../slideLayouts/slideLayout31.xml"/><Relationship Id="rId32" Type="http://schemas.openxmlformats.org/officeDocument/2006/relationships/slideLayout" Target="../slideLayouts/slideLayout32.xml"/><Relationship Id="rId33" Type="http://schemas.openxmlformats.org/officeDocument/2006/relationships/slideLayout" Target="../slideLayouts/slideLayout33.xml"/><Relationship Id="rId34" Type="http://schemas.openxmlformats.org/officeDocument/2006/relationships/slideLayout" Target="../slideLayouts/slideLayout34.xml"/><Relationship Id="rId35" Type="http://schemas.openxmlformats.org/officeDocument/2006/relationships/slideLayout" Target="../slideLayouts/slideLayout35.xml"/><Relationship Id="rId36" Type="http://schemas.openxmlformats.org/officeDocument/2006/relationships/slideLayout" Target="../slideLayouts/slideLayout36.xml"/><Relationship Id="rId37" Type="http://schemas.openxmlformats.org/officeDocument/2006/relationships/slideLayout" Target="../slideLayouts/slideLayout37.xml"/><Relationship Id="rId38" Type="http://schemas.openxmlformats.org/officeDocument/2006/relationships/slideLayout" Target="../slideLayouts/slideLayout38.xml"/><Relationship Id="rId39" Type="http://schemas.openxmlformats.org/officeDocument/2006/relationships/slideLayout" Target="../slideLayouts/slideLayout39.xml"/><Relationship Id="rId40"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342900"/>
            <a:ext cx="7620000" cy="857250"/>
          </a:xfrm>
          <a:prstGeom prst="rect">
            <a:avLst/>
          </a:prstGeom>
        </p:spPr>
        <p:txBody>
          <a:bodyPr vert="horz" lIns="91440" tIns="45720" rIns="91440" bIns="45720" rtlCol="0" anchor="ctr">
            <a:normAutofit/>
          </a:bodyPr>
          <a:lstStyle/>
          <a:p>
            <a:r>
              <a:rPr lang="en-US" dirty="0"/>
              <a:t>Click to edit Master title style</a:t>
            </a:r>
            <a:endParaRPr lang="en-JM" dirty="0"/>
          </a:p>
        </p:txBody>
      </p:sp>
      <p:sp>
        <p:nvSpPr>
          <p:cNvPr id="3" name="Text Placeholder 2"/>
          <p:cNvSpPr>
            <a:spLocks noGrp="1"/>
          </p:cNvSpPr>
          <p:nvPr>
            <p:ph type="body" idx="1"/>
          </p:nvPr>
        </p:nvSpPr>
        <p:spPr>
          <a:xfrm>
            <a:off x="457200" y="1504953"/>
            <a:ext cx="8229600" cy="3124199"/>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JM" dirty="0"/>
          </a:p>
        </p:txBody>
      </p:sp>
      <p:sp>
        <p:nvSpPr>
          <p:cNvPr id="13" name="Slide Number Placeholder 8"/>
          <p:cNvSpPr txBox="1">
            <a:spLocks/>
          </p:cNvSpPr>
          <p:nvPr userDrawn="1"/>
        </p:nvSpPr>
        <p:spPr>
          <a:xfrm>
            <a:off x="8305800" y="514353"/>
            <a:ext cx="381000" cy="274637"/>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16D9E213-597C-AF4D-9FA4-E6EB34EC18B6}" type="slidenum">
              <a:rPr lang="en-US" sz="800" smtClean="0">
                <a:solidFill>
                  <a:srgbClr val="FFFFFF"/>
                </a:solidFill>
                <a:latin typeface="Lato Light"/>
                <a:cs typeface="Lato Light"/>
              </a:rPr>
              <a:pPr algn="ctr"/>
              <a:t>‹#›</a:t>
            </a:fld>
            <a:endParaRPr lang="en-US" sz="900">
              <a:solidFill>
                <a:srgbClr val="FFFFFF"/>
              </a:solidFill>
              <a:latin typeface="Lato Light"/>
              <a:cs typeface="Lato Light"/>
            </a:endParaRPr>
          </a:p>
        </p:txBody>
      </p:sp>
      <p:cxnSp>
        <p:nvCxnSpPr>
          <p:cNvPr id="8" name="Straight Connector 7"/>
          <p:cNvCxnSpPr/>
          <p:nvPr userDrawn="1"/>
        </p:nvCxnSpPr>
        <p:spPr>
          <a:xfrm>
            <a:off x="568200" y="1028700"/>
            <a:ext cx="395998" cy="0"/>
          </a:xfrm>
          <a:prstGeom prst="line">
            <a:avLst/>
          </a:prstGeom>
          <a:ln w="12700" cmpd="sng">
            <a:solidFill>
              <a:srgbClr val="343E48"/>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24333751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704" r:id="rId3"/>
    <p:sldLayoutId id="2147483698" r:id="rId4"/>
    <p:sldLayoutId id="2147483699" r:id="rId5"/>
    <p:sldLayoutId id="2147483679" r:id="rId6"/>
    <p:sldLayoutId id="2147483688" r:id="rId7"/>
    <p:sldLayoutId id="2147483703" r:id="rId8"/>
    <p:sldLayoutId id="2147483686" r:id="rId9"/>
    <p:sldLayoutId id="2147483696" r:id="rId10"/>
    <p:sldLayoutId id="2147483684" r:id="rId11"/>
    <p:sldLayoutId id="2147483683" r:id="rId12"/>
    <p:sldLayoutId id="2147483682" r:id="rId13"/>
    <p:sldLayoutId id="2147483680" r:id="rId14"/>
    <p:sldLayoutId id="2147483681" r:id="rId15"/>
    <p:sldLayoutId id="2147483678" r:id="rId16"/>
    <p:sldLayoutId id="2147483705" r:id="rId17"/>
    <p:sldLayoutId id="2147483677" r:id="rId18"/>
    <p:sldLayoutId id="2147483672" r:id="rId19"/>
    <p:sldLayoutId id="2147483697" r:id="rId20"/>
    <p:sldLayoutId id="2147483702" r:id="rId21"/>
    <p:sldLayoutId id="2147483694" r:id="rId22"/>
    <p:sldLayoutId id="2147483671" r:id="rId23"/>
    <p:sldLayoutId id="2147483692" r:id="rId24"/>
    <p:sldLayoutId id="2147483669" r:id="rId25"/>
    <p:sldLayoutId id="2147483667" r:id="rId26"/>
    <p:sldLayoutId id="2147483701" r:id="rId27"/>
    <p:sldLayoutId id="2147483693" r:id="rId28"/>
    <p:sldLayoutId id="2147483665" r:id="rId29"/>
    <p:sldLayoutId id="2147483664" r:id="rId30"/>
    <p:sldLayoutId id="2147483700" r:id="rId31"/>
    <p:sldLayoutId id="2147483666" r:id="rId32"/>
    <p:sldLayoutId id="2147483660" r:id="rId33"/>
    <p:sldLayoutId id="2147483651" r:id="rId34"/>
    <p:sldLayoutId id="2147483652" r:id="rId35"/>
    <p:sldLayoutId id="2147483653" r:id="rId36"/>
    <p:sldLayoutId id="2147483654" r:id="rId37"/>
    <p:sldLayoutId id="2147483695" r:id="rId38"/>
    <p:sldLayoutId id="2147483655" r:id="rId39"/>
  </p:sldLayoutIdLst>
  <p:hf hdr="0" dt="0"/>
  <p:txStyles>
    <p:titleStyle>
      <a:lvl1pPr algn="l" defTabSz="914400" rtl="0" eaLnBrk="1" latinLnBrk="0" hangingPunct="1">
        <a:spcBef>
          <a:spcPct val="0"/>
        </a:spcBef>
        <a:buNone/>
        <a:defRPr sz="3000" b="0" i="0" kern="1200">
          <a:solidFill>
            <a:srgbClr val="343E48"/>
          </a:solidFill>
          <a:latin typeface="Lato Regular"/>
          <a:ea typeface="Arial" charset="0"/>
          <a:cs typeface="Lato Regular"/>
        </a:defRPr>
      </a:lvl1pPr>
    </p:titleStyle>
    <p:bodyStyle>
      <a:lvl1pPr marL="342900" indent="-342900" algn="l" defTabSz="914400" rtl="0" eaLnBrk="1" latinLnBrk="0" hangingPunct="1">
        <a:spcBef>
          <a:spcPct val="20000"/>
        </a:spcBef>
        <a:buFont typeface="Arial" pitchFamily="34" charset="0"/>
        <a:buChar char="•"/>
        <a:defRPr sz="1600" b="0" i="0" kern="1200">
          <a:solidFill>
            <a:schemeClr val="bg1">
              <a:lumMod val="65000"/>
            </a:schemeClr>
          </a:solidFill>
          <a:latin typeface="Arial" charset="0"/>
          <a:ea typeface="+mn-ea"/>
          <a:cs typeface="+mn-cs"/>
        </a:defRPr>
      </a:lvl1pPr>
      <a:lvl2pPr marL="742950" indent="-285750" algn="l" defTabSz="914400" rtl="0" eaLnBrk="1" latinLnBrk="0" hangingPunct="1">
        <a:spcBef>
          <a:spcPct val="20000"/>
        </a:spcBef>
        <a:buFont typeface="Arial" pitchFamily="34" charset="0"/>
        <a:buChar char="–"/>
        <a:defRPr sz="1400" b="0" i="0" kern="1200">
          <a:solidFill>
            <a:schemeClr val="bg1">
              <a:lumMod val="65000"/>
            </a:schemeClr>
          </a:solidFill>
          <a:latin typeface="Arial" charset="0"/>
          <a:ea typeface="+mn-ea"/>
          <a:cs typeface="+mn-cs"/>
        </a:defRPr>
      </a:lvl2pPr>
      <a:lvl3pPr marL="1143000" indent="-228600" algn="l" defTabSz="914400" rtl="0" eaLnBrk="1" latinLnBrk="0" hangingPunct="1">
        <a:spcBef>
          <a:spcPct val="20000"/>
        </a:spcBef>
        <a:buFont typeface="Arial" pitchFamily="34" charset="0"/>
        <a:buChar char="•"/>
        <a:defRPr sz="1200" b="0" i="0" kern="1200">
          <a:solidFill>
            <a:schemeClr val="bg1">
              <a:lumMod val="65000"/>
            </a:schemeClr>
          </a:solidFill>
          <a:latin typeface="Arial" charset="0"/>
          <a:ea typeface="+mn-ea"/>
          <a:cs typeface="+mn-cs"/>
        </a:defRPr>
      </a:lvl3pPr>
      <a:lvl4pPr marL="1600200" indent="-228600" algn="l" defTabSz="914400" rtl="0" eaLnBrk="1" latinLnBrk="0" hangingPunct="1">
        <a:spcBef>
          <a:spcPct val="20000"/>
        </a:spcBef>
        <a:buFont typeface="Arial" pitchFamily="34" charset="0"/>
        <a:buChar char="–"/>
        <a:defRPr sz="1100" b="0" i="0" kern="1200">
          <a:solidFill>
            <a:schemeClr val="bg1">
              <a:lumMod val="65000"/>
            </a:schemeClr>
          </a:solidFill>
          <a:latin typeface="Arial" charset="0"/>
          <a:ea typeface="+mn-ea"/>
          <a:cs typeface="+mn-cs"/>
        </a:defRPr>
      </a:lvl4pPr>
      <a:lvl5pPr marL="2057400" indent="-228600" algn="l" defTabSz="914400" rtl="0" eaLnBrk="1" latinLnBrk="0" hangingPunct="1">
        <a:spcBef>
          <a:spcPct val="20000"/>
        </a:spcBef>
        <a:buFont typeface="Arial" pitchFamily="34" charset="0"/>
        <a:buChar char="»"/>
        <a:defRPr sz="1100" b="0" i="0" kern="1200">
          <a:solidFill>
            <a:schemeClr val="bg1">
              <a:lumMod val="65000"/>
            </a:schemeClr>
          </a:solidFill>
          <a:latin typeface="Arial"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7.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8.emf"/></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diagramData" Target="../diagrams/data1.xml"/><Relationship Id="rId4" Type="http://schemas.openxmlformats.org/officeDocument/2006/relationships/diagramLayout" Target="../diagrams/layout1.xml"/><Relationship Id="rId5" Type="http://schemas.openxmlformats.org/officeDocument/2006/relationships/diagramQuickStyle" Target="../diagrams/quickStyle1.xml"/><Relationship Id="rId6" Type="http://schemas.openxmlformats.org/officeDocument/2006/relationships/diagramColors" Target="../diagrams/colors1.xml"/><Relationship Id="rId7" Type="http://schemas.microsoft.com/office/2007/relationships/diagramDrawing" Target="../diagrams/drawing1.xml"/><Relationship Id="rId8" Type="http://schemas.openxmlformats.org/officeDocument/2006/relationships/image" Target="../media/image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diagramData" Target="../diagrams/data2.xml"/><Relationship Id="rId4" Type="http://schemas.openxmlformats.org/officeDocument/2006/relationships/diagramLayout" Target="../diagrams/layout2.xml"/><Relationship Id="rId5" Type="http://schemas.openxmlformats.org/officeDocument/2006/relationships/diagramQuickStyle" Target="../diagrams/quickStyle2.xml"/><Relationship Id="rId6" Type="http://schemas.openxmlformats.org/officeDocument/2006/relationships/diagramColors" Target="../diagrams/colors2.xml"/><Relationship Id="rId7" Type="http://schemas.microsoft.com/office/2007/relationships/diagramDrawing" Target="../diagrams/drawing2.xml"/><Relationship Id="rId8" Type="http://schemas.openxmlformats.org/officeDocument/2006/relationships/image" Target="../media/image10.png"/><Relationship Id="rId9" Type="http://schemas.openxmlformats.org/officeDocument/2006/relationships/image" Target="../media/image11.svg"/><Relationship Id="rId10" Type="http://schemas.openxmlformats.org/officeDocument/2006/relationships/image" Target="../media/image12.png"/><Relationship Id="rId11" Type="http://schemas.openxmlformats.org/officeDocument/2006/relationships/hyperlink" Target="https://commons.wikimedia.org/wiki/File:Zoom_Video_Communications_Company_Logo_updated.png" TargetMode="External"/><Relationship Id="rId12" Type="http://schemas.openxmlformats.org/officeDocument/2006/relationships/image" Target="../media/image13.png"/><Relationship Id="rId13" Type="http://schemas.openxmlformats.org/officeDocument/2006/relationships/hyperlink" Target="http://docente2punto0.blogspot.com/2018/04/aulas-virtuales-en-google-classroom.html" TargetMode="External"/><Relationship Id="rId14" Type="http://schemas.openxmlformats.org/officeDocument/2006/relationships/image" Target="../media/image14.jpeg"/><Relationship Id="rId15" Type="http://schemas.openxmlformats.org/officeDocument/2006/relationships/hyperlink" Target="https://campus.extension.org/course/view.php?id=719"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5.png"/><Relationship Id="rId4" Type="http://schemas.openxmlformats.org/officeDocument/2006/relationships/image" Target="../media/image16.sv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diagramData" Target="../diagrams/data3.xml"/><Relationship Id="rId4" Type="http://schemas.openxmlformats.org/officeDocument/2006/relationships/diagramLayout" Target="../diagrams/layout3.xml"/><Relationship Id="rId5" Type="http://schemas.openxmlformats.org/officeDocument/2006/relationships/diagramQuickStyle" Target="../diagrams/quickStyle3.xml"/><Relationship Id="rId6" Type="http://schemas.openxmlformats.org/officeDocument/2006/relationships/diagramColors" Target="../diagrams/colors3.xml"/><Relationship Id="rId7" Type="http://schemas.microsoft.com/office/2007/relationships/diagramDrawing" Target="../diagrams/drawing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diagramData" Target="../diagrams/data4.xml"/><Relationship Id="rId4" Type="http://schemas.openxmlformats.org/officeDocument/2006/relationships/diagramLayout" Target="../diagrams/layout4.xml"/><Relationship Id="rId5" Type="http://schemas.openxmlformats.org/officeDocument/2006/relationships/diagramQuickStyle" Target="../diagrams/quickStyle4.xml"/><Relationship Id="rId6" Type="http://schemas.openxmlformats.org/officeDocument/2006/relationships/diagramColors" Target="../diagrams/colors4.xml"/><Relationship Id="rId7" Type="http://schemas.microsoft.com/office/2007/relationships/diagramDrawing" Target="../diagrams/drawing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comments" Target="../comments/commen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8.png"/><Relationship Id="rId3" Type="http://schemas.openxmlformats.org/officeDocument/2006/relationships/image" Target="../media/image19.sv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BACKGROUND PATTERN copy.jpg"/>
          <p:cNvPicPr>
            <a:picLocks noChangeAspect="1"/>
          </p:cNvPicPr>
          <p:nvPr/>
        </p:nvPicPr>
        <p:blipFill rotWithShape="1">
          <a:blip r:embed="rId2" cstate="print">
            <a:extLst>
              <a:ext uri="{28A0092B-C50C-407E-A947-70E740481C1C}">
                <a14:useLocalDpi xmlns:a14="http://schemas.microsoft.com/office/drawing/2010/main" val="0"/>
              </a:ext>
            </a:extLst>
          </a:blip>
          <a:srcRect b="14849"/>
          <a:stretch/>
        </p:blipFill>
        <p:spPr>
          <a:xfrm>
            <a:off x="0" y="-23052"/>
            <a:ext cx="9144000" cy="4324350"/>
          </a:xfrm>
          <a:prstGeom prst="rect">
            <a:avLst/>
          </a:prstGeom>
        </p:spPr>
      </p:pic>
      <p:sp>
        <p:nvSpPr>
          <p:cNvPr id="22" name="Rectangle 21"/>
          <p:cNvSpPr/>
          <p:nvPr/>
        </p:nvSpPr>
        <p:spPr>
          <a:xfrm>
            <a:off x="0" y="5072063"/>
            <a:ext cx="9144000" cy="77742"/>
          </a:xfrm>
          <a:prstGeom prst="rect">
            <a:avLst/>
          </a:prstGeom>
          <a:solidFill>
            <a:srgbClr val="43B6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a:solidFill>
                <a:schemeClr val="bg1"/>
              </a:solidFill>
              <a:latin typeface="Arial" charset="0"/>
            </a:endParaRPr>
          </a:p>
        </p:txBody>
      </p:sp>
      <p:sp>
        <p:nvSpPr>
          <p:cNvPr id="7" name="Title 1"/>
          <p:cNvSpPr txBox="1">
            <a:spLocks/>
          </p:cNvSpPr>
          <p:nvPr/>
        </p:nvSpPr>
        <p:spPr>
          <a:xfrm>
            <a:off x="520700" y="2680974"/>
            <a:ext cx="8269340" cy="1473200"/>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2200" b="0" kern="1200">
                <a:solidFill>
                  <a:srgbClr val="343E48"/>
                </a:solidFill>
                <a:latin typeface="Lato Regular"/>
                <a:ea typeface="Calibri"/>
                <a:cs typeface="Lato Regular"/>
              </a:defRPr>
            </a:lvl1pPr>
          </a:lstStyle>
          <a:p>
            <a:pPr algn="l" rtl="0"/>
            <a:r>
              <a:rPr lang="ar-IQ" sz="4400" b="1" dirty="0">
                <a:solidFill>
                  <a:schemeClr val="bg1"/>
                </a:solidFill>
                <a:latin typeface="Arial" charset="0"/>
                <a:ea typeface="Arial" charset="0"/>
                <a:cs typeface="Arial" charset="0"/>
              </a:rPr>
              <a:t>Introduction to E-Learning</a:t>
            </a:r>
            <a:endParaRPr lang="en-JM" sz="4400" kern="0" spc="-50" dirty="0">
              <a:solidFill>
                <a:schemeClr val="bg1"/>
              </a:solidFill>
              <a:latin typeface="Arial Regular" charset="0"/>
              <a:ea typeface="Arial" charset="0"/>
              <a:cs typeface="Arial Regular" charset="0"/>
            </a:endParaRPr>
          </a:p>
        </p:txBody>
      </p:sp>
      <p:sp>
        <p:nvSpPr>
          <p:cNvPr id="9" name="TextBox 8"/>
          <p:cNvSpPr txBox="1"/>
          <p:nvPr/>
        </p:nvSpPr>
        <p:spPr>
          <a:xfrm>
            <a:off x="1074825" y="4393506"/>
            <a:ext cx="4790094" cy="523220"/>
          </a:xfrm>
          <a:prstGeom prst="rect">
            <a:avLst/>
          </a:prstGeom>
          <a:noFill/>
        </p:spPr>
        <p:txBody>
          <a:bodyPr wrap="none" rtlCol="0">
            <a:spAutoFit/>
          </a:bodyPr>
          <a:lstStyle/>
          <a:p>
            <a:pPr algn="l" rtl="0"/>
            <a:r>
              <a:rPr lang="ar-IQ" sz="2800" b="1" dirty="0">
                <a:latin typeface="Arial" charset="0"/>
                <a:ea typeface="Arial" charset="0"/>
                <a:cs typeface="Arial" charset="0"/>
              </a:rPr>
              <a:t>Section 1, Unit 1, April 30, 2020</a:t>
            </a:r>
            <a:endParaRPr lang="en-US" sz="2800" b="1" dirty="0">
              <a:latin typeface="Arial" charset="0"/>
              <a:ea typeface="Arial" charset="0"/>
              <a:cs typeface="Arial" charset="0"/>
            </a:endParaRPr>
          </a:p>
        </p:txBody>
      </p:sp>
    </p:spTree>
    <p:extLst>
      <p:ext uri="{BB962C8B-B14F-4D97-AF65-F5344CB8AC3E}">
        <p14:creationId xmlns:p14="http://schemas.microsoft.com/office/powerpoint/2010/main" val="353703712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
          <p:cNvSpPr txBox="1">
            <a:spLocks/>
          </p:cNvSpPr>
          <p:nvPr/>
        </p:nvSpPr>
        <p:spPr>
          <a:xfrm>
            <a:off x="533400" y="6350"/>
            <a:ext cx="8077200" cy="857250"/>
          </a:xfrm>
          <a:prstGeom prst="rect">
            <a:avLst/>
          </a:prstGeom>
        </p:spPr>
        <p:txBody>
          <a:bodyPr vert="horz" lIns="91440" tIns="45720" rIns="91440" bIns="45720" rtlCol="0" anchor="ctr">
            <a:normAutofit/>
          </a:bodyPr>
          <a:lstStyle>
            <a:lvl1pPr algn="l" defTabSz="914400" rtl="0" eaLnBrk="1" latinLnBrk="0" hangingPunct="1">
              <a:spcBef>
                <a:spcPct val="0"/>
              </a:spcBef>
              <a:buNone/>
              <a:defRPr sz="2800" b="0" kern="1200">
                <a:solidFill>
                  <a:srgbClr val="17252F"/>
                </a:solidFill>
                <a:latin typeface="Roboto Light"/>
                <a:ea typeface="Roboto Condensed Regular"/>
                <a:cs typeface="Roboto Light"/>
              </a:defRPr>
            </a:lvl1pPr>
          </a:lstStyle>
          <a:p>
            <a:pPr algn="l" rtl="0"/>
            <a:r>
              <a:rPr lang="ar-IQ" sz="3400" b="1" dirty="0">
                <a:solidFill>
                  <a:srgbClr val="009BA0"/>
                </a:solidFill>
                <a:latin typeface="Arial Regular" charset="0"/>
                <a:ea typeface="Arial" charset="0"/>
                <a:cs typeface="Arial Regular" charset="0"/>
              </a:rPr>
              <a:t>Welcome and Introduction</a:t>
            </a:r>
            <a:endParaRPr lang="en-US" sz="3400" b="1" dirty="0">
              <a:solidFill>
                <a:srgbClr val="009BA0"/>
              </a:solidFill>
              <a:latin typeface="Arial Regular" charset="0"/>
              <a:ea typeface="Arial" charset="0"/>
              <a:cs typeface="Arial Regular" charset="0"/>
            </a:endParaRPr>
          </a:p>
        </p:txBody>
      </p:sp>
      <p:sp>
        <p:nvSpPr>
          <p:cNvPr id="8" name="Rectangle 7"/>
          <p:cNvSpPr/>
          <p:nvPr/>
        </p:nvSpPr>
        <p:spPr>
          <a:xfrm>
            <a:off x="0" y="5072063"/>
            <a:ext cx="9144000" cy="77742"/>
          </a:xfrm>
          <a:prstGeom prst="rect">
            <a:avLst/>
          </a:prstGeom>
          <a:solidFill>
            <a:srgbClr val="43B6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a:solidFill>
                <a:schemeClr val="bg1"/>
              </a:solidFill>
              <a:latin typeface="Arial" charset="0"/>
            </a:endParaRPr>
          </a:p>
        </p:txBody>
      </p:sp>
      <p:cxnSp>
        <p:nvCxnSpPr>
          <p:cNvPr id="5" name="Straight Connector 4"/>
          <p:cNvCxnSpPr>
            <a:cxnSpLocks/>
          </p:cNvCxnSpPr>
          <p:nvPr/>
        </p:nvCxnSpPr>
        <p:spPr>
          <a:xfrm flipV="1">
            <a:off x="590567" y="654050"/>
            <a:ext cx="8089883" cy="44450"/>
          </a:xfrm>
          <a:prstGeom prst="line">
            <a:avLst/>
          </a:prstGeom>
          <a:ln w="12700" cmpd="sng">
            <a:solidFill>
              <a:srgbClr val="009BA0"/>
            </a:solidFill>
          </a:ln>
          <a:effectLst/>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33401" y="954205"/>
            <a:ext cx="8147050" cy="1631216"/>
          </a:xfrm>
          <a:prstGeom prst="rect">
            <a:avLst/>
          </a:prstGeom>
          <a:noFill/>
        </p:spPr>
        <p:txBody>
          <a:bodyPr wrap="square" rtlCol="0" anchor="t">
            <a:spAutoFit/>
          </a:bodyPr>
          <a:lstStyle/>
          <a:p>
            <a:pPr marL="285750" indent="-285750" algn="l" rtl="0">
              <a:buFont typeface="Arial" charset="0"/>
              <a:buChar char="•"/>
            </a:pPr>
            <a:r>
              <a:rPr lang="ar-IQ" sz="2000" b="1" dirty="0">
                <a:solidFill>
                  <a:srgbClr val="082C2D"/>
                </a:solidFill>
                <a:latin typeface="Arial"/>
                <a:ea typeface="Arial" charset="0"/>
                <a:cs typeface="Arial"/>
              </a:rPr>
              <a:t>Modeling – Record and insert a 1-minute video introducing this section, and the overall vision for this course (e.g., by the end of this training course, participants will be able to successfully transition to online teaching and learning, as well as train their faculty colleagues; briefly touch upon your expectations such as active student participation, completing assignments in the digital classroom and homework within the deadline).</a:t>
            </a:r>
            <a:endParaRPr lang="en-US" sz="2000" dirty="0">
              <a:solidFill>
                <a:srgbClr val="082C2D"/>
              </a:solidFill>
              <a:latin typeface="Arial"/>
              <a:ea typeface="Arial" charset="0"/>
              <a:cs typeface="Arial"/>
            </a:endParaRPr>
          </a:p>
        </p:txBody>
      </p:sp>
    </p:spTree>
    <p:extLst>
      <p:ext uri="{BB962C8B-B14F-4D97-AF65-F5344CB8AC3E}">
        <p14:creationId xmlns:p14="http://schemas.microsoft.com/office/powerpoint/2010/main" val="161014210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197BC235-DF51-4FA2-BB4B-8182FC21243E}"/>
              </a:ext>
            </a:extLst>
          </p:cNvPr>
          <p:cNvSpPr/>
          <p:nvPr/>
        </p:nvSpPr>
        <p:spPr>
          <a:xfrm>
            <a:off x="0" y="-15368"/>
            <a:ext cx="3603812" cy="5072063"/>
          </a:xfrm>
          <a:prstGeom prst="rect">
            <a:avLst/>
          </a:prstGeom>
          <a:solidFill>
            <a:srgbClr val="009BA0"/>
          </a:solidFill>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chemeClr val="accent3"/>
              </a:solidFill>
              <a:latin typeface="Arial" charset="0"/>
            </a:endParaRPr>
          </a:p>
        </p:txBody>
      </p:sp>
      <p:sp>
        <p:nvSpPr>
          <p:cNvPr id="13" name="Title 1"/>
          <p:cNvSpPr txBox="1">
            <a:spLocks/>
          </p:cNvSpPr>
          <p:nvPr/>
        </p:nvSpPr>
        <p:spPr>
          <a:xfrm>
            <a:off x="422206" y="1143348"/>
            <a:ext cx="2325059" cy="857250"/>
          </a:xfrm>
          <a:prstGeom prst="rect">
            <a:avLst/>
          </a:prstGeom>
        </p:spPr>
        <p:txBody>
          <a:bodyPr vert="horz" lIns="91440" tIns="45720" rIns="91440" bIns="45720" rtlCol="0" anchor="ctr">
            <a:normAutofit/>
          </a:bodyPr>
          <a:lstStyle>
            <a:lvl1pPr algn="l" defTabSz="914400" rtl="0" eaLnBrk="1" latinLnBrk="0" hangingPunct="1">
              <a:spcBef>
                <a:spcPct val="0"/>
              </a:spcBef>
              <a:buNone/>
              <a:defRPr sz="2800" b="0" kern="1200">
                <a:solidFill>
                  <a:srgbClr val="17252F"/>
                </a:solidFill>
                <a:latin typeface="Roboto Light"/>
                <a:ea typeface="Roboto Condensed Regular"/>
                <a:cs typeface="Roboto Light"/>
              </a:defRPr>
            </a:lvl1pPr>
          </a:lstStyle>
          <a:p>
            <a:pPr algn="ctr"/>
            <a:r>
              <a:rPr lang="ar-IQ" sz="3400" b="1" dirty="0">
                <a:solidFill>
                  <a:schemeClr val="bg1"/>
                </a:solidFill>
                <a:latin typeface="Arial Regular"/>
                <a:ea typeface="Arial" charset="0"/>
                <a:cs typeface="Arial Regular" charset="0"/>
              </a:rPr>
              <a:t>Session Objectives</a:t>
            </a:r>
            <a:endParaRPr lang="en-US" sz="3400" b="1" dirty="0">
              <a:solidFill>
                <a:schemeClr val="bg1"/>
              </a:solidFill>
              <a:latin typeface="Arial Regular" charset="0"/>
              <a:ea typeface="Arial" charset="0"/>
              <a:cs typeface="Arial Regular" charset="0"/>
            </a:endParaRPr>
          </a:p>
        </p:txBody>
      </p:sp>
      <p:sp>
        <p:nvSpPr>
          <p:cNvPr id="8" name="Rectangle 7"/>
          <p:cNvSpPr/>
          <p:nvPr/>
        </p:nvSpPr>
        <p:spPr>
          <a:xfrm>
            <a:off x="0" y="5072063"/>
            <a:ext cx="9144000" cy="77742"/>
          </a:xfrm>
          <a:prstGeom prst="rect">
            <a:avLst/>
          </a:prstGeom>
          <a:solidFill>
            <a:srgbClr val="43B6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a:solidFill>
                <a:schemeClr val="bg1"/>
              </a:solidFill>
              <a:latin typeface="Arial" charset="0"/>
            </a:endParaRPr>
          </a:p>
        </p:txBody>
      </p:sp>
      <p:sp>
        <p:nvSpPr>
          <p:cNvPr id="7" name="TextBox 6"/>
          <p:cNvSpPr txBox="1"/>
          <p:nvPr/>
        </p:nvSpPr>
        <p:spPr>
          <a:xfrm>
            <a:off x="3780545" y="335428"/>
            <a:ext cx="5083053" cy="3200876"/>
          </a:xfrm>
          <a:prstGeom prst="rect">
            <a:avLst/>
          </a:prstGeom>
          <a:noFill/>
        </p:spPr>
        <p:txBody>
          <a:bodyPr wrap="square" rtlCol="0" anchor="t">
            <a:spAutoFit/>
          </a:bodyPr>
          <a:lstStyle/>
          <a:p>
            <a:pPr algn="l" rtl="0"/>
            <a:r>
              <a:rPr lang="ar-IQ" sz="2000" dirty="0">
                <a:latin typeface="Arial"/>
                <a:cs typeface="Arial"/>
              </a:rPr>
              <a:t>By the end of this session, you will be able to:</a:t>
            </a:r>
            <a:endParaRPr lang="en-US" sz="2000" dirty="0">
              <a:latin typeface="Arial"/>
              <a:cs typeface="Arial"/>
            </a:endParaRPr>
          </a:p>
          <a:p>
            <a:pPr algn="l" rtl="0"/>
            <a:endParaRPr lang="ar-IQ" sz="2000" dirty="0">
              <a:latin typeface="Arial"/>
              <a:cs typeface="Arial"/>
            </a:endParaRPr>
          </a:p>
          <a:p>
            <a:pPr algn="l" rtl="0"/>
            <a:r>
              <a:rPr lang="ar-SA" b="1" dirty="0"/>
              <a:t>• Demonstrate the need for e-learning across higher education institutions in Iraq</a:t>
            </a:r>
            <a:endParaRPr lang="en-US" dirty="0"/>
          </a:p>
          <a:p>
            <a:pPr algn="l" rtl="0"/>
            <a:r>
              <a:rPr lang="ar-SA" dirty="0"/>
              <a:t>• Review the basic principles and best practices in e-learning</a:t>
            </a:r>
            <a:endParaRPr lang="en-US" dirty="0"/>
          </a:p>
          <a:p>
            <a:pPr algn="l" rtl="0"/>
            <a:r>
              <a:rPr lang="ar-SA" dirty="0"/>
              <a:t>• Identify instructional strategies transferable to an online classroom</a:t>
            </a:r>
            <a:endParaRPr lang="en-US" dirty="0"/>
          </a:p>
          <a:p>
            <a:pPr algn="l" rtl="0"/>
            <a:r>
              <a:rPr lang="ar-SA" dirty="0"/>
              <a:t>• Understand the roles, responsibilities, knowledge, and skills necessary for successful online teaching</a:t>
            </a:r>
            <a:endParaRPr lang="en-US" dirty="0"/>
          </a:p>
          <a:p>
            <a:pPr algn="l" rtl="0"/>
            <a:r>
              <a:rPr lang="ar-SA" dirty="0"/>
              <a:t>• Understand how technology can benefit teaching and learning</a:t>
            </a:r>
            <a:endParaRPr lang="en-US" sz="2000" dirty="0">
              <a:latin typeface="Arial"/>
              <a:ea typeface="Arial" charset="0"/>
              <a:cs typeface="Arial"/>
            </a:endParaRPr>
          </a:p>
        </p:txBody>
      </p:sp>
      <p:pic>
        <p:nvPicPr>
          <p:cNvPr id="2" name="Picture 1">
            <a:extLst>
              <a:ext uri="{FF2B5EF4-FFF2-40B4-BE49-F238E27FC236}">
                <a16:creationId xmlns:a16="http://schemas.microsoft.com/office/drawing/2014/main" id="{B9E4A1C8-2B93-48AB-ADC3-016E5526AF22}"/>
              </a:ext>
            </a:extLst>
          </p:cNvPr>
          <p:cNvPicPr>
            <a:picLocks noChangeAspect="1"/>
          </p:cNvPicPr>
          <p:nvPr/>
        </p:nvPicPr>
        <p:blipFill>
          <a:blip r:embed="rId3"/>
          <a:stretch>
            <a:fillRect/>
          </a:stretch>
        </p:blipFill>
        <p:spPr>
          <a:xfrm>
            <a:off x="878679" y="2647134"/>
            <a:ext cx="1868586" cy="1355490"/>
          </a:xfrm>
          <a:prstGeom prst="rect">
            <a:avLst/>
          </a:prstGeom>
        </p:spPr>
      </p:pic>
      <p:sp>
        <p:nvSpPr>
          <p:cNvPr id="3" name="TextBox 2">
            <a:extLst>
              <a:ext uri="{FF2B5EF4-FFF2-40B4-BE49-F238E27FC236}">
                <a16:creationId xmlns:a16="http://schemas.microsoft.com/office/drawing/2014/main" id="{6C81274D-54A8-4217-8F74-4EE2AB2B4773}"/>
              </a:ext>
            </a:extLst>
          </p:cNvPr>
          <p:cNvSpPr txBox="1"/>
          <p:nvPr/>
        </p:nvSpPr>
        <p:spPr>
          <a:xfrm>
            <a:off x="1033188" y="3419349"/>
            <a:ext cx="1518626" cy="461665"/>
          </a:xfrm>
          <a:prstGeom prst="rect">
            <a:avLst/>
          </a:prstGeom>
          <a:solidFill>
            <a:schemeClr val="bg1">
              <a:lumMod val="95000"/>
            </a:schemeClr>
          </a:solidFill>
        </p:spPr>
        <p:txBody>
          <a:bodyPr wrap="square" rtlCol="0">
            <a:spAutoFit/>
          </a:bodyPr>
          <a:lstStyle/>
          <a:p>
            <a:pPr algn="l" rtl="0"/>
            <a:r>
              <a:rPr lang="ar-IQ" sz="1200" b="1" dirty="0"/>
              <a:t>How can I apply this remotely?</a:t>
            </a:r>
            <a:endParaRPr lang="en-US" sz="1200" b="1" dirty="0"/>
          </a:p>
        </p:txBody>
      </p:sp>
    </p:spTree>
    <p:extLst>
      <p:ext uri="{BB962C8B-B14F-4D97-AF65-F5344CB8AC3E}">
        <p14:creationId xmlns:p14="http://schemas.microsoft.com/office/powerpoint/2010/main" val="90723895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12699"/>
            <a:ext cx="3703704" cy="5059363"/>
          </a:xfrm>
          <a:prstGeom prst="rect">
            <a:avLst/>
          </a:prstGeom>
          <a:solidFill>
            <a:schemeClr val="accent6">
              <a:lumMod val="75000"/>
            </a:schemeClr>
          </a:solidFill>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chemeClr val="accent3"/>
              </a:solidFill>
              <a:latin typeface="Arial" charset="0"/>
            </a:endParaRPr>
          </a:p>
        </p:txBody>
      </p:sp>
      <p:sp>
        <p:nvSpPr>
          <p:cNvPr id="13" name="Title 1"/>
          <p:cNvSpPr txBox="1">
            <a:spLocks/>
          </p:cNvSpPr>
          <p:nvPr/>
        </p:nvSpPr>
        <p:spPr>
          <a:xfrm>
            <a:off x="1141047" y="1468231"/>
            <a:ext cx="1842887" cy="857250"/>
          </a:xfrm>
          <a:prstGeom prst="rect">
            <a:avLst/>
          </a:prstGeom>
        </p:spPr>
        <p:txBody>
          <a:bodyPr vert="horz" lIns="91440" tIns="45720" rIns="91440" bIns="45720" rtlCol="0" anchor="ctr">
            <a:normAutofit/>
          </a:bodyPr>
          <a:lstStyle>
            <a:lvl1pPr algn="l" defTabSz="914400" rtl="0" eaLnBrk="1" latinLnBrk="0" hangingPunct="1">
              <a:spcBef>
                <a:spcPct val="0"/>
              </a:spcBef>
              <a:buNone/>
              <a:defRPr sz="2800" b="0" kern="1200">
                <a:solidFill>
                  <a:srgbClr val="17252F"/>
                </a:solidFill>
                <a:latin typeface="Roboto Light"/>
                <a:ea typeface="Roboto Condensed Regular"/>
                <a:cs typeface="Roboto Light"/>
              </a:defRPr>
            </a:lvl1pPr>
          </a:lstStyle>
          <a:p>
            <a:pPr algn="l"/>
            <a:r>
              <a:rPr lang="ar-IQ" sz="3400" b="1" dirty="0">
                <a:solidFill>
                  <a:schemeClr val="bg1"/>
                </a:solidFill>
                <a:latin typeface="Arial Regular" charset="0"/>
                <a:ea typeface="Arial" charset="0"/>
                <a:cs typeface="Arial Regular" charset="0"/>
              </a:rPr>
              <a:t>Poll</a:t>
            </a:r>
            <a:endParaRPr lang="en-US" sz="3400" b="1" dirty="0">
              <a:solidFill>
                <a:schemeClr val="bg1"/>
              </a:solidFill>
              <a:latin typeface="Arial Regular" charset="0"/>
              <a:ea typeface="Arial" charset="0"/>
              <a:cs typeface="Arial Regular" charset="0"/>
            </a:endParaRPr>
          </a:p>
        </p:txBody>
      </p:sp>
      <p:sp>
        <p:nvSpPr>
          <p:cNvPr id="8" name="Rectangle 7"/>
          <p:cNvSpPr/>
          <p:nvPr/>
        </p:nvSpPr>
        <p:spPr>
          <a:xfrm>
            <a:off x="0" y="5072063"/>
            <a:ext cx="9144000" cy="77742"/>
          </a:xfrm>
          <a:prstGeom prst="rect">
            <a:avLst/>
          </a:prstGeom>
          <a:solidFill>
            <a:srgbClr val="43B6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a:solidFill>
                <a:schemeClr val="bg1"/>
              </a:solidFill>
              <a:latin typeface="Arial" charset="0"/>
            </a:endParaRPr>
          </a:p>
        </p:txBody>
      </p:sp>
      <p:sp>
        <p:nvSpPr>
          <p:cNvPr id="7" name="TextBox 6"/>
          <p:cNvSpPr txBox="1"/>
          <p:nvPr/>
        </p:nvSpPr>
        <p:spPr>
          <a:xfrm>
            <a:off x="4107051" y="1468231"/>
            <a:ext cx="4835471" cy="2031325"/>
          </a:xfrm>
          <a:prstGeom prst="rect">
            <a:avLst/>
          </a:prstGeom>
          <a:noFill/>
        </p:spPr>
        <p:txBody>
          <a:bodyPr wrap="square" rtlCol="0">
            <a:spAutoFit/>
          </a:bodyPr>
          <a:lstStyle/>
          <a:p>
            <a:pPr algn="l" rtl="0"/>
            <a:r>
              <a:rPr lang="ar-IQ" b="1" dirty="0"/>
              <a:t>Use your hand: "Thumbs Up" or "Thumbs Down" to respond:</a:t>
            </a:r>
          </a:p>
          <a:p>
            <a:pPr algn="l" rtl="0"/>
            <a:endParaRPr lang="ar-IQ" b="1" dirty="0"/>
          </a:p>
          <a:p>
            <a:pPr algn="l" rtl="0"/>
            <a:r>
              <a:rPr lang="ar-IQ" b="1" dirty="0"/>
              <a:t>- How many of you have participated as a student in an online class?</a:t>
            </a:r>
          </a:p>
          <a:p>
            <a:pPr algn="l" rtl="0"/>
            <a:endParaRPr lang="ar-IQ" b="1" dirty="0"/>
          </a:p>
          <a:p>
            <a:pPr algn="l" rtl="0"/>
            <a:endParaRPr lang="ar-IQ" b="1" dirty="0"/>
          </a:p>
          <a:p>
            <a:pPr algn="l" rtl="0"/>
            <a:r>
              <a:rPr lang="ar-IQ" b="1" dirty="0"/>
              <a:t>- How many of you have led an online class or conducted training as a trainer?</a:t>
            </a:r>
            <a:endParaRPr lang="en-US" b="1" i="1" dirty="0"/>
          </a:p>
        </p:txBody>
      </p:sp>
    </p:spTree>
    <p:extLst>
      <p:ext uri="{BB962C8B-B14F-4D97-AF65-F5344CB8AC3E}">
        <p14:creationId xmlns:p14="http://schemas.microsoft.com/office/powerpoint/2010/main" val="35069865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
          <p:cNvSpPr txBox="1">
            <a:spLocks/>
          </p:cNvSpPr>
          <p:nvPr/>
        </p:nvSpPr>
        <p:spPr>
          <a:xfrm>
            <a:off x="533400" y="6350"/>
            <a:ext cx="8077200" cy="857250"/>
          </a:xfrm>
          <a:prstGeom prst="rect">
            <a:avLst/>
          </a:prstGeom>
        </p:spPr>
        <p:txBody>
          <a:bodyPr vert="horz" lIns="91440" tIns="45720" rIns="91440" bIns="45720" rtlCol="0" anchor="ctr">
            <a:normAutofit/>
          </a:bodyPr>
          <a:lstStyle>
            <a:lvl1pPr algn="l" defTabSz="914400" rtl="0" eaLnBrk="1" latinLnBrk="0" hangingPunct="1">
              <a:spcBef>
                <a:spcPct val="0"/>
              </a:spcBef>
              <a:buNone/>
              <a:defRPr sz="2800" b="0" kern="1200">
                <a:solidFill>
                  <a:srgbClr val="17252F"/>
                </a:solidFill>
                <a:latin typeface="Roboto Light"/>
                <a:ea typeface="Roboto Condensed Regular"/>
                <a:cs typeface="Roboto Light"/>
              </a:defRPr>
            </a:lvl1pPr>
          </a:lstStyle>
          <a:p>
            <a:pPr algn="l" rtl="0"/>
            <a:r>
              <a:rPr lang="ar-IQ" sz="3400" b="1" dirty="0">
                <a:solidFill>
                  <a:srgbClr val="009BA0"/>
                </a:solidFill>
                <a:latin typeface="Arial Regular" charset="0"/>
                <a:ea typeface="Arial" charset="0"/>
                <a:cs typeface="Arial Regular" charset="0"/>
              </a:rPr>
              <a:t>Introduction to E-Learning Methodologies</a:t>
            </a:r>
            <a:endParaRPr lang="en-US" sz="3400" b="1" dirty="0">
              <a:solidFill>
                <a:srgbClr val="009BA0"/>
              </a:solidFill>
              <a:latin typeface="Arial Regular" charset="0"/>
              <a:ea typeface="Arial" charset="0"/>
              <a:cs typeface="Arial Regular" charset="0"/>
            </a:endParaRPr>
          </a:p>
        </p:txBody>
      </p:sp>
      <p:sp>
        <p:nvSpPr>
          <p:cNvPr id="8" name="Rectangle 7"/>
          <p:cNvSpPr/>
          <p:nvPr/>
        </p:nvSpPr>
        <p:spPr>
          <a:xfrm>
            <a:off x="0" y="5072063"/>
            <a:ext cx="9144000" cy="77742"/>
          </a:xfrm>
          <a:prstGeom prst="rect">
            <a:avLst/>
          </a:prstGeom>
          <a:solidFill>
            <a:srgbClr val="43B6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a:solidFill>
                <a:schemeClr val="bg1"/>
              </a:solidFill>
              <a:latin typeface="Arial" charset="0"/>
            </a:endParaRPr>
          </a:p>
        </p:txBody>
      </p:sp>
      <p:cxnSp>
        <p:nvCxnSpPr>
          <p:cNvPr id="5" name="Straight Connector 4"/>
          <p:cNvCxnSpPr>
            <a:cxnSpLocks/>
          </p:cNvCxnSpPr>
          <p:nvPr/>
        </p:nvCxnSpPr>
        <p:spPr>
          <a:xfrm flipV="1">
            <a:off x="590567" y="654050"/>
            <a:ext cx="8089883" cy="44450"/>
          </a:xfrm>
          <a:prstGeom prst="line">
            <a:avLst/>
          </a:prstGeom>
          <a:ln w="12700" cmpd="sng">
            <a:solidFill>
              <a:srgbClr val="009BA0"/>
            </a:solidFill>
          </a:ln>
          <a:effectLst/>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0567" y="954206"/>
            <a:ext cx="7701025" cy="707886"/>
          </a:xfrm>
          <a:prstGeom prst="rect">
            <a:avLst/>
          </a:prstGeom>
          <a:noFill/>
        </p:spPr>
        <p:txBody>
          <a:bodyPr wrap="square" rtlCol="0">
            <a:spAutoFit/>
          </a:bodyPr>
          <a:lstStyle/>
          <a:p>
            <a:pPr algn="l" rtl="0"/>
            <a:r>
              <a:rPr lang="ar-IQ" sz="2000" dirty="0">
                <a:solidFill>
                  <a:srgbClr val="082C2D"/>
                </a:solidFill>
                <a:latin typeface="Arial" charset="0"/>
                <a:ea typeface="Arial" charset="0"/>
                <a:cs typeface="Arial" charset="0"/>
              </a:rPr>
              <a:t>E-Learning: Education or training delivered online via a computer or other digital device</a:t>
            </a:r>
            <a:endParaRPr lang="en-US" sz="2000" dirty="0">
              <a:solidFill>
                <a:srgbClr val="082C2D"/>
              </a:solidFill>
              <a:latin typeface="Arial" charset="0"/>
              <a:ea typeface="Arial" charset="0"/>
              <a:cs typeface="Arial" charset="0"/>
            </a:endParaRPr>
          </a:p>
        </p:txBody>
      </p:sp>
      <p:graphicFrame>
        <p:nvGraphicFramePr>
          <p:cNvPr id="11" name="Diagram 10">
            <a:extLst>
              <a:ext uri="{FF2B5EF4-FFF2-40B4-BE49-F238E27FC236}">
                <a16:creationId xmlns:a16="http://schemas.microsoft.com/office/drawing/2014/main" id="{D5268A83-11FA-44A7-8A92-B4D2AD624D1E}"/>
              </a:ext>
            </a:extLst>
          </p:cNvPr>
          <p:cNvGraphicFramePr/>
          <p:nvPr>
            <p:extLst>
              <p:ext uri="{D42A27DB-BD31-4B8C-83A1-F6EECF244321}">
                <p14:modId xmlns:p14="http://schemas.microsoft.com/office/powerpoint/2010/main" val="3711479068"/>
              </p:ext>
            </p:extLst>
          </p:nvPr>
        </p:nvGraphicFramePr>
        <p:xfrm>
          <a:off x="4868402" y="1705089"/>
          <a:ext cx="3660629" cy="294831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0" name="Rectangle 9">
            <a:extLst>
              <a:ext uri="{FF2B5EF4-FFF2-40B4-BE49-F238E27FC236}">
                <a16:creationId xmlns:a16="http://schemas.microsoft.com/office/drawing/2014/main" id="{C43D78EC-D2E5-43AE-A67B-62639C5C8368}"/>
              </a:ext>
            </a:extLst>
          </p:cNvPr>
          <p:cNvSpPr/>
          <p:nvPr/>
        </p:nvSpPr>
        <p:spPr>
          <a:xfrm>
            <a:off x="4453217" y="2387084"/>
            <a:ext cx="237566" cy="369332"/>
          </a:xfrm>
          <a:prstGeom prst="rect">
            <a:avLst/>
          </a:prstGeom>
        </p:spPr>
        <p:txBody>
          <a:bodyPr wrap="none">
            <a:spAutoFit/>
          </a:bodyPr>
          <a:lstStyle/>
          <a:p>
            <a:pPr algn="l"/>
            <a:r>
              <a:rPr lang="en-US"/>
              <a:t> </a:t>
            </a:r>
          </a:p>
        </p:txBody>
      </p:sp>
      <p:pic>
        <p:nvPicPr>
          <p:cNvPr id="1028" name="Picture 4">
            <a:extLst>
              <a:ext uri="{FF2B5EF4-FFF2-40B4-BE49-F238E27FC236}">
                <a16:creationId xmlns:a16="http://schemas.microsoft.com/office/drawing/2014/main" id="{C3218FE3-490F-4CAB-A697-4B4E843D0449}"/>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63549" y="1965537"/>
            <a:ext cx="4424399" cy="248034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824443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
          <p:cNvSpPr txBox="1">
            <a:spLocks/>
          </p:cNvSpPr>
          <p:nvPr/>
        </p:nvSpPr>
        <p:spPr>
          <a:xfrm>
            <a:off x="463550" y="-25617"/>
            <a:ext cx="8443686" cy="857250"/>
          </a:xfrm>
          <a:prstGeom prst="rect">
            <a:avLst/>
          </a:prstGeom>
        </p:spPr>
        <p:txBody>
          <a:bodyPr vert="horz" lIns="91440" tIns="45720" rIns="91440" bIns="45720" rtlCol="0" anchor="ctr">
            <a:normAutofit/>
          </a:bodyPr>
          <a:lstStyle>
            <a:lvl1pPr algn="l" defTabSz="914400" rtl="0" eaLnBrk="1" latinLnBrk="0" hangingPunct="1">
              <a:spcBef>
                <a:spcPct val="0"/>
              </a:spcBef>
              <a:buNone/>
              <a:defRPr sz="2800" b="0" kern="1200">
                <a:solidFill>
                  <a:srgbClr val="17252F"/>
                </a:solidFill>
                <a:latin typeface="Roboto Light"/>
                <a:ea typeface="Roboto Condensed Regular"/>
                <a:cs typeface="Roboto Light"/>
              </a:defRPr>
            </a:lvl1pPr>
          </a:lstStyle>
          <a:p>
            <a:pPr algn="l" rtl="0"/>
            <a:r>
              <a:rPr lang="ar-IQ" sz="3400" b="1" dirty="0">
                <a:solidFill>
                  <a:srgbClr val="009BA0"/>
                </a:solidFill>
                <a:latin typeface="Arial Regular" charset="0"/>
                <a:ea typeface="Arial" charset="0"/>
                <a:cs typeface="Arial Regular" charset="0"/>
              </a:rPr>
              <a:t>Introduction to Common E-Learning Terminology</a:t>
            </a:r>
            <a:endParaRPr lang="en-US" sz="3400" b="1" dirty="0">
              <a:solidFill>
                <a:srgbClr val="009BA0"/>
              </a:solidFill>
              <a:latin typeface="Arial Regular" charset="0"/>
              <a:ea typeface="Arial" charset="0"/>
              <a:cs typeface="Arial Regular" charset="0"/>
            </a:endParaRPr>
          </a:p>
        </p:txBody>
      </p:sp>
      <p:sp>
        <p:nvSpPr>
          <p:cNvPr id="8" name="Rectangle 7"/>
          <p:cNvSpPr/>
          <p:nvPr/>
        </p:nvSpPr>
        <p:spPr>
          <a:xfrm>
            <a:off x="0" y="5072063"/>
            <a:ext cx="9144000" cy="77742"/>
          </a:xfrm>
          <a:prstGeom prst="rect">
            <a:avLst/>
          </a:prstGeom>
          <a:solidFill>
            <a:srgbClr val="43B6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a:solidFill>
                <a:schemeClr val="bg1"/>
              </a:solidFill>
              <a:latin typeface="Arial" charset="0"/>
            </a:endParaRPr>
          </a:p>
        </p:txBody>
      </p:sp>
      <p:cxnSp>
        <p:nvCxnSpPr>
          <p:cNvPr id="5" name="Straight Connector 4"/>
          <p:cNvCxnSpPr>
            <a:cxnSpLocks/>
          </p:cNvCxnSpPr>
          <p:nvPr/>
        </p:nvCxnSpPr>
        <p:spPr>
          <a:xfrm flipV="1">
            <a:off x="590567" y="654050"/>
            <a:ext cx="8089883" cy="44450"/>
          </a:xfrm>
          <a:prstGeom prst="line">
            <a:avLst/>
          </a:prstGeom>
          <a:ln w="12700" cmpd="sng">
            <a:solidFill>
              <a:srgbClr val="009BA0"/>
            </a:solidFill>
          </a:ln>
          <a:effectLst/>
        </p:spPr>
        <p:style>
          <a:lnRef idx="2">
            <a:schemeClr val="accent1"/>
          </a:lnRef>
          <a:fillRef idx="0">
            <a:schemeClr val="accent1"/>
          </a:fillRef>
          <a:effectRef idx="1">
            <a:schemeClr val="accent1"/>
          </a:effectRef>
          <a:fontRef idx="minor">
            <a:schemeClr val="tx1"/>
          </a:fontRef>
        </p:style>
      </p:cxnSp>
      <p:graphicFrame>
        <p:nvGraphicFramePr>
          <p:cNvPr id="11" name="Diagram 10">
            <a:extLst>
              <a:ext uri="{FF2B5EF4-FFF2-40B4-BE49-F238E27FC236}">
                <a16:creationId xmlns:a16="http://schemas.microsoft.com/office/drawing/2014/main" id="{D5268A83-11FA-44A7-8A92-B4D2AD624D1E}"/>
              </a:ext>
            </a:extLst>
          </p:cNvPr>
          <p:cNvGraphicFramePr/>
          <p:nvPr>
            <p:extLst>
              <p:ext uri="{D42A27DB-BD31-4B8C-83A1-F6EECF244321}">
                <p14:modId xmlns:p14="http://schemas.microsoft.com/office/powerpoint/2010/main" val="3296217952"/>
              </p:ext>
            </p:extLst>
          </p:nvPr>
        </p:nvGraphicFramePr>
        <p:xfrm>
          <a:off x="3930507" y="946657"/>
          <a:ext cx="4780171" cy="354279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0" name="Rectangle 9">
            <a:extLst>
              <a:ext uri="{FF2B5EF4-FFF2-40B4-BE49-F238E27FC236}">
                <a16:creationId xmlns:a16="http://schemas.microsoft.com/office/drawing/2014/main" id="{C43D78EC-D2E5-43AE-A67B-62639C5C8368}"/>
              </a:ext>
            </a:extLst>
          </p:cNvPr>
          <p:cNvSpPr/>
          <p:nvPr/>
        </p:nvSpPr>
        <p:spPr>
          <a:xfrm>
            <a:off x="4453217" y="2387084"/>
            <a:ext cx="237566" cy="369332"/>
          </a:xfrm>
          <a:prstGeom prst="rect">
            <a:avLst/>
          </a:prstGeom>
        </p:spPr>
        <p:txBody>
          <a:bodyPr wrap="none">
            <a:spAutoFit/>
          </a:bodyPr>
          <a:lstStyle/>
          <a:p>
            <a:pPr algn="l"/>
            <a:r>
              <a:rPr lang="en-US"/>
              <a:t> </a:t>
            </a:r>
          </a:p>
        </p:txBody>
      </p:sp>
      <p:pic>
        <p:nvPicPr>
          <p:cNvPr id="9" name="Графіка 7">
            <a:extLst>
              <a:ext uri="{FF2B5EF4-FFF2-40B4-BE49-F238E27FC236}">
                <a16:creationId xmlns:a16="http://schemas.microsoft.com/office/drawing/2014/main" id="{B0C8E0EB-2BFC-4BF7-8746-79139C1EF059}"/>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257314" y="3497265"/>
            <a:ext cx="2665393" cy="1077023"/>
          </a:xfrm>
          <a:prstGeom prst="rect">
            <a:avLst/>
          </a:prstGeom>
        </p:spPr>
      </p:pic>
      <p:pic>
        <p:nvPicPr>
          <p:cNvPr id="14" name="Picture 14" descr="A close up of a logo&#10;&#10;Description generated with high confidence">
            <a:extLst>
              <a:ext uri="{FF2B5EF4-FFF2-40B4-BE49-F238E27FC236}">
                <a16:creationId xmlns:a16="http://schemas.microsoft.com/office/drawing/2014/main" id="{D6067E57-DC41-4BBF-B6D7-62DD8699E781}"/>
              </a:ext>
            </a:extLst>
          </p:cNvPr>
          <p:cNvPicPr>
            <a:picLocks noChangeAspect="1"/>
          </p:cNvPicPr>
          <p:nvPr/>
        </p:nvPicPr>
        <p:blipFill>
          <a:blip r:embed="rId10">
            <a:extLst>
              <a:ext uri="{837473B0-CC2E-450A-ABE3-18F120FF3D39}">
                <a1611:picAttrSrcUrl xmlns:a1611="http://schemas.microsoft.com/office/drawing/2016/11/main" r:id="rId11"/>
              </a:ext>
            </a:extLst>
          </a:blip>
          <a:stretch>
            <a:fillRect/>
          </a:stretch>
        </p:blipFill>
        <p:spPr>
          <a:xfrm>
            <a:off x="590567" y="913211"/>
            <a:ext cx="1481585" cy="343096"/>
          </a:xfrm>
          <a:prstGeom prst="rect">
            <a:avLst/>
          </a:prstGeom>
        </p:spPr>
      </p:pic>
      <p:pic>
        <p:nvPicPr>
          <p:cNvPr id="18" name="Picture 18" descr="A close up of a logo&#10;&#10;Description generated with very high confidence">
            <a:extLst>
              <a:ext uri="{FF2B5EF4-FFF2-40B4-BE49-F238E27FC236}">
                <a16:creationId xmlns:a16="http://schemas.microsoft.com/office/drawing/2014/main" id="{46BF7AC7-B146-4419-A2AB-901C26A512C3}"/>
              </a:ext>
            </a:extLst>
          </p:cNvPr>
          <p:cNvPicPr>
            <a:picLocks noChangeAspect="1"/>
          </p:cNvPicPr>
          <p:nvPr/>
        </p:nvPicPr>
        <p:blipFill>
          <a:blip r:embed="rId12">
            <a:extLst>
              <a:ext uri="{837473B0-CC2E-450A-ABE3-18F120FF3D39}">
                <a1611:picAttrSrcUrl xmlns:a1611="http://schemas.microsoft.com/office/drawing/2016/11/main" r:id="rId13"/>
              </a:ext>
            </a:extLst>
          </a:blip>
          <a:stretch>
            <a:fillRect/>
          </a:stretch>
        </p:blipFill>
        <p:spPr>
          <a:xfrm>
            <a:off x="-197486" y="1414246"/>
            <a:ext cx="2743199" cy="1934677"/>
          </a:xfrm>
          <a:prstGeom prst="rect">
            <a:avLst/>
          </a:prstGeom>
        </p:spPr>
      </p:pic>
      <p:pic>
        <p:nvPicPr>
          <p:cNvPr id="22" name="Picture 22">
            <a:extLst>
              <a:ext uri="{FF2B5EF4-FFF2-40B4-BE49-F238E27FC236}">
                <a16:creationId xmlns:a16="http://schemas.microsoft.com/office/drawing/2014/main" id="{5C4BF719-0FA5-4D06-9E8A-8581ECDAC9D7}"/>
              </a:ext>
            </a:extLst>
          </p:cNvPr>
          <p:cNvPicPr>
            <a:picLocks noChangeAspect="1"/>
          </p:cNvPicPr>
          <p:nvPr/>
        </p:nvPicPr>
        <p:blipFill>
          <a:blip r:embed="rId14">
            <a:extLst>
              <a:ext uri="{837473B0-CC2E-450A-ABE3-18F120FF3D39}">
                <a1611:picAttrSrcUrl xmlns:a1611="http://schemas.microsoft.com/office/drawing/2016/11/main" r:id="rId15"/>
              </a:ext>
            </a:extLst>
          </a:blip>
          <a:stretch>
            <a:fillRect/>
          </a:stretch>
        </p:blipFill>
        <p:spPr>
          <a:xfrm>
            <a:off x="2451540" y="1375111"/>
            <a:ext cx="1061049" cy="789338"/>
          </a:xfrm>
          <a:prstGeom prst="rect">
            <a:avLst/>
          </a:prstGeom>
        </p:spPr>
      </p:pic>
    </p:spTree>
    <p:extLst>
      <p:ext uri="{BB962C8B-B14F-4D97-AF65-F5344CB8AC3E}">
        <p14:creationId xmlns:p14="http://schemas.microsoft.com/office/powerpoint/2010/main" val="253932669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12699"/>
            <a:ext cx="3703704" cy="5059363"/>
          </a:xfrm>
          <a:prstGeom prst="rect">
            <a:avLst/>
          </a:prstGeom>
          <a:solidFill>
            <a:schemeClr val="accent6">
              <a:lumMod val="75000"/>
            </a:schemeClr>
          </a:solidFill>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chemeClr val="accent3"/>
              </a:solidFill>
              <a:latin typeface="Arial" charset="0"/>
            </a:endParaRPr>
          </a:p>
        </p:txBody>
      </p:sp>
      <p:sp>
        <p:nvSpPr>
          <p:cNvPr id="13" name="Title 1"/>
          <p:cNvSpPr txBox="1">
            <a:spLocks/>
          </p:cNvSpPr>
          <p:nvPr/>
        </p:nvSpPr>
        <p:spPr>
          <a:xfrm>
            <a:off x="530943" y="1685937"/>
            <a:ext cx="3418652" cy="857250"/>
          </a:xfrm>
          <a:prstGeom prst="rect">
            <a:avLst/>
          </a:prstGeom>
        </p:spPr>
        <p:txBody>
          <a:bodyPr vert="horz" lIns="91440" tIns="45720" rIns="91440" bIns="45720" rtlCol="0" anchor="ctr">
            <a:normAutofit/>
          </a:bodyPr>
          <a:lstStyle>
            <a:lvl1pPr algn="l" defTabSz="914400" rtl="0" eaLnBrk="1" latinLnBrk="0" hangingPunct="1">
              <a:spcBef>
                <a:spcPct val="0"/>
              </a:spcBef>
              <a:buNone/>
              <a:defRPr sz="2800" b="0" kern="1200">
                <a:solidFill>
                  <a:srgbClr val="17252F"/>
                </a:solidFill>
                <a:latin typeface="Roboto Light"/>
                <a:ea typeface="Roboto Condensed Regular"/>
                <a:cs typeface="Roboto Light"/>
              </a:defRPr>
            </a:lvl1pPr>
          </a:lstStyle>
          <a:p>
            <a:pPr algn="l"/>
            <a:r>
              <a:rPr lang="ar-IQ" sz="4000" b="1" dirty="0">
                <a:solidFill>
                  <a:schemeClr val="bg1"/>
                </a:solidFill>
                <a:latin typeface="Arial Regular" charset="0"/>
                <a:ea typeface="Arial" charset="0"/>
                <a:cs typeface="Arial Regular" charset="0"/>
              </a:rPr>
              <a:t>Discuss</a:t>
            </a:r>
            <a:endParaRPr lang="en-US" sz="4000" b="1" dirty="0">
              <a:solidFill>
                <a:schemeClr val="bg1"/>
              </a:solidFill>
              <a:latin typeface="Arial Regular" charset="0"/>
              <a:ea typeface="Arial" charset="0"/>
              <a:cs typeface="Arial Regular" charset="0"/>
            </a:endParaRPr>
          </a:p>
        </p:txBody>
      </p:sp>
      <p:sp>
        <p:nvSpPr>
          <p:cNvPr id="8" name="Rectangle 7"/>
          <p:cNvSpPr/>
          <p:nvPr/>
        </p:nvSpPr>
        <p:spPr>
          <a:xfrm>
            <a:off x="0" y="5072063"/>
            <a:ext cx="9144000" cy="77742"/>
          </a:xfrm>
          <a:prstGeom prst="rect">
            <a:avLst/>
          </a:prstGeom>
          <a:solidFill>
            <a:srgbClr val="43B6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a:solidFill>
                <a:schemeClr val="bg1"/>
              </a:solidFill>
              <a:latin typeface="Arial" charset="0"/>
            </a:endParaRPr>
          </a:p>
        </p:txBody>
      </p:sp>
      <p:sp>
        <p:nvSpPr>
          <p:cNvPr id="7" name="TextBox 6"/>
          <p:cNvSpPr txBox="1"/>
          <p:nvPr/>
        </p:nvSpPr>
        <p:spPr>
          <a:xfrm>
            <a:off x="4107051" y="1468231"/>
            <a:ext cx="4835471" cy="1477328"/>
          </a:xfrm>
          <a:prstGeom prst="rect">
            <a:avLst/>
          </a:prstGeom>
          <a:noFill/>
        </p:spPr>
        <p:txBody>
          <a:bodyPr wrap="square" rtlCol="0">
            <a:spAutoFit/>
          </a:bodyPr>
          <a:lstStyle/>
          <a:p>
            <a:pPr algn="l" rtl="0"/>
            <a:r>
              <a:rPr lang="ar-IQ" dirty="0"/>
              <a:t>Why is e-learning necessary for universities within the higher education system in Iraq today?</a:t>
            </a:r>
          </a:p>
          <a:p>
            <a:pPr algn="l" rtl="0"/>
            <a:endParaRPr lang="ar-IQ" dirty="0"/>
          </a:p>
          <a:p>
            <a:pPr algn="l" rtl="0"/>
            <a:r>
              <a:rPr lang="ar-IQ" dirty="0"/>
              <a:t>Think for one minute, then type your answer in the chat box in Arabic or English!</a:t>
            </a:r>
            <a:endParaRPr lang="en-US" b="1" i="1" dirty="0"/>
          </a:p>
        </p:txBody>
      </p:sp>
    </p:spTree>
    <p:extLst>
      <p:ext uri="{BB962C8B-B14F-4D97-AF65-F5344CB8AC3E}">
        <p14:creationId xmlns:p14="http://schemas.microsoft.com/office/powerpoint/2010/main" val="177810994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
          <p:cNvSpPr txBox="1">
            <a:spLocks/>
          </p:cNvSpPr>
          <p:nvPr/>
        </p:nvSpPr>
        <p:spPr>
          <a:xfrm>
            <a:off x="533400" y="6350"/>
            <a:ext cx="8077200" cy="857250"/>
          </a:xfrm>
          <a:prstGeom prst="rect">
            <a:avLst/>
          </a:prstGeom>
        </p:spPr>
        <p:txBody>
          <a:bodyPr vert="horz" lIns="91440" tIns="45720" rIns="91440" bIns="45720" rtlCol="0" anchor="ctr">
            <a:normAutofit/>
          </a:bodyPr>
          <a:lstStyle>
            <a:lvl1pPr algn="l" defTabSz="914400" rtl="0" eaLnBrk="1" latinLnBrk="0" hangingPunct="1">
              <a:spcBef>
                <a:spcPct val="0"/>
              </a:spcBef>
              <a:buNone/>
              <a:defRPr sz="2800" b="0" kern="1200">
                <a:solidFill>
                  <a:srgbClr val="17252F"/>
                </a:solidFill>
                <a:latin typeface="Roboto Light"/>
                <a:ea typeface="Roboto Condensed Regular"/>
                <a:cs typeface="Roboto Light"/>
              </a:defRPr>
            </a:lvl1pPr>
          </a:lstStyle>
          <a:p>
            <a:pPr algn="l" rtl="0"/>
            <a:r>
              <a:rPr lang="ar-IQ" sz="3400" b="1" dirty="0">
                <a:solidFill>
                  <a:srgbClr val="009BA0"/>
                </a:solidFill>
                <a:latin typeface="Arial Regular" charset="0"/>
                <a:ea typeface="Arial" charset="0"/>
                <a:cs typeface="Arial Regular" charset="0"/>
              </a:rPr>
              <a:t>Current Need: E-Learning in Iraq</a:t>
            </a:r>
            <a:endParaRPr lang="en-US" sz="3400" b="1" dirty="0">
              <a:solidFill>
                <a:srgbClr val="009BA0"/>
              </a:solidFill>
              <a:latin typeface="Arial Regular" charset="0"/>
              <a:ea typeface="Arial" charset="0"/>
              <a:cs typeface="Arial Regular" charset="0"/>
            </a:endParaRPr>
          </a:p>
        </p:txBody>
      </p:sp>
      <p:sp>
        <p:nvSpPr>
          <p:cNvPr id="8" name="Rectangle 7"/>
          <p:cNvSpPr/>
          <p:nvPr/>
        </p:nvSpPr>
        <p:spPr>
          <a:xfrm>
            <a:off x="0" y="5072063"/>
            <a:ext cx="9144000" cy="77742"/>
          </a:xfrm>
          <a:prstGeom prst="rect">
            <a:avLst/>
          </a:prstGeom>
          <a:solidFill>
            <a:srgbClr val="43B6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a:solidFill>
                <a:schemeClr val="bg1"/>
              </a:solidFill>
              <a:latin typeface="Arial" charset="0"/>
            </a:endParaRPr>
          </a:p>
        </p:txBody>
      </p:sp>
      <p:cxnSp>
        <p:nvCxnSpPr>
          <p:cNvPr id="5" name="Straight Connector 4"/>
          <p:cNvCxnSpPr>
            <a:cxnSpLocks/>
          </p:cNvCxnSpPr>
          <p:nvPr/>
        </p:nvCxnSpPr>
        <p:spPr>
          <a:xfrm flipV="1">
            <a:off x="590567" y="654050"/>
            <a:ext cx="8089883" cy="44450"/>
          </a:xfrm>
          <a:prstGeom prst="line">
            <a:avLst/>
          </a:prstGeom>
          <a:ln w="12700" cmpd="sng">
            <a:solidFill>
              <a:srgbClr val="009BA0"/>
            </a:solidFill>
          </a:ln>
          <a:effectLst/>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296798" y="1006864"/>
            <a:ext cx="8677419" cy="3170099"/>
          </a:xfrm>
          <a:prstGeom prst="rect">
            <a:avLst/>
          </a:prstGeom>
          <a:noFill/>
        </p:spPr>
        <p:txBody>
          <a:bodyPr wrap="square" rtlCol="0">
            <a:spAutoFit/>
          </a:bodyPr>
          <a:lstStyle/>
          <a:p>
            <a:pPr marL="285750" indent="-285750" algn="l" rtl="0">
              <a:buFont typeface="Arial" charset="0"/>
              <a:buChar char="•"/>
            </a:pPr>
            <a:r>
              <a:rPr lang="ar-IQ" sz="2000" dirty="0">
                <a:solidFill>
                  <a:srgbClr val="082C2D"/>
                </a:solidFill>
                <a:latin typeface="Arial" charset="0"/>
                <a:ea typeface="Arial" charset="0"/>
                <a:cs typeface="Arial" charset="0"/>
              </a:rPr>
              <a:t>ضروري لتقدم الطالب</a:t>
            </a:r>
          </a:p>
          <a:p>
            <a:pPr marL="285750" indent="-285750" algn="l" rtl="0">
              <a:buFont typeface="Arial" charset="0"/>
              <a:buChar char="•"/>
            </a:pPr>
            <a:r>
              <a:rPr lang="ar-IQ" sz="2000" dirty="0">
                <a:solidFill>
                  <a:srgbClr val="082C2D"/>
                </a:solidFill>
                <a:latin typeface="Arial" charset="0"/>
                <a:ea typeface="Arial" charset="0"/>
                <a:cs typeface="Arial" charset="0"/>
              </a:rPr>
              <a:t>عالم جديد للتعلّم والتعليم</a:t>
            </a:r>
          </a:p>
          <a:p>
            <a:pPr marL="285750" indent="-285750" algn="l" rtl="0">
              <a:buFont typeface="Arial" charset="0"/>
              <a:buChar char="•"/>
            </a:pPr>
            <a:r>
              <a:rPr lang="ar-IQ" sz="2000" dirty="0">
                <a:solidFill>
                  <a:srgbClr val="082C2D"/>
                </a:solidFill>
                <a:latin typeface="Arial" charset="0"/>
                <a:ea typeface="Arial" charset="0"/>
                <a:cs typeface="Arial" charset="0"/>
              </a:rPr>
              <a:t>الطريقة الأكثر كفاءة لإكمال العام الدراسي</a:t>
            </a:r>
          </a:p>
          <a:p>
            <a:pPr marL="285750" indent="-285750" algn="l" rtl="0">
              <a:buFont typeface="Arial" charset="0"/>
              <a:buChar char="•"/>
            </a:pPr>
            <a:r>
              <a:rPr lang="ar-IQ" sz="2000" dirty="0">
                <a:solidFill>
                  <a:srgbClr val="082C2D"/>
                </a:solidFill>
                <a:latin typeface="Arial" charset="0"/>
                <a:ea typeface="Arial" charset="0"/>
                <a:cs typeface="Arial" charset="0"/>
              </a:rPr>
              <a:t>الوصول الى المادة والقياس</a:t>
            </a:r>
          </a:p>
          <a:p>
            <a:pPr marL="285750" indent="-285750" algn="l" rtl="0">
              <a:buFont typeface="Arial" charset="0"/>
              <a:buChar char="•"/>
            </a:pPr>
            <a:r>
              <a:rPr lang="ar-IQ" sz="2000" dirty="0">
                <a:solidFill>
                  <a:srgbClr val="082C2D"/>
                </a:solidFill>
                <a:latin typeface="Arial" charset="0"/>
                <a:ea typeface="Arial" charset="0"/>
                <a:cs typeface="Arial" charset="0"/>
              </a:rPr>
              <a:t>يسمح التعلّم الإلكتروني المُنسّق بالوصول إلى معظم الطلبة</a:t>
            </a:r>
          </a:p>
          <a:p>
            <a:pPr marL="285750" indent="-285750" algn="l" rtl="0">
              <a:buFont typeface="Arial" charset="0"/>
              <a:buChar char="•"/>
            </a:pPr>
            <a:r>
              <a:rPr lang="ar-IQ" sz="2000" dirty="0">
                <a:solidFill>
                  <a:srgbClr val="082C2D"/>
                </a:solidFill>
                <a:latin typeface="Arial" charset="0"/>
                <a:ea typeface="Arial" charset="0"/>
                <a:cs typeface="Arial" charset="0"/>
              </a:rPr>
              <a:t>يسهم في بناء مهارات القرن الحادي والعشرين</a:t>
            </a:r>
          </a:p>
          <a:p>
            <a:pPr marL="285750" indent="-285750" algn="l" rtl="0">
              <a:buFont typeface="Arial" charset="0"/>
              <a:buChar char="•"/>
            </a:pPr>
            <a:r>
              <a:rPr lang="ar-IQ" sz="2000" dirty="0">
                <a:solidFill>
                  <a:srgbClr val="082C2D"/>
                </a:solidFill>
                <a:latin typeface="Arial" charset="0"/>
                <a:ea typeface="Arial" charset="0"/>
                <a:cs typeface="Arial" charset="0"/>
              </a:rPr>
              <a:t>يشكّل فرصةً لأعضاء هيئة التدريس والطلبة لتعلّم كل من المحتوى والمهارات الرقمية الضرورية  في البيئات التعليمية وكذلك أماكن العمل </a:t>
            </a:r>
          </a:p>
          <a:p>
            <a:pPr marL="285750" indent="-285750" algn="l" rtl="0">
              <a:buFont typeface="Arial" charset="0"/>
              <a:buChar char="•"/>
            </a:pPr>
            <a:r>
              <a:rPr lang="ar-IQ" sz="2000" dirty="0">
                <a:solidFill>
                  <a:srgbClr val="082C2D"/>
                </a:solidFill>
                <a:latin typeface="Arial" charset="0"/>
                <a:ea typeface="Arial" charset="0"/>
                <a:cs typeface="Arial" charset="0"/>
              </a:rPr>
              <a:t>المشاركة البناءة</a:t>
            </a:r>
          </a:p>
          <a:p>
            <a:pPr marL="285750" indent="-285750" algn="l" rtl="0">
              <a:buFont typeface="Arial" charset="0"/>
              <a:buChar char="•"/>
            </a:pPr>
            <a:r>
              <a:rPr lang="ar-IQ" sz="2000" dirty="0">
                <a:solidFill>
                  <a:srgbClr val="082C2D"/>
                </a:solidFill>
                <a:latin typeface="Arial" charset="0"/>
                <a:ea typeface="Arial" charset="0"/>
                <a:cs typeface="Arial" charset="0"/>
              </a:rPr>
              <a:t>يتيح الفرصة للطلبة لمواصلة التعلّم والتفاعل من المنزل مع بعضهم البعض وأعضاء هيئة التدريس.</a:t>
            </a:r>
            <a:endParaRPr lang="en-US" sz="2000" dirty="0">
              <a:solidFill>
                <a:srgbClr val="082C2D"/>
              </a:solidFill>
              <a:latin typeface="Arial" charset="0"/>
              <a:ea typeface="Arial" charset="0"/>
              <a:cs typeface="Arial" charset="0"/>
            </a:endParaRPr>
          </a:p>
        </p:txBody>
      </p:sp>
    </p:spTree>
    <p:extLst>
      <p:ext uri="{BB962C8B-B14F-4D97-AF65-F5344CB8AC3E}">
        <p14:creationId xmlns:p14="http://schemas.microsoft.com/office/powerpoint/2010/main" val="183676458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
          <p:cNvSpPr txBox="1">
            <a:spLocks/>
          </p:cNvSpPr>
          <p:nvPr/>
        </p:nvSpPr>
        <p:spPr>
          <a:xfrm>
            <a:off x="533400" y="6350"/>
            <a:ext cx="8077200" cy="857250"/>
          </a:xfrm>
          <a:prstGeom prst="rect">
            <a:avLst/>
          </a:prstGeom>
        </p:spPr>
        <p:txBody>
          <a:bodyPr vert="horz" lIns="91440" tIns="45720" rIns="91440" bIns="45720" rtlCol="0" anchor="ctr">
            <a:normAutofit/>
          </a:bodyPr>
          <a:lstStyle>
            <a:lvl1pPr algn="l" defTabSz="914400" rtl="0" eaLnBrk="1" latinLnBrk="0" hangingPunct="1">
              <a:spcBef>
                <a:spcPct val="0"/>
              </a:spcBef>
              <a:buNone/>
              <a:defRPr sz="2800" b="0" kern="1200">
                <a:solidFill>
                  <a:srgbClr val="17252F"/>
                </a:solidFill>
                <a:latin typeface="Roboto Light"/>
                <a:ea typeface="Roboto Condensed Regular"/>
                <a:cs typeface="Roboto Light"/>
              </a:defRPr>
            </a:lvl1pPr>
          </a:lstStyle>
          <a:p>
            <a:pPr algn="l" rtl="0"/>
            <a:r>
              <a:rPr lang="ar-IQ" sz="2600" b="1" dirty="0">
                <a:solidFill>
                  <a:srgbClr val="009BA0"/>
                </a:solidFill>
                <a:latin typeface="Arial Regular" charset="0"/>
                <a:ea typeface="Arial" charset="0"/>
                <a:cs typeface="Arial Regular" charset="0"/>
              </a:rPr>
              <a:t>Basic Principles and Best Practices in E-Learning</a:t>
            </a:r>
            <a:endParaRPr lang="en-US" sz="2600" b="1" dirty="0">
              <a:solidFill>
                <a:srgbClr val="009BA0"/>
              </a:solidFill>
              <a:latin typeface="Arial Regular" charset="0"/>
              <a:ea typeface="Arial" charset="0"/>
              <a:cs typeface="Arial Regular" charset="0"/>
            </a:endParaRPr>
          </a:p>
        </p:txBody>
      </p:sp>
      <p:sp>
        <p:nvSpPr>
          <p:cNvPr id="8" name="Rectangle 7"/>
          <p:cNvSpPr/>
          <p:nvPr/>
        </p:nvSpPr>
        <p:spPr>
          <a:xfrm flipV="1">
            <a:off x="1170669" y="4140032"/>
            <a:ext cx="7303673" cy="107318"/>
          </a:xfrm>
          <a:prstGeom prst="rect">
            <a:avLst/>
          </a:prstGeom>
          <a:solidFill>
            <a:srgbClr val="43B6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a:solidFill>
                <a:schemeClr val="bg1"/>
              </a:solidFill>
              <a:latin typeface="Arial" charset="0"/>
            </a:endParaRPr>
          </a:p>
        </p:txBody>
      </p:sp>
      <p:cxnSp>
        <p:nvCxnSpPr>
          <p:cNvPr id="5" name="Straight Connector 4"/>
          <p:cNvCxnSpPr>
            <a:cxnSpLocks/>
          </p:cNvCxnSpPr>
          <p:nvPr/>
        </p:nvCxnSpPr>
        <p:spPr>
          <a:xfrm flipV="1">
            <a:off x="590567" y="654050"/>
            <a:ext cx="8089883" cy="44450"/>
          </a:xfrm>
          <a:prstGeom prst="line">
            <a:avLst/>
          </a:prstGeom>
          <a:ln w="12700" cmpd="sng">
            <a:solidFill>
              <a:srgbClr val="009BA0"/>
            </a:solidFill>
          </a:ln>
          <a:effectLst/>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20717" y="1003468"/>
            <a:ext cx="8089883" cy="400110"/>
          </a:xfrm>
          <a:prstGeom prst="rect">
            <a:avLst/>
          </a:prstGeom>
          <a:noFill/>
        </p:spPr>
        <p:txBody>
          <a:bodyPr wrap="square" rtlCol="0">
            <a:spAutoFit/>
          </a:bodyPr>
          <a:lstStyle/>
          <a:p>
            <a:pPr marL="285750" indent="-285750" algn="l">
              <a:buFont typeface="Arial" charset="0"/>
              <a:buChar char="•"/>
            </a:pPr>
            <a:endParaRPr lang="en-US" sz="2000">
              <a:solidFill>
                <a:srgbClr val="082C2D"/>
              </a:solidFill>
              <a:latin typeface="Arial" charset="0"/>
              <a:ea typeface="Arial" charset="0"/>
              <a:cs typeface="Arial" charset="0"/>
            </a:endParaRPr>
          </a:p>
        </p:txBody>
      </p:sp>
      <p:sp>
        <p:nvSpPr>
          <p:cNvPr id="4" name="TextBox 3">
            <a:extLst>
              <a:ext uri="{FF2B5EF4-FFF2-40B4-BE49-F238E27FC236}">
                <a16:creationId xmlns:a16="http://schemas.microsoft.com/office/drawing/2014/main" id="{03D51346-3B25-4E54-97E1-8797597038D1}"/>
              </a:ext>
            </a:extLst>
          </p:cNvPr>
          <p:cNvSpPr txBox="1"/>
          <p:nvPr/>
        </p:nvSpPr>
        <p:spPr>
          <a:xfrm>
            <a:off x="726822" y="1059650"/>
            <a:ext cx="7817371" cy="646331"/>
          </a:xfrm>
          <a:prstGeom prst="rect">
            <a:avLst/>
          </a:prstGeom>
        </p:spPr>
        <p:style>
          <a:lnRef idx="2">
            <a:schemeClr val="dk1">
              <a:shade val="50000"/>
            </a:schemeClr>
          </a:lnRef>
          <a:fillRef idx="1">
            <a:schemeClr val="dk1"/>
          </a:fillRef>
          <a:effectRef idx="0">
            <a:schemeClr val="dk1"/>
          </a:effectRef>
          <a:fontRef idx="minor">
            <a:schemeClr val="lt1"/>
          </a:fontRef>
        </p:style>
        <p:txBody>
          <a:bodyPr wrap="square" rtlCol="0">
            <a:spAutoFit/>
          </a:bodyPr>
          <a:lstStyle/>
          <a:p>
            <a:pPr algn="l" rtl="0"/>
            <a:r>
              <a:rPr lang="ar-IQ" dirty="0"/>
              <a:t>Question: Which of the principles and practices below should be modified to suit the e-learning environment? Enter your answer in the chat box!</a:t>
            </a:r>
            <a:endParaRPr lang="en-US" dirty="0"/>
          </a:p>
        </p:txBody>
      </p:sp>
      <p:sp>
        <p:nvSpPr>
          <p:cNvPr id="6" name="TextBox 5">
            <a:extLst>
              <a:ext uri="{FF2B5EF4-FFF2-40B4-BE49-F238E27FC236}">
                <a16:creationId xmlns:a16="http://schemas.microsoft.com/office/drawing/2014/main" id="{405C8739-36CC-4E85-895F-BFE1ADD521DA}"/>
              </a:ext>
            </a:extLst>
          </p:cNvPr>
          <p:cNvSpPr txBox="1"/>
          <p:nvPr/>
        </p:nvSpPr>
        <p:spPr>
          <a:xfrm>
            <a:off x="4855529" y="2058661"/>
            <a:ext cx="3618814" cy="2031325"/>
          </a:xfrm>
          <a:prstGeom prst="rect">
            <a:avLst/>
          </a:prstGeom>
          <a:noFill/>
        </p:spPr>
        <p:txBody>
          <a:bodyPr wrap="square" rtlCol="0">
            <a:spAutoFit/>
          </a:bodyPr>
          <a:lstStyle/>
          <a:p>
            <a:pPr marL="342900" indent="-342900" algn="l" rtl="0">
              <a:buAutoNum type="arabicPeriod"/>
            </a:pPr>
            <a:r>
              <a:rPr lang="ar-IQ" dirty="0"/>
              <a:t>Course and lesson structure</a:t>
            </a:r>
          </a:p>
          <a:p>
            <a:pPr marL="342900" indent="-342900" algn="l" rtl="0">
              <a:buAutoNum type="arabicPeriod"/>
            </a:pPr>
            <a:r>
              <a:rPr lang="ar-IQ" dirty="0"/>
              <a:t>Teaching methods</a:t>
            </a:r>
          </a:p>
          <a:p>
            <a:pPr marL="342900" indent="-342900" algn="l" rtl="0">
              <a:buAutoNum type="arabicPeriod"/>
            </a:pPr>
            <a:r>
              <a:rPr lang="ar-IQ" dirty="0"/>
              <a:t>Educational materials</a:t>
            </a:r>
          </a:p>
          <a:p>
            <a:pPr marL="342900" indent="-342900" algn="l" rtl="0">
              <a:buAutoNum type="arabicPeriod"/>
            </a:pPr>
            <a:r>
              <a:rPr lang="ar-IQ" dirty="0"/>
              <a:t>Classroom activities</a:t>
            </a:r>
          </a:p>
          <a:p>
            <a:pPr marL="342900" indent="-342900" algn="l" rtl="0">
              <a:buAutoNum type="arabicPeriod"/>
            </a:pPr>
            <a:r>
              <a:rPr lang="ar-IQ" dirty="0"/>
              <a:t>Student engagement</a:t>
            </a:r>
          </a:p>
          <a:p>
            <a:pPr marL="342900" indent="-342900" algn="l" rtl="0">
              <a:buAutoNum type="arabicPeriod"/>
            </a:pPr>
            <a:r>
              <a:rPr lang="ar-IQ" dirty="0"/>
              <a:t>Grading and evaluation</a:t>
            </a:r>
          </a:p>
          <a:p>
            <a:pPr marL="342900" indent="-342900" algn="l" rtl="0">
              <a:buAutoNum type="arabicPeriod"/>
            </a:pPr>
            <a:r>
              <a:rPr lang="ar-IQ" dirty="0"/>
              <a:t>Ease of access to materials</a:t>
            </a:r>
            <a:endParaRPr lang="en-US" dirty="0"/>
          </a:p>
        </p:txBody>
      </p:sp>
      <p:pic>
        <p:nvPicPr>
          <p:cNvPr id="14" name="Графіка 14">
            <a:extLst>
              <a:ext uri="{FF2B5EF4-FFF2-40B4-BE49-F238E27FC236}">
                <a16:creationId xmlns:a16="http://schemas.microsoft.com/office/drawing/2014/main" id="{69FB08E2-0EE1-4627-B584-994C69F789D7}"/>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56971" y="1902216"/>
            <a:ext cx="3128447" cy="2737741"/>
          </a:xfrm>
          <a:prstGeom prst="rect">
            <a:avLst/>
          </a:prstGeom>
        </p:spPr>
      </p:pic>
    </p:spTree>
    <p:extLst>
      <p:ext uri="{BB962C8B-B14F-4D97-AF65-F5344CB8AC3E}">
        <p14:creationId xmlns:p14="http://schemas.microsoft.com/office/powerpoint/2010/main" val="51437068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368413" y="51571"/>
            <a:ext cx="3703704" cy="5059363"/>
          </a:xfrm>
          <a:prstGeom prst="rect">
            <a:avLst/>
          </a:prstGeom>
          <a:solidFill>
            <a:srgbClr val="99B83C"/>
          </a:solidFill>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chemeClr val="accent3"/>
              </a:solidFill>
              <a:latin typeface="Arial" charset="0"/>
            </a:endParaRPr>
          </a:p>
        </p:txBody>
      </p:sp>
      <p:sp>
        <p:nvSpPr>
          <p:cNvPr id="13" name="Title 1"/>
          <p:cNvSpPr txBox="1">
            <a:spLocks/>
          </p:cNvSpPr>
          <p:nvPr/>
        </p:nvSpPr>
        <p:spPr>
          <a:xfrm>
            <a:off x="294141" y="1451539"/>
            <a:ext cx="3277881" cy="857250"/>
          </a:xfrm>
          <a:prstGeom prst="rect">
            <a:avLst/>
          </a:prstGeom>
        </p:spPr>
        <p:txBody>
          <a:bodyPr vert="horz" lIns="91440" tIns="45720" rIns="91440" bIns="45720" rtlCol="0" anchor="ctr">
            <a:noAutofit/>
          </a:bodyPr>
          <a:lstStyle>
            <a:lvl1pPr algn="l" defTabSz="914400" rtl="0" eaLnBrk="1" latinLnBrk="0" hangingPunct="1">
              <a:spcBef>
                <a:spcPct val="0"/>
              </a:spcBef>
              <a:buNone/>
              <a:defRPr sz="2800" b="0" kern="1200">
                <a:solidFill>
                  <a:srgbClr val="17252F"/>
                </a:solidFill>
                <a:latin typeface="Roboto Light"/>
                <a:ea typeface="Roboto Condensed Regular"/>
                <a:cs typeface="Roboto Light"/>
              </a:defRPr>
            </a:lvl1pPr>
          </a:lstStyle>
          <a:p>
            <a:pPr algn="l"/>
            <a:r>
              <a:rPr lang="en-JM" b="1" dirty="0">
                <a:solidFill>
                  <a:schemeClr val="bg1"/>
                </a:solidFill>
                <a:latin typeface="Arial Regular" charset="0"/>
                <a:ea typeface="Arial" charset="0"/>
                <a:cs typeface="Arial Regular" charset="0"/>
              </a:rPr>
              <a:t>Adapting to E-Learning:</a:t>
            </a:r>
          </a:p>
          <a:p>
            <a:pPr algn="l"/>
            <a:r>
              <a:rPr lang="en-JM" b="1" dirty="0">
                <a:solidFill>
                  <a:schemeClr val="bg1"/>
                </a:solidFill>
                <a:latin typeface="Arial Regular" charset="0"/>
                <a:ea typeface="Arial" charset="0"/>
                <a:cs typeface="Arial Regular" charset="0"/>
              </a:rPr>
              <a:t>Pause and Reflect</a:t>
            </a:r>
            <a:endParaRPr lang="en-US" b="1" dirty="0">
              <a:solidFill>
                <a:schemeClr val="bg1"/>
              </a:solidFill>
              <a:latin typeface="Arial Regular" charset="0"/>
              <a:ea typeface="Arial" charset="0"/>
              <a:cs typeface="Arial Regular" charset="0"/>
            </a:endParaRPr>
          </a:p>
        </p:txBody>
      </p:sp>
      <p:sp>
        <p:nvSpPr>
          <p:cNvPr id="8" name="Rectangle 7"/>
          <p:cNvSpPr/>
          <p:nvPr/>
        </p:nvSpPr>
        <p:spPr>
          <a:xfrm>
            <a:off x="0" y="5072063"/>
            <a:ext cx="9144000" cy="77742"/>
          </a:xfrm>
          <a:prstGeom prst="rect">
            <a:avLst/>
          </a:prstGeom>
          <a:solidFill>
            <a:srgbClr val="43B6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a:solidFill>
                <a:schemeClr val="bg1"/>
              </a:solidFill>
              <a:latin typeface="Arial" charset="0"/>
            </a:endParaRPr>
          </a:p>
        </p:txBody>
      </p:sp>
      <p:sp>
        <p:nvSpPr>
          <p:cNvPr id="3" name="TextBox 2">
            <a:extLst>
              <a:ext uri="{FF2B5EF4-FFF2-40B4-BE49-F238E27FC236}">
                <a16:creationId xmlns:a16="http://schemas.microsoft.com/office/drawing/2014/main" id="{56767793-0A57-44DC-9798-72921398CB2C}"/>
              </a:ext>
            </a:extLst>
          </p:cNvPr>
          <p:cNvSpPr txBox="1"/>
          <p:nvPr/>
        </p:nvSpPr>
        <p:spPr>
          <a:xfrm>
            <a:off x="202593" y="554463"/>
            <a:ext cx="4661365" cy="1938992"/>
          </a:xfrm>
          <a:prstGeom prst="rect">
            <a:avLst/>
          </a:prstGeom>
          <a:noFill/>
        </p:spPr>
        <p:txBody>
          <a:bodyPr wrap="square" rtlCol="0" anchor="t">
            <a:spAutoFit/>
          </a:bodyPr>
          <a:lstStyle/>
          <a:p>
            <a:pPr algn="l" rtl="0"/>
            <a:r>
              <a:rPr lang="ar-IQ" sz="2000" dirty="0"/>
              <a:t>الكثير منكم يحاول بالفعل تطبيق التعلّم الإلكتروني. ما الذي بدأت بالفعل في تعديله لكي يتلائم مع التعلّم الإلكتروني وما هو نشاطك حول ذلك حاليًا؟</a:t>
            </a:r>
          </a:p>
          <a:p>
            <a:pPr algn="l" rtl="0"/>
            <a:endParaRPr lang="ar-IQ" sz="2000" dirty="0"/>
          </a:p>
          <a:p>
            <a:pPr algn="l" rtl="0"/>
            <a:r>
              <a:rPr lang="ar-IQ" sz="2000" dirty="0"/>
              <a:t>ما هي المجالات التي يمكنك البدء في تعديلها الآن للتحضير لدورات التدريس عبر الإنترنت؟</a:t>
            </a:r>
            <a:endParaRPr lang="en-US" sz="2000" dirty="0"/>
          </a:p>
        </p:txBody>
      </p:sp>
      <p:sp>
        <p:nvSpPr>
          <p:cNvPr id="4" name="TextBox 3">
            <a:extLst>
              <a:ext uri="{FF2B5EF4-FFF2-40B4-BE49-F238E27FC236}">
                <a16:creationId xmlns:a16="http://schemas.microsoft.com/office/drawing/2014/main" id="{5598486B-C921-472B-90EF-148A3C21D165}"/>
              </a:ext>
            </a:extLst>
          </p:cNvPr>
          <p:cNvSpPr txBox="1"/>
          <p:nvPr/>
        </p:nvSpPr>
        <p:spPr>
          <a:xfrm>
            <a:off x="84062" y="4096301"/>
            <a:ext cx="5032124" cy="369332"/>
          </a:xfrm>
          <a:prstGeom prst="rect">
            <a:avLst/>
          </a:prstGeom>
          <a:noFill/>
        </p:spPr>
        <p:txBody>
          <a:bodyPr wrap="square" rtlCol="0">
            <a:spAutoFit/>
          </a:bodyPr>
          <a:lstStyle/>
          <a:p>
            <a:pPr algn="l" rtl="0"/>
            <a:r>
              <a:rPr lang="ar-IQ" dirty="0"/>
              <a:t>We will return to this topic again later in the module!</a:t>
            </a:r>
            <a:endParaRPr lang="en-US" dirty="0"/>
          </a:p>
        </p:txBody>
      </p:sp>
      <p:sp>
        <p:nvSpPr>
          <p:cNvPr id="5" name="TextBox 4">
            <a:extLst>
              <a:ext uri="{FF2B5EF4-FFF2-40B4-BE49-F238E27FC236}">
                <a16:creationId xmlns:a16="http://schemas.microsoft.com/office/drawing/2014/main" id="{6C25B031-A7F5-4EE3-87CB-94E88A701142}"/>
              </a:ext>
            </a:extLst>
          </p:cNvPr>
          <p:cNvSpPr txBox="1"/>
          <p:nvPr/>
        </p:nvSpPr>
        <p:spPr>
          <a:xfrm>
            <a:off x="5466735" y="1431626"/>
            <a:ext cx="3473700" cy="954107"/>
          </a:xfrm>
          <a:prstGeom prst="rect">
            <a:avLst/>
          </a:prstGeom>
          <a:noFill/>
        </p:spPr>
        <p:txBody>
          <a:bodyPr wrap="square" rtlCol="0">
            <a:spAutoFit/>
          </a:bodyPr>
          <a:lstStyle/>
          <a:p>
            <a:pPr algn="l" rtl="0"/>
            <a:r>
              <a:rPr lang="ar-IQ" sz="2800" dirty="0">
                <a:solidFill>
                  <a:schemeClr val="bg1"/>
                </a:solidFill>
              </a:rPr>
              <a:t>Adapting to E-Learning:</a:t>
            </a:r>
          </a:p>
          <a:p>
            <a:pPr algn="l" rtl="0"/>
            <a:r>
              <a:rPr lang="ar-IQ" sz="2800" dirty="0">
                <a:solidFill>
                  <a:schemeClr val="bg1"/>
                </a:solidFill>
              </a:rPr>
              <a:t>Pause and Reflect</a:t>
            </a:r>
            <a:endParaRPr lang="en-US" sz="2800" dirty="0">
              <a:solidFill>
                <a:schemeClr val="bg1"/>
              </a:solidFill>
            </a:endParaRPr>
          </a:p>
        </p:txBody>
      </p:sp>
    </p:spTree>
    <p:extLst>
      <p:ext uri="{BB962C8B-B14F-4D97-AF65-F5344CB8AC3E}">
        <p14:creationId xmlns:p14="http://schemas.microsoft.com/office/powerpoint/2010/main" val="377759950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
          <p:cNvSpPr txBox="1">
            <a:spLocks/>
          </p:cNvSpPr>
          <p:nvPr/>
        </p:nvSpPr>
        <p:spPr>
          <a:xfrm>
            <a:off x="533400" y="6350"/>
            <a:ext cx="8077200" cy="857250"/>
          </a:xfrm>
          <a:prstGeom prst="rect">
            <a:avLst/>
          </a:prstGeom>
        </p:spPr>
        <p:txBody>
          <a:bodyPr vert="horz" lIns="91440" tIns="45720" rIns="91440" bIns="45720" rtlCol="0" anchor="ctr">
            <a:normAutofit/>
          </a:bodyPr>
          <a:lstStyle>
            <a:lvl1pPr algn="l" defTabSz="914400" rtl="0" eaLnBrk="1" latinLnBrk="0" hangingPunct="1">
              <a:spcBef>
                <a:spcPct val="0"/>
              </a:spcBef>
              <a:buNone/>
              <a:defRPr sz="2800" b="0" kern="1200">
                <a:solidFill>
                  <a:srgbClr val="17252F"/>
                </a:solidFill>
                <a:latin typeface="Roboto Light"/>
                <a:ea typeface="Roboto Condensed Regular"/>
                <a:cs typeface="Roboto Light"/>
              </a:defRPr>
            </a:lvl1pPr>
          </a:lstStyle>
          <a:p>
            <a:pPr algn="l" rtl="0"/>
            <a:r>
              <a:rPr lang="ar-IQ" sz="2600" b="1" dirty="0">
                <a:solidFill>
                  <a:srgbClr val="009BA0"/>
                </a:solidFill>
                <a:latin typeface="Arial Regular" charset="0"/>
                <a:ea typeface="Arial" charset="0"/>
                <a:cs typeface="Arial Regular" charset="0"/>
              </a:rPr>
              <a:t>Basic Principles and Best Practices in E-Learning</a:t>
            </a:r>
            <a:endParaRPr lang="en-US" sz="2600" b="1" dirty="0">
              <a:solidFill>
                <a:srgbClr val="009BA0"/>
              </a:solidFill>
              <a:latin typeface="Arial Regular" charset="0"/>
              <a:ea typeface="Arial" charset="0"/>
              <a:cs typeface="Arial Regular" charset="0"/>
            </a:endParaRPr>
          </a:p>
        </p:txBody>
      </p:sp>
      <p:sp>
        <p:nvSpPr>
          <p:cNvPr id="8" name="Rectangle 7"/>
          <p:cNvSpPr/>
          <p:nvPr/>
        </p:nvSpPr>
        <p:spPr>
          <a:xfrm>
            <a:off x="0" y="5072063"/>
            <a:ext cx="9144000" cy="77742"/>
          </a:xfrm>
          <a:prstGeom prst="rect">
            <a:avLst/>
          </a:prstGeom>
          <a:solidFill>
            <a:srgbClr val="43B6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a:solidFill>
                <a:schemeClr val="bg1"/>
              </a:solidFill>
              <a:latin typeface="Arial" charset="0"/>
            </a:endParaRPr>
          </a:p>
        </p:txBody>
      </p:sp>
      <p:cxnSp>
        <p:nvCxnSpPr>
          <p:cNvPr id="5" name="Straight Connector 4"/>
          <p:cNvCxnSpPr>
            <a:cxnSpLocks/>
          </p:cNvCxnSpPr>
          <p:nvPr/>
        </p:nvCxnSpPr>
        <p:spPr>
          <a:xfrm flipV="1">
            <a:off x="590567" y="654050"/>
            <a:ext cx="8089883" cy="44450"/>
          </a:xfrm>
          <a:prstGeom prst="line">
            <a:avLst/>
          </a:prstGeom>
          <a:ln w="12700" cmpd="sng">
            <a:solidFill>
              <a:srgbClr val="009BA0"/>
            </a:solidFill>
          </a:ln>
          <a:effectLst/>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20717" y="1003468"/>
            <a:ext cx="8089883" cy="400110"/>
          </a:xfrm>
          <a:prstGeom prst="rect">
            <a:avLst/>
          </a:prstGeom>
          <a:noFill/>
        </p:spPr>
        <p:txBody>
          <a:bodyPr wrap="square" rtlCol="0">
            <a:spAutoFit/>
          </a:bodyPr>
          <a:lstStyle/>
          <a:p>
            <a:pPr marL="285750" indent="-285750" algn="l">
              <a:buFont typeface="Arial" charset="0"/>
              <a:buChar char="•"/>
            </a:pPr>
            <a:endParaRPr lang="en-US" sz="2000">
              <a:solidFill>
                <a:srgbClr val="082C2D"/>
              </a:solidFill>
              <a:latin typeface="Arial" charset="0"/>
              <a:ea typeface="Arial" charset="0"/>
              <a:cs typeface="Arial" charset="0"/>
            </a:endParaRPr>
          </a:p>
        </p:txBody>
      </p:sp>
      <p:sp>
        <p:nvSpPr>
          <p:cNvPr id="6" name="TextBox 5">
            <a:extLst>
              <a:ext uri="{FF2B5EF4-FFF2-40B4-BE49-F238E27FC236}">
                <a16:creationId xmlns:a16="http://schemas.microsoft.com/office/drawing/2014/main" id="{405C8739-36CC-4E85-895F-BFE1ADD521DA}"/>
              </a:ext>
            </a:extLst>
          </p:cNvPr>
          <p:cNvSpPr txBox="1"/>
          <p:nvPr/>
        </p:nvSpPr>
        <p:spPr>
          <a:xfrm>
            <a:off x="656972" y="1867437"/>
            <a:ext cx="3618814" cy="369332"/>
          </a:xfrm>
          <a:prstGeom prst="rect">
            <a:avLst/>
          </a:prstGeom>
          <a:noFill/>
        </p:spPr>
        <p:txBody>
          <a:bodyPr wrap="square" rtlCol="0">
            <a:spAutoFit/>
          </a:bodyPr>
          <a:lstStyle/>
          <a:p>
            <a:pPr marL="342900" indent="-342900" algn="l">
              <a:buAutoNum type="arabicPeriod"/>
            </a:pPr>
            <a:endParaRPr lang="en-US"/>
          </a:p>
        </p:txBody>
      </p:sp>
      <p:graphicFrame>
        <p:nvGraphicFramePr>
          <p:cNvPr id="12" name="Diagram 11">
            <a:extLst>
              <a:ext uri="{FF2B5EF4-FFF2-40B4-BE49-F238E27FC236}">
                <a16:creationId xmlns:a16="http://schemas.microsoft.com/office/drawing/2014/main" id="{58E0B549-CE18-4C74-A469-A928186B0DEB}"/>
              </a:ext>
            </a:extLst>
          </p:cNvPr>
          <p:cNvGraphicFramePr/>
          <p:nvPr>
            <p:extLst>
              <p:ext uri="{D42A27DB-BD31-4B8C-83A1-F6EECF244321}">
                <p14:modId xmlns:p14="http://schemas.microsoft.com/office/powerpoint/2010/main" val="4050391070"/>
              </p:ext>
            </p:extLst>
          </p:nvPr>
        </p:nvGraphicFramePr>
        <p:xfrm>
          <a:off x="590567" y="865095"/>
          <a:ext cx="7896461" cy="405676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2589554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
          <p:cNvSpPr txBox="1">
            <a:spLocks/>
          </p:cNvSpPr>
          <p:nvPr/>
        </p:nvSpPr>
        <p:spPr>
          <a:xfrm>
            <a:off x="533400" y="6350"/>
            <a:ext cx="8077200" cy="857250"/>
          </a:xfrm>
          <a:prstGeom prst="rect">
            <a:avLst/>
          </a:prstGeom>
        </p:spPr>
        <p:txBody>
          <a:bodyPr vert="horz" lIns="91440" tIns="45720" rIns="91440" bIns="45720" rtlCol="0" anchor="ctr">
            <a:normAutofit/>
          </a:bodyPr>
          <a:lstStyle>
            <a:lvl1pPr algn="l" defTabSz="914400" rtl="0" eaLnBrk="1" latinLnBrk="0" hangingPunct="1">
              <a:spcBef>
                <a:spcPct val="0"/>
              </a:spcBef>
              <a:buNone/>
              <a:defRPr sz="2800" b="0" kern="1200">
                <a:solidFill>
                  <a:srgbClr val="17252F"/>
                </a:solidFill>
                <a:latin typeface="Roboto Light"/>
                <a:ea typeface="Roboto Condensed Regular"/>
                <a:cs typeface="Roboto Light"/>
              </a:defRPr>
            </a:lvl1pPr>
          </a:lstStyle>
          <a:p>
            <a:pPr algn="l" rtl="0"/>
            <a:r>
              <a:rPr lang="ar-IQ" sz="2600" b="1" dirty="0">
                <a:solidFill>
                  <a:srgbClr val="009BA0"/>
                </a:solidFill>
                <a:latin typeface="Arial Regular" charset="0"/>
                <a:ea typeface="Arial" charset="0"/>
                <a:cs typeface="Arial Regular" charset="0"/>
              </a:rPr>
              <a:t>Instructional Strategies for the Online Classroom</a:t>
            </a:r>
            <a:endParaRPr lang="en-US" sz="2600" b="1" dirty="0">
              <a:solidFill>
                <a:srgbClr val="009BA0"/>
              </a:solidFill>
              <a:latin typeface="Arial Regular" charset="0"/>
              <a:ea typeface="Arial" charset="0"/>
              <a:cs typeface="Arial Regular" charset="0"/>
            </a:endParaRPr>
          </a:p>
        </p:txBody>
      </p:sp>
      <p:sp>
        <p:nvSpPr>
          <p:cNvPr id="8" name="Rectangle 7"/>
          <p:cNvSpPr/>
          <p:nvPr/>
        </p:nvSpPr>
        <p:spPr>
          <a:xfrm>
            <a:off x="0" y="5072063"/>
            <a:ext cx="9144000" cy="77742"/>
          </a:xfrm>
          <a:prstGeom prst="rect">
            <a:avLst/>
          </a:prstGeom>
          <a:solidFill>
            <a:srgbClr val="43B6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a:solidFill>
                <a:schemeClr val="bg1"/>
              </a:solidFill>
              <a:latin typeface="Arial" charset="0"/>
            </a:endParaRPr>
          </a:p>
        </p:txBody>
      </p:sp>
      <p:cxnSp>
        <p:nvCxnSpPr>
          <p:cNvPr id="5" name="Straight Connector 4"/>
          <p:cNvCxnSpPr>
            <a:cxnSpLocks/>
          </p:cNvCxnSpPr>
          <p:nvPr/>
        </p:nvCxnSpPr>
        <p:spPr>
          <a:xfrm flipV="1">
            <a:off x="590567" y="654050"/>
            <a:ext cx="8089883" cy="44450"/>
          </a:xfrm>
          <a:prstGeom prst="line">
            <a:avLst/>
          </a:prstGeom>
          <a:ln w="12700" cmpd="sng">
            <a:solidFill>
              <a:srgbClr val="009BA0"/>
            </a:solidFill>
          </a:ln>
          <a:effectLst/>
        </p:spPr>
        <p:style>
          <a:lnRef idx="2">
            <a:schemeClr val="accent1"/>
          </a:lnRef>
          <a:fillRef idx="0">
            <a:schemeClr val="accent1"/>
          </a:fillRef>
          <a:effectRef idx="1">
            <a:schemeClr val="accent1"/>
          </a:effectRef>
          <a:fontRef idx="minor">
            <a:schemeClr val="tx1"/>
          </a:fontRef>
        </p:style>
      </p:cxnSp>
      <p:graphicFrame>
        <p:nvGraphicFramePr>
          <p:cNvPr id="2" name="Diagram 1">
            <a:extLst>
              <a:ext uri="{FF2B5EF4-FFF2-40B4-BE49-F238E27FC236}">
                <a16:creationId xmlns:a16="http://schemas.microsoft.com/office/drawing/2014/main" id="{C009CFBA-85B7-429E-AD3C-BF483E9BBA5F}"/>
              </a:ext>
            </a:extLst>
          </p:cNvPr>
          <p:cNvGraphicFramePr/>
          <p:nvPr>
            <p:extLst>
              <p:ext uri="{D42A27DB-BD31-4B8C-83A1-F6EECF244321}">
                <p14:modId xmlns:p14="http://schemas.microsoft.com/office/powerpoint/2010/main" val="3211407778"/>
              </p:ext>
            </p:extLst>
          </p:nvPr>
        </p:nvGraphicFramePr>
        <p:xfrm>
          <a:off x="555642" y="813535"/>
          <a:ext cx="8089883" cy="409342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06927646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
          <p:cNvSpPr txBox="1">
            <a:spLocks/>
          </p:cNvSpPr>
          <p:nvPr/>
        </p:nvSpPr>
        <p:spPr>
          <a:xfrm>
            <a:off x="340963" y="6350"/>
            <a:ext cx="8733295" cy="857250"/>
          </a:xfrm>
          <a:prstGeom prst="rect">
            <a:avLst/>
          </a:prstGeom>
        </p:spPr>
        <p:txBody>
          <a:bodyPr vert="horz" lIns="91440" tIns="45720" rIns="91440" bIns="45720" rtlCol="0" anchor="ctr">
            <a:normAutofit/>
          </a:bodyPr>
          <a:lstStyle>
            <a:lvl1pPr algn="l" defTabSz="914400" rtl="0" eaLnBrk="1" latinLnBrk="0" hangingPunct="1">
              <a:spcBef>
                <a:spcPct val="0"/>
              </a:spcBef>
              <a:buNone/>
              <a:defRPr sz="2800" b="0" kern="1200">
                <a:solidFill>
                  <a:srgbClr val="17252F"/>
                </a:solidFill>
                <a:latin typeface="Roboto Light"/>
                <a:ea typeface="Roboto Condensed Regular"/>
                <a:cs typeface="Roboto Light"/>
              </a:defRPr>
            </a:lvl1pPr>
          </a:lstStyle>
          <a:p>
            <a:pPr algn="l" rtl="0"/>
            <a:r>
              <a:rPr lang="en-US" b="1" dirty="0">
                <a:solidFill>
                  <a:srgbClr val="009BA0"/>
                </a:solidFill>
                <a:latin typeface="Arial Regular" charset="0"/>
                <a:ea typeface="Arial" charset="0"/>
                <a:cs typeface="Arial Regular" charset="0"/>
              </a:rPr>
              <a:t>    Transitioning to Remote Teaching</a:t>
            </a:r>
            <a:endParaRPr lang="en-US" b="1" dirty="0">
              <a:solidFill>
                <a:srgbClr val="009BA0"/>
              </a:solidFill>
              <a:latin typeface="Arial Regular" charset="0"/>
              <a:ea typeface="Arial" charset="0"/>
              <a:cs typeface="Arial Regular" charset="0"/>
            </a:endParaRPr>
          </a:p>
        </p:txBody>
      </p:sp>
      <p:sp>
        <p:nvSpPr>
          <p:cNvPr id="8" name="Rectangle 7"/>
          <p:cNvSpPr/>
          <p:nvPr/>
        </p:nvSpPr>
        <p:spPr>
          <a:xfrm>
            <a:off x="0" y="5072063"/>
            <a:ext cx="9144000" cy="77742"/>
          </a:xfrm>
          <a:prstGeom prst="rect">
            <a:avLst/>
          </a:prstGeom>
          <a:solidFill>
            <a:srgbClr val="43B6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a:solidFill>
                <a:schemeClr val="bg1"/>
              </a:solidFill>
              <a:latin typeface="Arial" charset="0"/>
            </a:endParaRPr>
          </a:p>
        </p:txBody>
      </p:sp>
      <p:cxnSp>
        <p:nvCxnSpPr>
          <p:cNvPr id="5" name="Straight Connector 4"/>
          <p:cNvCxnSpPr>
            <a:cxnSpLocks/>
          </p:cNvCxnSpPr>
          <p:nvPr/>
        </p:nvCxnSpPr>
        <p:spPr>
          <a:xfrm flipV="1">
            <a:off x="590567" y="654050"/>
            <a:ext cx="8089883" cy="44450"/>
          </a:xfrm>
          <a:prstGeom prst="line">
            <a:avLst/>
          </a:prstGeom>
          <a:ln w="12700" cmpd="sng">
            <a:solidFill>
              <a:srgbClr val="009BA0"/>
            </a:solidFill>
          </a:ln>
          <a:effectLst/>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222482" y="797936"/>
            <a:ext cx="4485128" cy="646331"/>
          </a:xfrm>
          <a:prstGeom prst="rect">
            <a:avLst/>
          </a:prstGeom>
          <a:noFill/>
        </p:spPr>
        <p:txBody>
          <a:bodyPr wrap="square" rtlCol="0">
            <a:spAutoFit/>
          </a:bodyPr>
          <a:lstStyle/>
          <a:p>
            <a:pPr marL="285750" indent="-285750" algn="l" rtl="0">
              <a:buFont typeface="Arial" panose="020B0604020202020204" pitchFamily="34" charset="0"/>
              <a:buChar char="•"/>
            </a:pPr>
            <a:r>
              <a:rPr lang="ar-IQ" dirty="0"/>
              <a:t>Insert a screen shot here in PDF format</a:t>
            </a:r>
          </a:p>
        </p:txBody>
      </p:sp>
      <p:grpSp>
        <p:nvGrpSpPr>
          <p:cNvPr id="9" name="Group 8">
            <a:extLst>
              <a:ext uri="{FF2B5EF4-FFF2-40B4-BE49-F238E27FC236}">
                <a16:creationId xmlns:a16="http://schemas.microsoft.com/office/drawing/2014/main" id="{64CAE67A-F140-4D10-89D6-C15C09FE13CE}"/>
              </a:ext>
            </a:extLst>
          </p:cNvPr>
          <p:cNvGrpSpPr/>
          <p:nvPr/>
        </p:nvGrpSpPr>
        <p:grpSpPr>
          <a:xfrm>
            <a:off x="4905436" y="1470936"/>
            <a:ext cx="3959595" cy="2479716"/>
            <a:chOff x="-47563" y="-31474"/>
            <a:chExt cx="2437312" cy="1473877"/>
          </a:xfrm>
        </p:grpSpPr>
        <p:sp>
          <p:nvSpPr>
            <p:cNvPr id="10" name="Text Box 2">
              <a:extLst>
                <a:ext uri="{FF2B5EF4-FFF2-40B4-BE49-F238E27FC236}">
                  <a16:creationId xmlns:a16="http://schemas.microsoft.com/office/drawing/2014/main" id="{4F944C25-7CCA-41FD-8C4B-F82B6896E669}"/>
                </a:ext>
              </a:extLst>
            </p:cNvPr>
            <p:cNvSpPr txBox="1">
              <a:spLocks noChangeArrowheads="1"/>
            </p:cNvSpPr>
            <p:nvPr/>
          </p:nvSpPr>
          <p:spPr bwMode="auto">
            <a:xfrm>
              <a:off x="149469" y="172916"/>
              <a:ext cx="2240280" cy="1269487"/>
            </a:xfrm>
            <a:prstGeom prst="rect">
              <a:avLst/>
            </a:prstGeom>
            <a:solidFill>
              <a:srgbClr val="D8E6E6"/>
            </a:solidFill>
            <a:ln w="9525">
              <a:noFill/>
              <a:miter lim="800000"/>
              <a:headEnd/>
              <a:tailEnd/>
            </a:ln>
            <a:effectLst>
              <a:outerShdw blurRad="50800" dist="38100" dir="2700000" algn="tl" rotWithShape="0">
                <a:prstClr val="black">
                  <a:alpha val="40000"/>
                </a:prstClr>
              </a:outerShdw>
            </a:effectLst>
          </p:spPr>
          <p:txBody>
            <a:bodyPr rot="0" vert="horz" wrap="square" lIns="91440" tIns="45720" rIns="91440" bIns="45720" anchor="t" anchorCtr="0">
              <a:spAutoFit/>
            </a:bodyPr>
            <a:lstStyle/>
            <a:p>
              <a:pPr indent="457200" algn="l" rtl="0">
                <a:lnSpc>
                  <a:spcPct val="107000"/>
                </a:lnSpc>
                <a:spcBef>
                  <a:spcPts val="1000"/>
                </a:spcBef>
                <a:spcAft>
                  <a:spcPts val="600"/>
                </a:spcAft>
              </a:pPr>
              <a:r>
                <a:rPr lang="ar-IQ" sz="2000" b="1" dirty="0">
                  <a:solidFill>
                    <a:srgbClr val="000000"/>
                  </a:solidFill>
                  <a:latin typeface="Source Sans Pro" panose="020B0503030403020204" pitchFamily="34" charset="0"/>
                  <a:ea typeface="MS Gothic" panose="020B0609070205080204" pitchFamily="49" charset="-128"/>
                  <a:cs typeface="Times New Roman" panose="02020603050405020304" pitchFamily="18" charset="0"/>
                </a:rPr>
                <a:t>مثال عملي</a:t>
              </a:r>
              <a:endParaRPr lang="en-US" sz="2000" b="1" dirty="0">
                <a:solidFill>
                  <a:srgbClr val="000000"/>
                </a:solidFill>
                <a:latin typeface="Source Sans Pro" panose="020B0503030403020204" pitchFamily="34" charset="0"/>
                <a:ea typeface="MS Gothic" panose="020B0609070205080204" pitchFamily="49" charset="-128"/>
                <a:cs typeface="Times New Roman" panose="02020603050405020304" pitchFamily="18" charset="0"/>
              </a:endParaRPr>
            </a:p>
            <a:p>
              <a:pPr indent="457200" algn="l" rtl="0">
                <a:lnSpc>
                  <a:spcPct val="107000"/>
                </a:lnSpc>
                <a:spcBef>
                  <a:spcPts val="1000"/>
                </a:spcBef>
                <a:spcAft>
                  <a:spcPts val="600"/>
                </a:spcAft>
              </a:pPr>
              <a:r>
                <a:rPr lang="ar-IQ" sz="1600" b="1" dirty="0">
                  <a:solidFill>
                    <a:srgbClr val="000000"/>
                  </a:solidFill>
                  <a:latin typeface="Source Sans Pro" panose="020B0503030403020204" pitchFamily="34" charset="0"/>
                  <a:ea typeface="MS Gothic" panose="020B0609070205080204" pitchFamily="49" charset="-128"/>
                  <a:cs typeface="Times New Roman" panose="02020603050405020304" pitchFamily="18" charset="0"/>
                </a:rPr>
                <a:t>قم بإنشاء فيديو مسجل مسبقًا باستخدام هاتفك المحمول و قم بنشره على </a:t>
              </a:r>
              <a:r>
                <a:rPr lang="en-US" sz="1600" b="1" dirty="0">
                  <a:solidFill>
                    <a:srgbClr val="000000"/>
                  </a:solidFill>
                  <a:latin typeface="Source Sans Pro" panose="020B0503030403020204" pitchFamily="34" charset="0"/>
                  <a:ea typeface="MS Gothic" panose="020B0609070205080204" pitchFamily="49" charset="-128"/>
                  <a:cs typeface="Times New Roman" panose="02020603050405020304" pitchFamily="18" charset="0"/>
                </a:rPr>
                <a:t>Google Classroom </a:t>
              </a:r>
              <a:r>
                <a:rPr lang="ar-IQ" sz="1600" b="1" dirty="0">
                  <a:solidFill>
                    <a:srgbClr val="000000"/>
                  </a:solidFill>
                  <a:latin typeface="Source Sans Pro" panose="020B0503030403020204" pitchFamily="34" charset="0"/>
                  <a:ea typeface="MS Gothic" panose="020B0609070205080204" pitchFamily="49" charset="-128"/>
                  <a:cs typeface="Times New Roman" panose="02020603050405020304" pitchFamily="18" charset="0"/>
                </a:rPr>
                <a:t>أو شاركه عبر </a:t>
              </a:r>
              <a:r>
                <a:rPr lang="en-US" sz="1600" b="1" dirty="0">
                  <a:solidFill>
                    <a:srgbClr val="000000"/>
                  </a:solidFill>
                  <a:latin typeface="Source Sans Pro" panose="020B0503030403020204" pitchFamily="34" charset="0"/>
                  <a:ea typeface="MS Gothic" panose="020B0609070205080204" pitchFamily="49" charset="-128"/>
                  <a:cs typeface="Times New Roman" panose="02020603050405020304" pitchFamily="18" charset="0"/>
                </a:rPr>
                <a:t>What’s App</a:t>
              </a:r>
            </a:p>
            <a:p>
              <a:pPr indent="457200" algn="l" rtl="0">
                <a:lnSpc>
                  <a:spcPct val="107000"/>
                </a:lnSpc>
                <a:spcBef>
                  <a:spcPts val="1000"/>
                </a:spcBef>
                <a:spcAft>
                  <a:spcPts val="600"/>
                </a:spcAft>
              </a:pPr>
              <a:r>
                <a:rPr lang="ar-IQ" sz="1600" b="1" dirty="0">
                  <a:solidFill>
                    <a:srgbClr val="000000"/>
                  </a:solidFill>
                  <a:latin typeface="Source Sans Pro" panose="020B0503030403020204" pitchFamily="34" charset="0"/>
                  <a:ea typeface="MS Gothic" panose="020B0609070205080204" pitchFamily="49" charset="-128"/>
                  <a:cs typeface="Times New Roman" panose="02020603050405020304" pitchFamily="18" charset="0"/>
                </a:rPr>
                <a:t>استخدم خاصية إنشاء كروب للطلبة على </a:t>
              </a:r>
              <a:r>
                <a:rPr lang="en-US" sz="1600" b="1" dirty="0">
                  <a:solidFill>
                    <a:srgbClr val="000000"/>
                  </a:solidFill>
                  <a:latin typeface="Source Sans Pro" panose="020B0503030403020204" pitchFamily="34" charset="0"/>
                  <a:ea typeface="MS Gothic" panose="020B0609070205080204" pitchFamily="49" charset="-128"/>
                  <a:cs typeface="Times New Roman" panose="02020603050405020304" pitchFamily="18" charset="0"/>
                </a:rPr>
                <a:t>  </a:t>
              </a:r>
              <a:r>
                <a:rPr lang="ar-IQ" sz="1600" b="1" dirty="0">
                  <a:solidFill>
                    <a:srgbClr val="000000"/>
                  </a:solidFill>
                  <a:latin typeface="Source Sans Pro" panose="020B0503030403020204" pitchFamily="34" charset="0"/>
                  <a:ea typeface="MS Gothic" panose="020B0609070205080204" pitchFamily="49" charset="-128"/>
                  <a:cs typeface="Times New Roman" panose="02020603050405020304" pitchFamily="18" charset="0"/>
                </a:rPr>
                <a:t>   </a:t>
              </a:r>
              <a:r>
                <a:rPr lang="en-US" sz="1600" b="1" dirty="0">
                  <a:solidFill>
                    <a:srgbClr val="000000"/>
                  </a:solidFill>
                  <a:latin typeface="Source Sans Pro" panose="020B0503030403020204" pitchFamily="34" charset="0"/>
                  <a:ea typeface="MS Gothic" panose="020B0609070205080204" pitchFamily="49" charset="-128"/>
                  <a:cs typeface="Times New Roman" panose="02020603050405020304" pitchFamily="18" charset="0"/>
                </a:rPr>
                <a:t>What’s App</a:t>
              </a:r>
              <a:r>
                <a:rPr lang="ar-IQ" sz="1600" b="1" dirty="0">
                  <a:solidFill>
                    <a:srgbClr val="000000"/>
                  </a:solidFill>
                  <a:latin typeface="Source Sans Pro" panose="020B0503030403020204" pitchFamily="34" charset="0"/>
                  <a:ea typeface="MS Gothic" panose="020B0609070205080204" pitchFamily="49" charset="-128"/>
                  <a:cs typeface="Times New Roman" panose="02020603050405020304" pitchFamily="18" charset="0"/>
                </a:rPr>
                <a:t> </a:t>
              </a:r>
              <a:r>
                <a:rPr lang="en-US" sz="1600" b="1" dirty="0">
                  <a:solidFill>
                    <a:srgbClr val="000000"/>
                  </a:solidFill>
                  <a:latin typeface="Source Sans Pro" panose="020B0503030403020204" pitchFamily="34" charset="0"/>
                  <a:ea typeface="MS Gothic" panose="020B0609070205080204" pitchFamily="49" charset="-128"/>
                  <a:cs typeface="Times New Roman" panose="02020603050405020304" pitchFamily="18" charset="0"/>
                </a:rPr>
                <a:t> </a:t>
              </a:r>
              <a:r>
                <a:rPr lang="ar-IQ" sz="1600" b="1" dirty="0">
                  <a:solidFill>
                    <a:srgbClr val="000000"/>
                  </a:solidFill>
                  <a:latin typeface="Source Sans Pro" panose="020B0503030403020204" pitchFamily="34" charset="0"/>
                  <a:ea typeface="MS Gothic" panose="020B0609070205080204" pitchFamily="49" charset="-128"/>
                  <a:cs typeface="Times New Roman" panose="02020603050405020304" pitchFamily="18" charset="0"/>
                </a:rPr>
                <a:t>للسماح لهم بطرح الأسئلة</a:t>
              </a:r>
              <a:endParaRPr lang="en-US" sz="1600" dirty="0">
                <a:effectLst/>
                <a:latin typeface="Source Sans Pro" panose="020B0503030403020204" pitchFamily="34" charset="0"/>
                <a:ea typeface="Calibri" panose="020F0502020204030204" pitchFamily="34" charset="0"/>
                <a:cs typeface="Arial" panose="020B0604020202020204" pitchFamily="34" charset="0"/>
              </a:endParaRPr>
            </a:p>
          </p:txBody>
        </p:sp>
        <p:pic>
          <p:nvPicPr>
            <p:cNvPr id="11" name="Picture 10">
              <a:extLst>
                <a:ext uri="{FF2B5EF4-FFF2-40B4-BE49-F238E27FC236}">
                  <a16:creationId xmlns:a16="http://schemas.microsoft.com/office/drawing/2014/main" id="{EC50A8B7-99B9-466A-A11F-608EBD4D380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7563" y="-31474"/>
              <a:ext cx="516890" cy="516890"/>
            </a:xfrm>
            <a:prstGeom prst="rect">
              <a:avLst/>
            </a:prstGeom>
          </p:spPr>
        </p:pic>
      </p:grpSp>
    </p:spTree>
    <p:extLst>
      <p:ext uri="{BB962C8B-B14F-4D97-AF65-F5344CB8AC3E}">
        <p14:creationId xmlns:p14="http://schemas.microsoft.com/office/powerpoint/2010/main" val="371668332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440296" y="6686"/>
            <a:ext cx="3703704" cy="5059363"/>
          </a:xfrm>
          <a:prstGeom prst="rect">
            <a:avLst/>
          </a:prstGeom>
          <a:solidFill>
            <a:srgbClr val="99B83C"/>
          </a:solidFill>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chemeClr val="accent3"/>
              </a:solidFill>
              <a:latin typeface="Arial" charset="0"/>
            </a:endParaRPr>
          </a:p>
        </p:txBody>
      </p:sp>
      <p:sp>
        <p:nvSpPr>
          <p:cNvPr id="13" name="Title 1"/>
          <p:cNvSpPr txBox="1">
            <a:spLocks/>
          </p:cNvSpPr>
          <p:nvPr/>
        </p:nvSpPr>
        <p:spPr>
          <a:xfrm>
            <a:off x="5571173" y="1041373"/>
            <a:ext cx="3401292" cy="2185941"/>
          </a:xfrm>
          <a:prstGeom prst="rect">
            <a:avLst/>
          </a:prstGeom>
        </p:spPr>
        <p:txBody>
          <a:bodyPr vert="horz" lIns="91440" tIns="45720" rIns="91440" bIns="45720" rtlCol="0" anchor="ctr">
            <a:normAutofit/>
          </a:bodyPr>
          <a:lstStyle>
            <a:lvl1pPr algn="l" defTabSz="914400" rtl="0" eaLnBrk="1" latinLnBrk="0" hangingPunct="1">
              <a:spcBef>
                <a:spcPct val="0"/>
              </a:spcBef>
              <a:buNone/>
              <a:defRPr sz="2800" b="0" kern="1200">
                <a:solidFill>
                  <a:srgbClr val="17252F"/>
                </a:solidFill>
                <a:latin typeface="Roboto Light"/>
                <a:ea typeface="Roboto Condensed Regular"/>
                <a:cs typeface="Roboto Light"/>
              </a:defRPr>
            </a:lvl1pPr>
          </a:lstStyle>
          <a:p>
            <a:pPr algn="l" rtl="0"/>
            <a:r>
              <a:rPr lang="ar-IQ" sz="3400" b="1" dirty="0">
                <a:solidFill>
                  <a:schemeClr val="bg1"/>
                </a:solidFill>
                <a:latin typeface="Arial Regular" charset="0"/>
                <a:ea typeface="Arial" charset="0"/>
                <a:cs typeface="Arial Regular" charset="0"/>
              </a:rPr>
              <a:t>Successful Digital Teaching:</a:t>
            </a:r>
          </a:p>
          <a:p>
            <a:pPr algn="l" rtl="0"/>
            <a:r>
              <a:rPr lang="ar-IQ" sz="3400" b="1" dirty="0">
                <a:solidFill>
                  <a:schemeClr val="bg1"/>
                </a:solidFill>
                <a:latin typeface="Arial Regular" charset="0"/>
                <a:ea typeface="Arial" charset="0"/>
                <a:cs typeface="Arial Regular" charset="0"/>
              </a:rPr>
              <a:t>Reflection Questions, Part One</a:t>
            </a:r>
            <a:endParaRPr lang="en-US" sz="3400" b="1" dirty="0">
              <a:solidFill>
                <a:schemeClr val="bg1"/>
              </a:solidFill>
              <a:latin typeface="Arial Regular" charset="0"/>
              <a:ea typeface="Arial" charset="0"/>
              <a:cs typeface="Arial Regular" charset="0"/>
            </a:endParaRPr>
          </a:p>
        </p:txBody>
      </p:sp>
      <p:sp>
        <p:nvSpPr>
          <p:cNvPr id="8" name="Rectangle 7"/>
          <p:cNvSpPr/>
          <p:nvPr/>
        </p:nvSpPr>
        <p:spPr>
          <a:xfrm>
            <a:off x="0" y="5072063"/>
            <a:ext cx="9144000" cy="77742"/>
          </a:xfrm>
          <a:prstGeom prst="rect">
            <a:avLst/>
          </a:prstGeom>
          <a:solidFill>
            <a:srgbClr val="43B6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a:solidFill>
                <a:schemeClr val="bg1"/>
              </a:solidFill>
              <a:latin typeface="Arial" charset="0"/>
            </a:endParaRPr>
          </a:p>
        </p:txBody>
      </p:sp>
      <p:sp>
        <p:nvSpPr>
          <p:cNvPr id="7" name="TextBox 6"/>
          <p:cNvSpPr txBox="1"/>
          <p:nvPr/>
        </p:nvSpPr>
        <p:spPr>
          <a:xfrm>
            <a:off x="171535" y="224638"/>
            <a:ext cx="4835471" cy="3785652"/>
          </a:xfrm>
          <a:prstGeom prst="rect">
            <a:avLst/>
          </a:prstGeom>
          <a:noFill/>
        </p:spPr>
        <p:txBody>
          <a:bodyPr wrap="square" rtlCol="0">
            <a:spAutoFit/>
          </a:bodyPr>
          <a:lstStyle/>
          <a:p>
            <a:pPr algn="l" rtl="0"/>
            <a:r>
              <a:rPr lang="ar-IQ" sz="2000" b="1" dirty="0">
                <a:solidFill>
                  <a:srgbClr val="082C2D"/>
                </a:solidFill>
                <a:latin typeface="Arial" charset="0"/>
                <a:ea typeface="Arial" charset="0"/>
                <a:cs typeface="Arial" charset="0"/>
              </a:rPr>
              <a:t>Role of the Professor</a:t>
            </a:r>
          </a:p>
          <a:p>
            <a:pPr marL="342900" indent="-342900" algn="l" rtl="0">
              <a:buFont typeface="Arial" panose="020B0604020202020204" pitchFamily="34" charset="0"/>
              <a:buChar char="•"/>
            </a:pPr>
            <a:r>
              <a:rPr lang="ar-IQ" sz="2000" dirty="0">
                <a:solidFill>
                  <a:srgbClr val="082C2D"/>
                </a:solidFill>
                <a:latin typeface="Arial" charset="0"/>
                <a:ea typeface="Arial" charset="0"/>
                <a:cs typeface="Arial" charset="0"/>
              </a:rPr>
              <a:t>Do you provide learner-centered lessons, considering the students' level, skills, and needs?</a:t>
            </a:r>
          </a:p>
          <a:p>
            <a:pPr marL="342900" indent="-342900" algn="l" rtl="0">
              <a:buFont typeface="Arial" panose="020B0604020202020204" pitchFamily="34" charset="0"/>
              <a:buChar char="•"/>
            </a:pPr>
            <a:r>
              <a:rPr lang="ar-IQ" sz="2000" dirty="0">
                <a:solidFill>
                  <a:srgbClr val="082C2D"/>
                </a:solidFill>
                <a:latin typeface="Arial" charset="0"/>
                <a:ea typeface="Arial" charset="0"/>
                <a:cs typeface="Arial" charset="0"/>
              </a:rPr>
              <a:t>Do you use various online strategies instead of traditional lectures?</a:t>
            </a:r>
          </a:p>
          <a:p>
            <a:pPr algn="l" rtl="0"/>
            <a:endParaRPr lang="ar-IQ" sz="2000" dirty="0">
              <a:solidFill>
                <a:srgbClr val="082C2D"/>
              </a:solidFill>
              <a:latin typeface="Arial" charset="0"/>
              <a:ea typeface="Arial" charset="0"/>
              <a:cs typeface="Arial" charset="0"/>
            </a:endParaRPr>
          </a:p>
          <a:p>
            <a:pPr algn="l" rtl="0"/>
            <a:r>
              <a:rPr lang="ar-IQ" sz="2000" b="1" dirty="0">
                <a:solidFill>
                  <a:srgbClr val="082C2D"/>
                </a:solidFill>
                <a:latin typeface="Arial" charset="0"/>
                <a:ea typeface="Arial" charset="0"/>
                <a:cs typeface="Arial" charset="0"/>
              </a:rPr>
              <a:t>Responsibilities of the Professor</a:t>
            </a:r>
          </a:p>
          <a:p>
            <a:pPr marL="342900" indent="-342900" algn="l" rtl="0">
              <a:buFont typeface="Arial" panose="020B0604020202020204" pitchFamily="34" charset="0"/>
              <a:buChar char="•"/>
            </a:pPr>
            <a:r>
              <a:rPr lang="ar-IQ" sz="2000" dirty="0">
                <a:solidFill>
                  <a:srgbClr val="082C2D"/>
                </a:solidFill>
                <a:latin typeface="Arial" charset="0"/>
                <a:ea typeface="Arial" charset="0"/>
                <a:cs typeface="Arial" charset="0"/>
              </a:rPr>
              <a:t>Do you provide appropriate instructions and materials that meet learning needs and relate to your students' reality?</a:t>
            </a:r>
          </a:p>
          <a:p>
            <a:pPr marL="342900" indent="-342900" algn="l" rtl="0">
              <a:buFont typeface="Arial" panose="020B0604020202020204" pitchFamily="34" charset="0"/>
              <a:buChar char="•"/>
            </a:pPr>
            <a:r>
              <a:rPr lang="ar-IQ" sz="2000" dirty="0">
                <a:solidFill>
                  <a:srgbClr val="082C2D"/>
                </a:solidFill>
                <a:latin typeface="Arial" charset="0"/>
                <a:ea typeface="Arial" charset="0"/>
                <a:cs typeface="Arial" charset="0"/>
              </a:rPr>
              <a:t>Does your educational approach consider different technical abilities, poor internet connectivity, and auditory or visual abilities?</a:t>
            </a:r>
          </a:p>
          <a:p>
            <a:pPr marL="342900" indent="-342900" algn="l" rtl="0">
              <a:buFont typeface="Arial" panose="020B0604020202020204" pitchFamily="34" charset="0"/>
              <a:buChar char="•"/>
            </a:pPr>
            <a:r>
              <a:rPr lang="ar-IQ" sz="2000" dirty="0">
                <a:solidFill>
                  <a:srgbClr val="082C2D"/>
                </a:solidFill>
                <a:latin typeface="Arial" charset="0"/>
                <a:ea typeface="Arial" charset="0"/>
                <a:cs typeface="Arial" charset="0"/>
              </a:rPr>
              <a:t>Are your language and images online inclusive?</a:t>
            </a:r>
            <a:endParaRPr lang="en-US" sz="2000" dirty="0">
              <a:solidFill>
                <a:srgbClr val="082C2D"/>
              </a:solidFill>
              <a:latin typeface="Arial" charset="0"/>
              <a:ea typeface="Arial" charset="0"/>
              <a:cs typeface="Arial" charset="0"/>
            </a:endParaRPr>
          </a:p>
        </p:txBody>
      </p:sp>
    </p:spTree>
    <p:extLst>
      <p:ext uri="{BB962C8B-B14F-4D97-AF65-F5344CB8AC3E}">
        <p14:creationId xmlns:p14="http://schemas.microsoft.com/office/powerpoint/2010/main" val="26316186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440295" y="0"/>
            <a:ext cx="3703704" cy="5059363"/>
          </a:xfrm>
          <a:prstGeom prst="rect">
            <a:avLst/>
          </a:prstGeom>
          <a:solidFill>
            <a:schemeClr val="accent4"/>
          </a:solidFill>
          <a:ln>
            <a:solidFill>
              <a:schemeClr val="accent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chemeClr val="accent3"/>
              </a:solidFill>
              <a:latin typeface="Arial" charset="0"/>
            </a:endParaRPr>
          </a:p>
        </p:txBody>
      </p:sp>
      <p:sp>
        <p:nvSpPr>
          <p:cNvPr id="13" name="Title 1"/>
          <p:cNvSpPr txBox="1">
            <a:spLocks/>
          </p:cNvSpPr>
          <p:nvPr/>
        </p:nvSpPr>
        <p:spPr>
          <a:xfrm>
            <a:off x="5563706" y="1852785"/>
            <a:ext cx="3277881" cy="857250"/>
          </a:xfrm>
          <a:prstGeom prst="rect">
            <a:avLst/>
          </a:prstGeom>
        </p:spPr>
        <p:txBody>
          <a:bodyPr vert="horz" lIns="91440" tIns="45720" rIns="91440" bIns="45720" rtlCol="0" anchor="ctr">
            <a:noAutofit/>
          </a:bodyPr>
          <a:lstStyle>
            <a:lvl1pPr algn="l" defTabSz="914400" rtl="0" eaLnBrk="1" latinLnBrk="0" hangingPunct="1">
              <a:spcBef>
                <a:spcPct val="0"/>
              </a:spcBef>
              <a:buNone/>
              <a:defRPr sz="2800" b="0" kern="1200">
                <a:solidFill>
                  <a:srgbClr val="17252F"/>
                </a:solidFill>
                <a:latin typeface="Roboto Light"/>
                <a:ea typeface="Roboto Condensed Regular"/>
                <a:cs typeface="Roboto Light"/>
              </a:defRPr>
            </a:lvl1pPr>
          </a:lstStyle>
          <a:p>
            <a:pPr algn="l" rtl="0"/>
            <a:r>
              <a:rPr lang="ar-IQ" b="1" dirty="0">
                <a:solidFill>
                  <a:schemeClr val="bg1"/>
                </a:solidFill>
                <a:latin typeface="Arial Regular" charset="0"/>
                <a:ea typeface="Arial" charset="0"/>
                <a:cs typeface="Arial Regular" charset="0"/>
              </a:rPr>
              <a:t>Successful Digital Teaching:</a:t>
            </a:r>
          </a:p>
          <a:p>
            <a:pPr algn="l" rtl="0"/>
            <a:r>
              <a:rPr lang="ar-IQ" b="1" dirty="0">
                <a:solidFill>
                  <a:schemeClr val="bg1"/>
                </a:solidFill>
                <a:latin typeface="Arial Regular" charset="0"/>
                <a:ea typeface="Arial" charset="0"/>
                <a:cs typeface="Arial Regular" charset="0"/>
              </a:rPr>
              <a:t>Reflection Questions, Part Two</a:t>
            </a:r>
            <a:endParaRPr lang="en-US" b="1" dirty="0">
              <a:solidFill>
                <a:schemeClr val="bg1"/>
              </a:solidFill>
              <a:latin typeface="Arial Regular" charset="0"/>
              <a:ea typeface="Arial" charset="0"/>
              <a:cs typeface="Arial Regular" charset="0"/>
            </a:endParaRPr>
          </a:p>
        </p:txBody>
      </p:sp>
      <p:sp>
        <p:nvSpPr>
          <p:cNvPr id="8" name="Rectangle 7"/>
          <p:cNvSpPr/>
          <p:nvPr/>
        </p:nvSpPr>
        <p:spPr>
          <a:xfrm>
            <a:off x="0" y="5072063"/>
            <a:ext cx="9144000" cy="77742"/>
          </a:xfrm>
          <a:prstGeom prst="rect">
            <a:avLst/>
          </a:prstGeom>
          <a:solidFill>
            <a:srgbClr val="43B6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a:solidFill>
                <a:schemeClr val="bg1"/>
              </a:solidFill>
              <a:latin typeface="Arial" charset="0"/>
            </a:endParaRPr>
          </a:p>
        </p:txBody>
      </p:sp>
      <p:sp>
        <p:nvSpPr>
          <p:cNvPr id="7" name="TextBox 6"/>
          <p:cNvSpPr txBox="1"/>
          <p:nvPr/>
        </p:nvSpPr>
        <p:spPr>
          <a:xfrm>
            <a:off x="302412" y="450781"/>
            <a:ext cx="4835471" cy="2862322"/>
          </a:xfrm>
          <a:prstGeom prst="rect">
            <a:avLst/>
          </a:prstGeom>
          <a:noFill/>
        </p:spPr>
        <p:txBody>
          <a:bodyPr wrap="square" rtlCol="0">
            <a:spAutoFit/>
          </a:bodyPr>
          <a:lstStyle/>
          <a:p>
            <a:pPr algn="l" rtl="0"/>
            <a:r>
              <a:rPr lang="ar-IQ" sz="2000" b="1" dirty="0">
                <a:solidFill>
                  <a:srgbClr val="082C2D"/>
                </a:solidFill>
                <a:latin typeface="Arial" charset="0"/>
                <a:ea typeface="Arial" charset="0"/>
                <a:cs typeface="Arial" charset="0"/>
              </a:rPr>
              <a:t>Knowledge and Skills</a:t>
            </a:r>
          </a:p>
          <a:p>
            <a:pPr marL="342900" indent="-342900" algn="l" rtl="0">
              <a:buFont typeface="Arial" panose="020B0604020202020204" pitchFamily="34" charset="0"/>
              <a:buChar char="•"/>
            </a:pPr>
            <a:r>
              <a:rPr lang="ar-IQ" sz="2000" dirty="0">
                <a:solidFill>
                  <a:srgbClr val="082C2D"/>
                </a:solidFill>
                <a:latin typeface="Arial" charset="0"/>
                <a:ea typeface="Arial" charset="0"/>
                <a:cs typeface="Arial" charset="0"/>
              </a:rPr>
              <a:t>Do your modules include activities that require the learner to be active, creative, and think critically?</a:t>
            </a:r>
          </a:p>
          <a:p>
            <a:pPr algn="l" rtl="0"/>
            <a:endParaRPr lang="ar-IQ" sz="2000" dirty="0">
              <a:solidFill>
                <a:srgbClr val="082C2D"/>
              </a:solidFill>
              <a:latin typeface="Arial" charset="0"/>
              <a:ea typeface="Arial" charset="0"/>
              <a:cs typeface="Arial" charset="0"/>
            </a:endParaRPr>
          </a:p>
          <a:p>
            <a:pPr marL="342900" indent="-342900" algn="l" rtl="0">
              <a:buFont typeface="Arial" panose="020B0604020202020204" pitchFamily="34" charset="0"/>
              <a:buChar char="•"/>
            </a:pPr>
            <a:r>
              <a:rPr lang="ar-IQ" sz="2000" dirty="0">
                <a:solidFill>
                  <a:srgbClr val="082C2D"/>
                </a:solidFill>
                <a:latin typeface="Arial" charset="0"/>
                <a:ea typeface="Arial" charset="0"/>
                <a:cs typeface="Arial" charset="0"/>
              </a:rPr>
              <a:t>Do you know how your content and activities will lead to achieving your educational goals?</a:t>
            </a:r>
          </a:p>
          <a:p>
            <a:pPr algn="l" rtl="0"/>
            <a:endParaRPr lang="ar-IQ" sz="2000" dirty="0">
              <a:solidFill>
                <a:srgbClr val="082C2D"/>
              </a:solidFill>
              <a:latin typeface="Arial" charset="0"/>
              <a:ea typeface="Arial" charset="0"/>
              <a:cs typeface="Arial" charset="0"/>
            </a:endParaRPr>
          </a:p>
          <a:p>
            <a:pPr marL="342900" indent="-342900" algn="l" rtl="0">
              <a:buFont typeface="Arial" panose="020B0604020202020204" pitchFamily="34" charset="0"/>
              <a:buChar char="•"/>
            </a:pPr>
            <a:r>
              <a:rPr lang="ar-IQ" sz="2000" dirty="0">
                <a:solidFill>
                  <a:srgbClr val="082C2D"/>
                </a:solidFill>
                <a:latin typeface="Arial" charset="0"/>
                <a:ea typeface="Arial" charset="0"/>
                <a:cs typeface="Arial" charset="0"/>
              </a:rPr>
              <a:t>Does your scientific content include the student's perspective and the application of materials within their own contexts?</a:t>
            </a:r>
            <a:endParaRPr lang="en-US" dirty="0"/>
          </a:p>
        </p:txBody>
      </p:sp>
    </p:spTree>
    <p:extLst>
      <p:ext uri="{BB962C8B-B14F-4D97-AF65-F5344CB8AC3E}">
        <p14:creationId xmlns:p14="http://schemas.microsoft.com/office/powerpoint/2010/main" val="50941088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396275" y="42068"/>
            <a:ext cx="3703704" cy="5059363"/>
          </a:xfrm>
          <a:prstGeom prst="rect">
            <a:avLst/>
          </a:prstGeom>
          <a:solidFill>
            <a:srgbClr val="99B83C"/>
          </a:solidFill>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chemeClr val="accent3"/>
              </a:solidFill>
              <a:latin typeface="Arial" charset="0"/>
            </a:endParaRPr>
          </a:p>
        </p:txBody>
      </p:sp>
      <p:sp>
        <p:nvSpPr>
          <p:cNvPr id="13" name="Title 1"/>
          <p:cNvSpPr txBox="1">
            <a:spLocks/>
          </p:cNvSpPr>
          <p:nvPr/>
        </p:nvSpPr>
        <p:spPr>
          <a:xfrm>
            <a:off x="5224049" y="1699816"/>
            <a:ext cx="3277881" cy="857250"/>
          </a:xfrm>
          <a:prstGeom prst="rect">
            <a:avLst/>
          </a:prstGeom>
        </p:spPr>
        <p:txBody>
          <a:bodyPr vert="horz" lIns="91440" tIns="45720" rIns="91440" bIns="45720" rtlCol="0" anchor="ctr">
            <a:normAutofit/>
          </a:bodyPr>
          <a:lstStyle>
            <a:lvl1pPr algn="l" defTabSz="914400" rtl="0" eaLnBrk="1" latinLnBrk="0" hangingPunct="1">
              <a:spcBef>
                <a:spcPct val="0"/>
              </a:spcBef>
              <a:buNone/>
              <a:defRPr sz="2800" b="0" kern="1200">
                <a:solidFill>
                  <a:srgbClr val="17252F"/>
                </a:solidFill>
                <a:latin typeface="Roboto Light"/>
                <a:ea typeface="Roboto Condensed Regular"/>
                <a:cs typeface="Roboto Light"/>
              </a:defRPr>
            </a:lvl1pPr>
          </a:lstStyle>
          <a:p>
            <a:pPr algn="l" rtl="0"/>
            <a:r>
              <a:rPr lang="ar-IQ" sz="3400" b="1" dirty="0">
                <a:solidFill>
                  <a:schemeClr val="bg1"/>
                </a:solidFill>
                <a:latin typeface="Arial Regular" charset="0"/>
                <a:ea typeface="Arial" charset="0"/>
                <a:cs typeface="Arial Regular" charset="0"/>
              </a:rPr>
              <a:t>Pause and Reflect</a:t>
            </a:r>
            <a:endParaRPr lang="en-US" sz="3400" b="1" dirty="0">
              <a:solidFill>
                <a:schemeClr val="bg1"/>
              </a:solidFill>
              <a:latin typeface="Arial Regular" charset="0"/>
              <a:ea typeface="Arial" charset="0"/>
              <a:cs typeface="Arial Regular" charset="0"/>
            </a:endParaRPr>
          </a:p>
        </p:txBody>
      </p:sp>
      <p:sp>
        <p:nvSpPr>
          <p:cNvPr id="8" name="Rectangle 7"/>
          <p:cNvSpPr/>
          <p:nvPr/>
        </p:nvSpPr>
        <p:spPr>
          <a:xfrm>
            <a:off x="0" y="5072063"/>
            <a:ext cx="9144000" cy="77742"/>
          </a:xfrm>
          <a:prstGeom prst="rect">
            <a:avLst/>
          </a:prstGeom>
          <a:solidFill>
            <a:srgbClr val="43B6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a:solidFill>
                <a:schemeClr val="bg1"/>
              </a:solidFill>
              <a:latin typeface="Arial" charset="0"/>
            </a:endParaRPr>
          </a:p>
        </p:txBody>
      </p:sp>
      <p:sp>
        <p:nvSpPr>
          <p:cNvPr id="7" name="TextBox 6"/>
          <p:cNvSpPr txBox="1"/>
          <p:nvPr/>
        </p:nvSpPr>
        <p:spPr>
          <a:xfrm>
            <a:off x="560804" y="1448565"/>
            <a:ext cx="4835471" cy="2031325"/>
          </a:xfrm>
          <a:prstGeom prst="rect">
            <a:avLst/>
          </a:prstGeom>
          <a:noFill/>
        </p:spPr>
        <p:txBody>
          <a:bodyPr wrap="square" rtlCol="0">
            <a:spAutoFit/>
          </a:bodyPr>
          <a:lstStyle/>
          <a:p>
            <a:pPr marL="342900" indent="-342900" algn="l" rtl="0">
              <a:buAutoNum type="arabicPeriod"/>
            </a:pPr>
            <a:r>
              <a:rPr lang="ar-IQ" dirty="0"/>
              <a:t>How has technology impacted your life?</a:t>
            </a:r>
          </a:p>
          <a:p>
            <a:pPr marL="342900" indent="-342900" algn="l" rtl="0">
              <a:buAutoNum type="arabicPeriod"/>
            </a:pPr>
            <a:endParaRPr lang="ar-IQ" dirty="0"/>
          </a:p>
          <a:p>
            <a:pPr marL="342900" indent="-342900" algn="l" rtl="0">
              <a:buAutoNum type="arabicPeriod"/>
            </a:pPr>
            <a:r>
              <a:rPr lang="ar-IQ" dirty="0"/>
              <a:t>What is the one way technology has saved you the most time and made you more efficient?</a:t>
            </a:r>
          </a:p>
          <a:p>
            <a:pPr marL="342900" indent="-342900" algn="l" rtl="0">
              <a:buAutoNum type="arabicPeriod"/>
            </a:pPr>
            <a:endParaRPr lang="ar-IQ" dirty="0"/>
          </a:p>
          <a:p>
            <a:pPr marL="342900" indent="-342900" algn="l" rtl="0">
              <a:buAutoNum type="arabicPeriod"/>
            </a:pPr>
            <a:r>
              <a:rPr lang="ar-IQ" dirty="0"/>
              <a:t>What are other professors applying using technology in the classroom that you would like to try?</a:t>
            </a:r>
            <a:endParaRPr lang="en-US" dirty="0"/>
          </a:p>
        </p:txBody>
      </p:sp>
    </p:spTree>
    <p:extLst>
      <p:ext uri="{BB962C8B-B14F-4D97-AF65-F5344CB8AC3E}">
        <p14:creationId xmlns:p14="http://schemas.microsoft.com/office/powerpoint/2010/main" val="295259940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4356100"/>
          </a:xfrm>
          <a:prstGeom prst="rect">
            <a:avLst/>
          </a:prstGeom>
          <a:solidFill>
            <a:srgbClr val="098B8E"/>
          </a:solidFill>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chemeClr val="accent3"/>
              </a:solidFill>
              <a:latin typeface="Arial" charset="0"/>
            </a:endParaRPr>
          </a:p>
        </p:txBody>
      </p:sp>
      <p:sp>
        <p:nvSpPr>
          <p:cNvPr id="13" name="Title 1"/>
          <p:cNvSpPr txBox="1">
            <a:spLocks/>
          </p:cNvSpPr>
          <p:nvPr/>
        </p:nvSpPr>
        <p:spPr>
          <a:xfrm>
            <a:off x="539767" y="0"/>
            <a:ext cx="8077200" cy="857250"/>
          </a:xfrm>
          <a:prstGeom prst="rect">
            <a:avLst/>
          </a:prstGeom>
        </p:spPr>
        <p:txBody>
          <a:bodyPr vert="horz" lIns="91440" tIns="45720" rIns="91440" bIns="45720" rtlCol="0" anchor="ctr">
            <a:normAutofit/>
          </a:bodyPr>
          <a:lstStyle>
            <a:lvl1pPr algn="l" defTabSz="914400" rtl="0" eaLnBrk="1" latinLnBrk="0" hangingPunct="1">
              <a:spcBef>
                <a:spcPct val="0"/>
              </a:spcBef>
              <a:buNone/>
              <a:defRPr sz="2800" b="0" kern="1200">
                <a:solidFill>
                  <a:srgbClr val="17252F"/>
                </a:solidFill>
                <a:latin typeface="Roboto Light"/>
                <a:ea typeface="Roboto Condensed Regular"/>
                <a:cs typeface="Roboto Light"/>
              </a:defRPr>
            </a:lvl1pPr>
          </a:lstStyle>
          <a:p>
            <a:pPr algn="l" rtl="0"/>
            <a:r>
              <a:rPr lang="ar-IQ" sz="3400" b="1" dirty="0">
                <a:solidFill>
                  <a:schemeClr val="bg1"/>
                </a:solidFill>
                <a:latin typeface="Arial Regular" charset="0"/>
                <a:ea typeface="Arial" charset="0"/>
                <a:cs typeface="Arial Regular" charset="0"/>
              </a:rPr>
              <a:t>Key Takeaways from Module One</a:t>
            </a:r>
            <a:endParaRPr lang="en-US" sz="3400" b="1" dirty="0">
              <a:solidFill>
                <a:schemeClr val="bg1"/>
              </a:solidFill>
              <a:latin typeface="Arial Regular" charset="0"/>
              <a:ea typeface="Arial" charset="0"/>
              <a:cs typeface="Arial Regular" charset="0"/>
            </a:endParaRPr>
          </a:p>
        </p:txBody>
      </p:sp>
      <p:sp>
        <p:nvSpPr>
          <p:cNvPr id="8" name="Rectangle 7"/>
          <p:cNvSpPr/>
          <p:nvPr/>
        </p:nvSpPr>
        <p:spPr>
          <a:xfrm>
            <a:off x="0" y="5072063"/>
            <a:ext cx="9144000" cy="77742"/>
          </a:xfrm>
          <a:prstGeom prst="rect">
            <a:avLst/>
          </a:prstGeom>
          <a:solidFill>
            <a:srgbClr val="43B6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a:solidFill>
                <a:schemeClr val="bg1"/>
              </a:solidFill>
              <a:latin typeface="Arial" charset="0"/>
            </a:endParaRPr>
          </a:p>
        </p:txBody>
      </p:sp>
      <p:cxnSp>
        <p:nvCxnSpPr>
          <p:cNvPr id="9" name="Straight Connector 8"/>
          <p:cNvCxnSpPr>
            <a:cxnSpLocks/>
          </p:cNvCxnSpPr>
          <p:nvPr/>
        </p:nvCxnSpPr>
        <p:spPr>
          <a:xfrm flipV="1">
            <a:off x="590567" y="654050"/>
            <a:ext cx="8089883" cy="44450"/>
          </a:xfrm>
          <a:prstGeom prst="line">
            <a:avLst/>
          </a:prstGeom>
          <a:ln w="12700" cmpd="sng">
            <a:solidFill>
              <a:schemeClr val="bg1"/>
            </a:solidFill>
          </a:ln>
          <a:effectLst/>
        </p:spPr>
        <p:style>
          <a:lnRef idx="2">
            <a:schemeClr val="accent1"/>
          </a:lnRef>
          <a:fillRef idx="0">
            <a:schemeClr val="accent1"/>
          </a:fillRef>
          <a:effectRef idx="1">
            <a:schemeClr val="accent1"/>
          </a:effectRef>
          <a:fontRef idx="minor">
            <a:schemeClr val="tx1"/>
          </a:fontRef>
        </p:style>
      </p:cxnSp>
      <p:sp>
        <p:nvSpPr>
          <p:cNvPr id="4" name="TextBox 3">
            <a:extLst>
              <a:ext uri="{FF2B5EF4-FFF2-40B4-BE49-F238E27FC236}">
                <a16:creationId xmlns:a16="http://schemas.microsoft.com/office/drawing/2014/main" id="{490628B6-7328-405C-9660-DDF317583EAB}"/>
              </a:ext>
            </a:extLst>
          </p:cNvPr>
          <p:cNvSpPr txBox="1"/>
          <p:nvPr/>
        </p:nvSpPr>
        <p:spPr>
          <a:xfrm>
            <a:off x="3795253" y="750213"/>
            <a:ext cx="5316040" cy="3139321"/>
          </a:xfrm>
          <a:prstGeom prst="rect">
            <a:avLst/>
          </a:prstGeom>
          <a:noFill/>
        </p:spPr>
        <p:txBody>
          <a:bodyPr wrap="square" rtlCol="0">
            <a:spAutoFit/>
          </a:bodyPr>
          <a:lstStyle/>
          <a:p>
            <a:pPr marL="342900" indent="-342900" algn="l" rtl="0">
              <a:buAutoNum type="arabicPeriod"/>
            </a:pPr>
            <a:r>
              <a:rPr lang="ar-IQ" dirty="0">
                <a:solidFill>
                  <a:schemeClr val="bg1"/>
                </a:solidFill>
              </a:rPr>
              <a:t>E-learning is essential to meet the current educational needs in Iraq</a:t>
            </a:r>
          </a:p>
          <a:p>
            <a:pPr marL="342900" indent="-342900" algn="l" rtl="0">
              <a:buAutoNum type="arabicPeriod"/>
            </a:pPr>
            <a:r>
              <a:rPr lang="ar-IQ" dirty="0">
                <a:solidFill>
                  <a:schemeClr val="bg1"/>
                </a:solidFill>
              </a:rPr>
              <a:t>Best practices in e-learning include innovative ways to structure and design the course, teaching strategy, student engagement methods, and assessment</a:t>
            </a:r>
          </a:p>
          <a:p>
            <a:pPr marL="342900" indent="-342900" algn="l" rtl="0">
              <a:buAutoNum type="arabicPeriod"/>
            </a:pPr>
            <a:r>
              <a:rPr lang="ar-IQ" dirty="0">
                <a:solidFill>
                  <a:schemeClr val="bg1"/>
                </a:solidFill>
              </a:rPr>
              <a:t>Effective educational strategies include a focus on active learning and 'chunked lessons'</a:t>
            </a:r>
          </a:p>
          <a:p>
            <a:pPr marL="342900" indent="-342900" algn="l" rtl="0">
              <a:buAutoNum type="arabicPeriod"/>
            </a:pPr>
            <a:r>
              <a:rPr lang="ar-IQ" dirty="0">
                <a:solidFill>
                  <a:schemeClr val="bg1"/>
                </a:solidFill>
              </a:rPr>
              <a:t>Successful online professors design materials that meet learning needs and relate to the current reality of students</a:t>
            </a:r>
          </a:p>
          <a:p>
            <a:pPr marL="342900" indent="-342900" algn="l" rtl="0">
              <a:buAutoNum type="arabicPeriod"/>
            </a:pPr>
            <a:r>
              <a:rPr lang="ar-IQ" dirty="0">
                <a:solidFill>
                  <a:schemeClr val="bg1"/>
                </a:solidFill>
              </a:rPr>
              <a:t>Technology can increase opportunities for students to collaborate and showcase their creativity!</a:t>
            </a:r>
            <a:endParaRPr lang="en-US" sz="2000" dirty="0"/>
          </a:p>
        </p:txBody>
      </p:sp>
      <p:grpSp>
        <p:nvGrpSpPr>
          <p:cNvPr id="12" name="Групувати 3">
            <a:extLst>
              <a:ext uri="{FF2B5EF4-FFF2-40B4-BE49-F238E27FC236}">
                <a16:creationId xmlns:a16="http://schemas.microsoft.com/office/drawing/2014/main" id="{7AE94FCE-7F19-4CBA-90CD-05B6E7025BFD}"/>
              </a:ext>
            </a:extLst>
          </p:cNvPr>
          <p:cNvGrpSpPr/>
          <p:nvPr/>
        </p:nvGrpSpPr>
        <p:grpSpPr>
          <a:xfrm>
            <a:off x="491689" y="1260582"/>
            <a:ext cx="2665708" cy="2549470"/>
            <a:chOff x="703263" y="1174584"/>
            <a:chExt cx="962152" cy="962152"/>
          </a:xfrm>
        </p:grpSpPr>
        <p:sp>
          <p:nvSpPr>
            <p:cNvPr id="14" name="Oval 7">
              <a:extLst>
                <a:ext uri="{FF2B5EF4-FFF2-40B4-BE49-F238E27FC236}">
                  <a16:creationId xmlns:a16="http://schemas.microsoft.com/office/drawing/2014/main" id="{A9D362A4-E27C-4F7D-A229-0372A7AA38B1}"/>
                </a:ext>
              </a:extLst>
            </p:cNvPr>
            <p:cNvSpPr/>
            <p:nvPr/>
          </p:nvSpPr>
          <p:spPr>
            <a:xfrm>
              <a:off x="703263" y="1174584"/>
              <a:ext cx="962152" cy="962152"/>
            </a:xfrm>
            <a:prstGeom prst="ellipse">
              <a:avLst/>
            </a:prstGeom>
            <a:solidFill>
              <a:srgbClr val="47ABA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uk-UA"/>
            </a:p>
          </p:txBody>
        </p:sp>
        <p:pic>
          <p:nvPicPr>
            <p:cNvPr id="15" name="Графіка 5">
              <a:extLst>
                <a:ext uri="{FF2B5EF4-FFF2-40B4-BE49-F238E27FC236}">
                  <a16:creationId xmlns:a16="http://schemas.microsoft.com/office/drawing/2014/main" id="{5EA5CB65-FD8C-4EC5-9192-C18DDF21D5E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81683" y="1370760"/>
              <a:ext cx="569800" cy="569800"/>
            </a:xfrm>
            <a:prstGeom prst="rect">
              <a:avLst/>
            </a:prstGeom>
          </p:spPr>
        </p:pic>
      </p:grpSp>
    </p:spTree>
    <p:extLst>
      <p:ext uri="{BB962C8B-B14F-4D97-AF65-F5344CB8AC3E}">
        <p14:creationId xmlns:p14="http://schemas.microsoft.com/office/powerpoint/2010/main" val="147123791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440296" y="0"/>
            <a:ext cx="3703704" cy="5059363"/>
          </a:xfrm>
          <a:prstGeom prst="rect">
            <a:avLst/>
          </a:prstGeom>
          <a:solidFill>
            <a:schemeClr val="tx1">
              <a:lumMod val="60000"/>
              <a:lumOff val="40000"/>
            </a:schemeClr>
          </a:solidFill>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chemeClr val="accent3"/>
              </a:solidFill>
              <a:latin typeface="Arial" charset="0"/>
            </a:endParaRPr>
          </a:p>
        </p:txBody>
      </p:sp>
      <p:sp>
        <p:nvSpPr>
          <p:cNvPr id="13" name="Title 1"/>
          <p:cNvSpPr txBox="1">
            <a:spLocks/>
          </p:cNvSpPr>
          <p:nvPr/>
        </p:nvSpPr>
        <p:spPr>
          <a:xfrm>
            <a:off x="6177778" y="1784259"/>
            <a:ext cx="2659537" cy="2060154"/>
          </a:xfrm>
          <a:prstGeom prst="rect">
            <a:avLst/>
          </a:prstGeom>
        </p:spPr>
        <p:txBody>
          <a:bodyPr vert="horz" lIns="91440" tIns="45720" rIns="91440" bIns="45720" rtlCol="0" anchor="ctr">
            <a:normAutofit/>
          </a:bodyPr>
          <a:lstStyle>
            <a:lvl1pPr algn="l" defTabSz="914400" rtl="0" eaLnBrk="1" latinLnBrk="0" hangingPunct="1">
              <a:spcBef>
                <a:spcPct val="0"/>
              </a:spcBef>
              <a:buNone/>
              <a:defRPr sz="2800" b="0" kern="1200">
                <a:solidFill>
                  <a:srgbClr val="17252F"/>
                </a:solidFill>
                <a:latin typeface="Roboto Light"/>
                <a:ea typeface="Roboto Condensed Regular"/>
                <a:cs typeface="Roboto Light"/>
              </a:defRPr>
            </a:lvl1pPr>
          </a:lstStyle>
          <a:p>
            <a:pPr algn="l" rtl="0"/>
            <a:r>
              <a:rPr lang="ar-IQ" sz="3400" b="1" dirty="0">
                <a:solidFill>
                  <a:schemeClr val="bg1"/>
                </a:solidFill>
                <a:latin typeface="Arial Regular"/>
                <a:ea typeface="Arial" charset="0"/>
                <a:cs typeface="Arial Regular" charset="0"/>
              </a:rPr>
              <a:t>Quiz:</a:t>
            </a:r>
          </a:p>
          <a:p>
            <a:pPr algn="l" rtl="0"/>
            <a:r>
              <a:rPr lang="ar-IQ" sz="3400" b="1" dirty="0">
                <a:solidFill>
                  <a:schemeClr val="bg1"/>
                </a:solidFill>
                <a:latin typeface="Arial Regular"/>
                <a:ea typeface="Arial" charset="0"/>
                <a:cs typeface="Arial Regular" charset="0"/>
              </a:rPr>
              <a:t>Question One</a:t>
            </a:r>
            <a:endParaRPr lang="en-JM" sz="3400" b="1" dirty="0">
              <a:solidFill>
                <a:schemeClr val="bg1"/>
              </a:solidFill>
              <a:latin typeface="Arial Regular" charset="0"/>
              <a:ea typeface="Arial" charset="0"/>
              <a:cs typeface="Arial Regular" charset="0"/>
            </a:endParaRPr>
          </a:p>
        </p:txBody>
      </p:sp>
      <p:sp>
        <p:nvSpPr>
          <p:cNvPr id="8" name="Rectangle 7"/>
          <p:cNvSpPr/>
          <p:nvPr/>
        </p:nvSpPr>
        <p:spPr>
          <a:xfrm>
            <a:off x="0" y="5072063"/>
            <a:ext cx="9144000" cy="77742"/>
          </a:xfrm>
          <a:prstGeom prst="rect">
            <a:avLst/>
          </a:prstGeom>
          <a:solidFill>
            <a:srgbClr val="43B6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a:solidFill>
                <a:schemeClr val="bg1"/>
              </a:solidFill>
              <a:latin typeface="Arial" charset="0"/>
            </a:endParaRPr>
          </a:p>
        </p:txBody>
      </p:sp>
      <p:sp>
        <p:nvSpPr>
          <p:cNvPr id="7" name="TextBox 6"/>
          <p:cNvSpPr txBox="1"/>
          <p:nvPr/>
        </p:nvSpPr>
        <p:spPr>
          <a:xfrm>
            <a:off x="591170" y="920222"/>
            <a:ext cx="4672740" cy="2339102"/>
          </a:xfrm>
          <a:prstGeom prst="rect">
            <a:avLst/>
          </a:prstGeom>
          <a:noFill/>
        </p:spPr>
        <p:txBody>
          <a:bodyPr wrap="square" rtlCol="0" anchor="t">
            <a:spAutoFit/>
          </a:bodyPr>
          <a:lstStyle/>
          <a:p>
            <a:pPr algn="l" rtl="0"/>
            <a:r>
              <a:rPr lang="ar-IQ" b="1" dirty="0">
                <a:solidFill>
                  <a:srgbClr val="000000"/>
                </a:solidFill>
                <a:latin typeface="Arial"/>
                <a:ea typeface="Arial" charset="0"/>
                <a:cs typeface="Arial"/>
              </a:rPr>
              <a:t>True or False:</a:t>
            </a:r>
          </a:p>
          <a:p>
            <a:pPr algn="l" rtl="0"/>
            <a:endParaRPr lang="ar-IQ" b="1" dirty="0">
              <a:solidFill>
                <a:srgbClr val="000000"/>
              </a:solidFill>
              <a:latin typeface="Arial"/>
              <a:ea typeface="Arial" charset="0"/>
              <a:cs typeface="Arial"/>
            </a:endParaRPr>
          </a:p>
          <a:p>
            <a:pPr algn="l" rtl="0"/>
            <a:r>
              <a:rPr lang="ar-IQ" b="1" dirty="0">
                <a:solidFill>
                  <a:srgbClr val="000000"/>
                </a:solidFill>
                <a:latin typeface="Arial"/>
                <a:ea typeface="Arial" charset="0"/>
                <a:cs typeface="Arial"/>
              </a:rPr>
              <a:t>A Learning Management System (LMS) is a platform that includes communication, content delivery, and assessment tools to facilitate the teaching and learning process.</a:t>
            </a:r>
          </a:p>
          <a:p>
            <a:pPr algn="l" rtl="0"/>
            <a:endParaRPr lang="ar-IQ" b="1" dirty="0">
              <a:solidFill>
                <a:srgbClr val="000000"/>
              </a:solidFill>
              <a:latin typeface="Arial"/>
              <a:ea typeface="Arial" charset="0"/>
              <a:cs typeface="Arial"/>
            </a:endParaRPr>
          </a:p>
          <a:p>
            <a:pPr algn="l" rtl="0"/>
            <a:r>
              <a:rPr lang="ar-IQ" b="1" dirty="0">
                <a:solidFill>
                  <a:srgbClr val="000000"/>
                </a:solidFill>
                <a:latin typeface="Arial"/>
                <a:ea typeface="Arial" charset="0"/>
                <a:cs typeface="Arial"/>
              </a:rPr>
              <a:t>Type T for the correct answer and F for the wrong answer in the chat box!</a:t>
            </a:r>
            <a:endParaRPr lang="en-US" i="1" dirty="0">
              <a:solidFill>
                <a:srgbClr val="000000"/>
              </a:solidFill>
              <a:latin typeface="Arial"/>
              <a:cs typeface="Arial"/>
            </a:endParaRPr>
          </a:p>
        </p:txBody>
      </p:sp>
    </p:spTree>
    <p:extLst>
      <p:ext uri="{BB962C8B-B14F-4D97-AF65-F5344CB8AC3E}">
        <p14:creationId xmlns:p14="http://schemas.microsoft.com/office/powerpoint/2010/main" val="411669917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440296" y="0"/>
            <a:ext cx="3703704" cy="5059363"/>
          </a:xfrm>
          <a:prstGeom prst="rect">
            <a:avLst/>
          </a:prstGeom>
          <a:solidFill>
            <a:schemeClr val="accent2"/>
          </a:solidFill>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chemeClr val="accent3"/>
              </a:solidFill>
              <a:latin typeface="Arial" charset="0"/>
            </a:endParaRPr>
          </a:p>
        </p:txBody>
      </p:sp>
      <p:sp>
        <p:nvSpPr>
          <p:cNvPr id="13" name="Title 1"/>
          <p:cNvSpPr txBox="1">
            <a:spLocks/>
          </p:cNvSpPr>
          <p:nvPr/>
        </p:nvSpPr>
        <p:spPr>
          <a:xfrm>
            <a:off x="6250314" y="1662105"/>
            <a:ext cx="2659537" cy="857250"/>
          </a:xfrm>
          <a:prstGeom prst="rect">
            <a:avLst/>
          </a:prstGeom>
        </p:spPr>
        <p:txBody>
          <a:bodyPr vert="horz" lIns="91440" tIns="45720" rIns="91440" bIns="45720" rtlCol="0" anchor="ctr">
            <a:normAutofit/>
          </a:bodyPr>
          <a:lstStyle>
            <a:lvl1pPr algn="l" defTabSz="914400" rtl="0" eaLnBrk="1" latinLnBrk="0" hangingPunct="1">
              <a:spcBef>
                <a:spcPct val="0"/>
              </a:spcBef>
              <a:buNone/>
              <a:defRPr sz="2800" b="0" kern="1200">
                <a:solidFill>
                  <a:srgbClr val="17252F"/>
                </a:solidFill>
                <a:latin typeface="Roboto Light"/>
                <a:ea typeface="Roboto Condensed Regular"/>
                <a:cs typeface="Roboto Light"/>
              </a:defRPr>
            </a:lvl1pPr>
          </a:lstStyle>
          <a:p>
            <a:pPr algn="l"/>
            <a:r>
              <a:rPr lang="ar-IQ" sz="3400" b="1" dirty="0">
                <a:solidFill>
                  <a:schemeClr val="bg1"/>
                </a:solidFill>
                <a:latin typeface="Arial Regular"/>
                <a:ea typeface="Arial" charset="0"/>
                <a:cs typeface="Arial Regular" charset="0"/>
              </a:rPr>
              <a:t>Question Two</a:t>
            </a:r>
            <a:endParaRPr lang="en-JM" sz="3400" b="1" dirty="0">
              <a:solidFill>
                <a:schemeClr val="bg1"/>
              </a:solidFill>
              <a:latin typeface="Arial Regular" charset="0"/>
              <a:ea typeface="Arial" charset="0"/>
              <a:cs typeface="Arial Regular" charset="0"/>
            </a:endParaRPr>
          </a:p>
        </p:txBody>
      </p:sp>
      <p:sp>
        <p:nvSpPr>
          <p:cNvPr id="8" name="Rectangle 7"/>
          <p:cNvSpPr/>
          <p:nvPr/>
        </p:nvSpPr>
        <p:spPr>
          <a:xfrm>
            <a:off x="0" y="5072063"/>
            <a:ext cx="9144000" cy="77742"/>
          </a:xfrm>
          <a:prstGeom prst="rect">
            <a:avLst/>
          </a:prstGeom>
          <a:solidFill>
            <a:srgbClr val="43B6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a:solidFill>
                <a:schemeClr val="bg1"/>
              </a:solidFill>
              <a:latin typeface="Arial" charset="0"/>
            </a:endParaRPr>
          </a:p>
        </p:txBody>
      </p:sp>
      <p:sp>
        <p:nvSpPr>
          <p:cNvPr id="7" name="TextBox 6"/>
          <p:cNvSpPr txBox="1"/>
          <p:nvPr/>
        </p:nvSpPr>
        <p:spPr>
          <a:xfrm>
            <a:off x="362547" y="448091"/>
            <a:ext cx="4672740" cy="3139321"/>
          </a:xfrm>
          <a:prstGeom prst="rect">
            <a:avLst/>
          </a:prstGeom>
          <a:noFill/>
        </p:spPr>
        <p:txBody>
          <a:bodyPr wrap="square" rtlCol="0" anchor="t">
            <a:spAutoFit/>
          </a:bodyPr>
          <a:lstStyle/>
          <a:p>
            <a:pPr algn="l" rtl="0"/>
            <a:r>
              <a:rPr lang="ar-IQ" b="1" dirty="0">
                <a:solidFill>
                  <a:srgbClr val="000000"/>
                </a:solidFill>
                <a:latin typeface="Arial"/>
                <a:cs typeface="Arial"/>
              </a:rPr>
              <a:t>Examples of instructional strategies for e-learning include (check all that apply):</a:t>
            </a:r>
          </a:p>
          <a:p>
            <a:pPr algn="l" rtl="0"/>
            <a:endParaRPr lang="ar-IQ" b="1" dirty="0">
              <a:solidFill>
                <a:srgbClr val="000000"/>
              </a:solidFill>
              <a:latin typeface="Arial"/>
              <a:cs typeface="Arial"/>
            </a:endParaRPr>
          </a:p>
          <a:p>
            <a:pPr algn="l" rtl="0"/>
            <a:r>
              <a:rPr lang="en-US" b="1" dirty="0">
                <a:solidFill>
                  <a:srgbClr val="000000"/>
                </a:solidFill>
                <a:latin typeface="Arial"/>
                <a:cs typeface="Arial"/>
              </a:rPr>
              <a:t>A. Varying the lesson with a mix of video, discussion, practical activities, and chat to enhance active learning</a:t>
            </a:r>
          </a:p>
          <a:p>
            <a:pPr algn="l" rtl="0"/>
            <a:endParaRPr lang="ar-IQ" b="1" dirty="0">
              <a:solidFill>
                <a:srgbClr val="000000"/>
              </a:solidFill>
              <a:latin typeface="Arial"/>
              <a:cs typeface="Arial"/>
            </a:endParaRPr>
          </a:p>
          <a:p>
            <a:pPr algn="l" rtl="0"/>
            <a:r>
              <a:rPr lang="en-US" b="1" dirty="0">
                <a:solidFill>
                  <a:srgbClr val="000000"/>
                </a:solidFill>
                <a:latin typeface="Arial"/>
                <a:cs typeface="Arial"/>
              </a:rPr>
              <a:t>B. Finding innovative ways for assessment</a:t>
            </a:r>
          </a:p>
          <a:p>
            <a:pPr algn="l" rtl="0"/>
            <a:endParaRPr lang="ar-IQ" b="1" dirty="0">
              <a:solidFill>
                <a:srgbClr val="000000"/>
              </a:solidFill>
              <a:latin typeface="Arial"/>
              <a:cs typeface="Arial"/>
            </a:endParaRPr>
          </a:p>
          <a:p>
            <a:pPr algn="l" rtl="0"/>
            <a:r>
              <a:rPr lang="en-US" b="1" dirty="0">
                <a:solidFill>
                  <a:srgbClr val="000000"/>
                </a:solidFill>
                <a:latin typeface="Arial"/>
                <a:cs typeface="Arial"/>
              </a:rPr>
              <a:t>C. Asking questions and requiring students to pause and reflect</a:t>
            </a:r>
          </a:p>
          <a:p>
            <a:pPr algn="l" rtl="0"/>
            <a:endParaRPr lang="ar-IQ" b="1" dirty="0">
              <a:solidFill>
                <a:srgbClr val="000000"/>
              </a:solidFill>
              <a:latin typeface="Arial"/>
              <a:cs typeface="Arial"/>
            </a:endParaRPr>
          </a:p>
          <a:p>
            <a:pPr algn="l" rtl="0"/>
            <a:r>
              <a:rPr lang="en-US" b="1" dirty="0">
                <a:solidFill>
                  <a:srgbClr val="000000"/>
                </a:solidFill>
                <a:latin typeface="Arial"/>
                <a:cs typeface="Arial"/>
              </a:rPr>
              <a:t>D. All of the above</a:t>
            </a:r>
            <a:endParaRPr lang="en-US" i="1" dirty="0">
              <a:solidFill>
                <a:srgbClr val="000000"/>
              </a:solidFill>
              <a:latin typeface="Arial"/>
              <a:cs typeface="Arial"/>
            </a:endParaRPr>
          </a:p>
        </p:txBody>
      </p:sp>
    </p:spTree>
    <p:extLst>
      <p:ext uri="{BB962C8B-B14F-4D97-AF65-F5344CB8AC3E}">
        <p14:creationId xmlns:p14="http://schemas.microsoft.com/office/powerpoint/2010/main" val="335588086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440296" y="0"/>
            <a:ext cx="3703704" cy="5059363"/>
          </a:xfrm>
          <a:prstGeom prst="rect">
            <a:avLst/>
          </a:prstGeom>
          <a:solidFill>
            <a:schemeClr val="accent6"/>
          </a:solidFill>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chemeClr val="accent3"/>
              </a:solidFill>
              <a:latin typeface="Arial" charset="0"/>
            </a:endParaRPr>
          </a:p>
        </p:txBody>
      </p:sp>
      <p:sp>
        <p:nvSpPr>
          <p:cNvPr id="13" name="Title 1"/>
          <p:cNvSpPr txBox="1">
            <a:spLocks/>
          </p:cNvSpPr>
          <p:nvPr/>
        </p:nvSpPr>
        <p:spPr>
          <a:xfrm>
            <a:off x="6285933" y="1833421"/>
            <a:ext cx="2659537" cy="857250"/>
          </a:xfrm>
          <a:prstGeom prst="rect">
            <a:avLst/>
          </a:prstGeom>
        </p:spPr>
        <p:txBody>
          <a:bodyPr vert="horz" lIns="91440" tIns="45720" rIns="91440" bIns="45720" rtlCol="0" anchor="ctr">
            <a:normAutofit/>
          </a:bodyPr>
          <a:lstStyle>
            <a:lvl1pPr algn="l" defTabSz="914400" rtl="0" eaLnBrk="1" latinLnBrk="0" hangingPunct="1">
              <a:spcBef>
                <a:spcPct val="0"/>
              </a:spcBef>
              <a:buNone/>
              <a:defRPr sz="2800" b="0" kern="1200">
                <a:solidFill>
                  <a:srgbClr val="17252F"/>
                </a:solidFill>
                <a:latin typeface="Roboto Light"/>
                <a:ea typeface="Roboto Condensed Regular"/>
                <a:cs typeface="Roboto Light"/>
              </a:defRPr>
            </a:lvl1pPr>
          </a:lstStyle>
          <a:p>
            <a:pPr algn="l" rtl="0"/>
            <a:r>
              <a:rPr lang="ar-IQ" sz="3400" b="1" dirty="0">
                <a:solidFill>
                  <a:schemeClr val="bg1"/>
                </a:solidFill>
                <a:latin typeface="Arial Regular"/>
                <a:ea typeface="Arial" charset="0"/>
                <a:cs typeface="Arial Regular" charset="0"/>
              </a:rPr>
              <a:t>Question Three</a:t>
            </a:r>
            <a:endParaRPr lang="en-JM" sz="3400" b="1" dirty="0">
              <a:solidFill>
                <a:schemeClr val="bg1"/>
              </a:solidFill>
              <a:latin typeface="Arial Regular" charset="0"/>
              <a:ea typeface="Arial" charset="0"/>
              <a:cs typeface="Arial Regular" charset="0"/>
            </a:endParaRPr>
          </a:p>
        </p:txBody>
      </p:sp>
      <p:sp>
        <p:nvSpPr>
          <p:cNvPr id="8" name="Rectangle 7"/>
          <p:cNvSpPr/>
          <p:nvPr/>
        </p:nvSpPr>
        <p:spPr>
          <a:xfrm>
            <a:off x="0" y="5072063"/>
            <a:ext cx="9144000" cy="77742"/>
          </a:xfrm>
          <a:prstGeom prst="rect">
            <a:avLst/>
          </a:prstGeom>
          <a:solidFill>
            <a:srgbClr val="43B6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a:solidFill>
                <a:schemeClr val="bg1"/>
              </a:solidFill>
              <a:latin typeface="Arial" charset="0"/>
            </a:endParaRPr>
          </a:p>
        </p:txBody>
      </p:sp>
      <p:sp>
        <p:nvSpPr>
          <p:cNvPr id="7" name="TextBox 6"/>
          <p:cNvSpPr txBox="1"/>
          <p:nvPr/>
        </p:nvSpPr>
        <p:spPr>
          <a:xfrm>
            <a:off x="344738" y="577605"/>
            <a:ext cx="4672740" cy="3139321"/>
          </a:xfrm>
          <a:prstGeom prst="rect">
            <a:avLst/>
          </a:prstGeom>
          <a:noFill/>
        </p:spPr>
        <p:txBody>
          <a:bodyPr wrap="square" rtlCol="0" anchor="t">
            <a:spAutoFit/>
          </a:bodyPr>
          <a:lstStyle/>
          <a:p>
            <a:pPr algn="l" rtl="0"/>
            <a:r>
              <a:rPr lang="ar-IQ" dirty="0">
                <a:solidFill>
                  <a:srgbClr val="000000"/>
                </a:solidFill>
                <a:latin typeface="Arial"/>
                <a:ea typeface="Arial" charset="0"/>
                <a:cs typeface="Arial"/>
              </a:rPr>
              <a:t>اختر العبارة التي تعكس أفضل ما نعرفه عن التكنولوجيا والتعليم والتعلم:</a:t>
            </a:r>
          </a:p>
          <a:p>
            <a:pPr algn="l" rtl="0"/>
            <a:endParaRPr lang="ar-IQ" dirty="0">
              <a:solidFill>
                <a:srgbClr val="000000"/>
              </a:solidFill>
              <a:latin typeface="Arial"/>
              <a:ea typeface="Arial" charset="0"/>
              <a:cs typeface="Arial"/>
            </a:endParaRPr>
          </a:p>
          <a:p>
            <a:pPr algn="l" rtl="0"/>
            <a:r>
              <a:rPr lang="ar-IQ" dirty="0">
                <a:solidFill>
                  <a:srgbClr val="000000"/>
                </a:solidFill>
                <a:latin typeface="Arial"/>
                <a:ea typeface="Arial" charset="0"/>
                <a:cs typeface="Arial"/>
              </a:rPr>
              <a:t>1. يجب أن يكون المدربون ذوي خبرة مطلقة في مجال التكنولوجيا للبدء بالتعلّم الإلكتروني.</a:t>
            </a:r>
          </a:p>
          <a:p>
            <a:pPr algn="l" rtl="0"/>
            <a:endParaRPr lang="ar-IQ" dirty="0">
              <a:solidFill>
                <a:srgbClr val="000000"/>
              </a:solidFill>
              <a:latin typeface="Arial"/>
              <a:ea typeface="Arial" charset="0"/>
              <a:cs typeface="Arial"/>
            </a:endParaRPr>
          </a:p>
          <a:p>
            <a:pPr algn="l" rtl="0"/>
            <a:r>
              <a:rPr lang="ar-IQ" dirty="0">
                <a:solidFill>
                  <a:srgbClr val="000000"/>
                </a:solidFill>
                <a:latin typeface="Arial"/>
                <a:ea typeface="Arial" charset="0"/>
                <a:cs typeface="Arial"/>
              </a:rPr>
              <a:t>2. التكنولوجيا هي أداة لدعم الأساتذة في جهودهم لزيادة تعلّم الطلبة</a:t>
            </a:r>
          </a:p>
          <a:p>
            <a:pPr algn="l" rtl="0"/>
            <a:endParaRPr lang="ar-IQ" dirty="0">
              <a:solidFill>
                <a:srgbClr val="000000"/>
              </a:solidFill>
              <a:latin typeface="Arial"/>
              <a:ea typeface="Arial" charset="0"/>
              <a:cs typeface="Arial"/>
            </a:endParaRPr>
          </a:p>
          <a:p>
            <a:pPr algn="l" rtl="0"/>
            <a:r>
              <a:rPr lang="ar-IQ" dirty="0">
                <a:solidFill>
                  <a:srgbClr val="000000"/>
                </a:solidFill>
                <a:latin typeface="Arial"/>
                <a:ea typeface="Arial" charset="0"/>
                <a:cs typeface="Arial"/>
              </a:rPr>
              <a:t>3. في التعلّم الميسّر والمتزامن ، يكون تفاعل الطلبة حسب وقتهم فراغهم وبالسرعة التي تناسبهم</a:t>
            </a:r>
            <a:endParaRPr lang="en-US" dirty="0">
              <a:solidFill>
                <a:srgbClr val="000000"/>
              </a:solidFill>
              <a:latin typeface="Arial"/>
              <a:ea typeface="Arial" charset="0"/>
              <a:cs typeface="Arial" charset="0"/>
            </a:endParaRPr>
          </a:p>
        </p:txBody>
      </p:sp>
    </p:spTree>
    <p:extLst>
      <p:ext uri="{BB962C8B-B14F-4D97-AF65-F5344CB8AC3E}">
        <p14:creationId xmlns:p14="http://schemas.microsoft.com/office/powerpoint/2010/main" val="209800201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Rectangle 17"/>
          <p:cNvSpPr/>
          <p:nvPr/>
        </p:nvSpPr>
        <p:spPr>
          <a:xfrm>
            <a:off x="309924" y="988570"/>
            <a:ext cx="3962400" cy="2118529"/>
          </a:xfrm>
          <a:prstGeom prst="rect">
            <a:avLst/>
          </a:prstGeom>
        </p:spPr>
        <p:txBody>
          <a:bodyPr wrap="square">
            <a:spAutoFit/>
          </a:bodyPr>
          <a:lstStyle/>
          <a:p>
            <a:pPr marL="285750" indent="-285750" algn="l" rtl="0">
              <a:lnSpc>
                <a:spcPct val="150000"/>
              </a:lnSpc>
              <a:buFont typeface="Arial"/>
              <a:buChar char="•"/>
            </a:pPr>
            <a:r>
              <a:rPr lang="ar-IQ" dirty="0">
                <a:solidFill>
                  <a:srgbClr val="082C2D"/>
                </a:solidFill>
                <a:latin typeface="Arial Regular" charset="0"/>
                <a:cs typeface="Arial Regular" charset="0"/>
              </a:rPr>
              <a:t>يرجى إكمال واجبك </a:t>
            </a:r>
            <a:r>
              <a:rPr lang="ar-IQ" b="1" dirty="0">
                <a:solidFill>
                  <a:srgbClr val="082C2D"/>
                </a:solidFill>
                <a:latin typeface="Arial Regular" charset="0"/>
                <a:cs typeface="Arial Regular" charset="0"/>
              </a:rPr>
              <a:t>بحلول يوم الأحد 3 مايو/ آيار</a:t>
            </a:r>
          </a:p>
          <a:p>
            <a:pPr marL="285750" indent="-285750" algn="l" rtl="0">
              <a:lnSpc>
                <a:spcPct val="150000"/>
              </a:lnSpc>
              <a:buFont typeface="Arial"/>
              <a:buChar char="•"/>
            </a:pPr>
            <a:r>
              <a:rPr lang="ar-IQ" dirty="0">
                <a:solidFill>
                  <a:srgbClr val="082C2D"/>
                </a:solidFill>
                <a:latin typeface="Arial Regular" charset="0"/>
                <a:cs typeface="Arial Regular" charset="0"/>
              </a:rPr>
              <a:t>موضوع الوحدة التالية: إطار مفهوم تصميم التعلّم الإلكتروني</a:t>
            </a:r>
          </a:p>
          <a:p>
            <a:pPr marL="285750" indent="-285750" algn="l" rtl="0">
              <a:lnSpc>
                <a:spcPct val="150000"/>
              </a:lnSpc>
              <a:buFont typeface="Arial"/>
              <a:buChar char="•"/>
            </a:pPr>
            <a:r>
              <a:rPr lang="ar-IQ" dirty="0">
                <a:solidFill>
                  <a:srgbClr val="082C2D"/>
                </a:solidFill>
                <a:latin typeface="Arial Regular" charset="0"/>
                <a:cs typeface="Arial Regular" charset="0"/>
              </a:rPr>
              <a:t>أسئلة وأجوبة</a:t>
            </a:r>
            <a:endParaRPr lang="en-US" dirty="0">
              <a:solidFill>
                <a:srgbClr val="082C2D"/>
              </a:solidFill>
              <a:latin typeface="Arial Regular" charset="0"/>
              <a:cs typeface="Arial Regular" charset="0"/>
            </a:endParaRPr>
          </a:p>
        </p:txBody>
      </p:sp>
      <p:sp>
        <p:nvSpPr>
          <p:cNvPr id="22" name="Rectangle 21"/>
          <p:cNvSpPr/>
          <p:nvPr/>
        </p:nvSpPr>
        <p:spPr>
          <a:xfrm>
            <a:off x="0" y="5072063"/>
            <a:ext cx="9144000" cy="77742"/>
          </a:xfrm>
          <a:prstGeom prst="rect">
            <a:avLst/>
          </a:prstGeom>
          <a:solidFill>
            <a:srgbClr val="43B6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a:solidFill>
                <a:schemeClr val="bg1"/>
              </a:solidFill>
              <a:latin typeface="Arial" charset="0"/>
            </a:endParaRPr>
          </a:p>
        </p:txBody>
      </p:sp>
      <p:sp>
        <p:nvSpPr>
          <p:cNvPr id="11" name="Rectangle 10">
            <a:extLst>
              <a:ext uri="{FF2B5EF4-FFF2-40B4-BE49-F238E27FC236}">
                <a16:creationId xmlns:a16="http://schemas.microsoft.com/office/drawing/2014/main" id="{94C4FD59-AF5E-40F0-9F60-B6D5FB4B5E8B}"/>
              </a:ext>
            </a:extLst>
          </p:cNvPr>
          <p:cNvSpPr/>
          <p:nvPr/>
        </p:nvSpPr>
        <p:spPr>
          <a:xfrm>
            <a:off x="4871677" y="35718"/>
            <a:ext cx="4272323" cy="5072063"/>
          </a:xfrm>
          <a:prstGeom prst="rect">
            <a:avLst/>
          </a:prstGeom>
          <a:solidFill>
            <a:srgbClr val="075254"/>
          </a:solidFill>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chemeClr val="accent3"/>
              </a:solidFill>
              <a:latin typeface="Arial" charset="0"/>
            </a:endParaRPr>
          </a:p>
        </p:txBody>
      </p:sp>
      <p:sp>
        <p:nvSpPr>
          <p:cNvPr id="14" name="Title 1"/>
          <p:cNvSpPr txBox="1">
            <a:spLocks/>
          </p:cNvSpPr>
          <p:nvPr/>
        </p:nvSpPr>
        <p:spPr>
          <a:xfrm>
            <a:off x="5255238" y="1834545"/>
            <a:ext cx="3505200" cy="857250"/>
          </a:xfrm>
          <a:prstGeom prst="rect">
            <a:avLst/>
          </a:prstGeom>
        </p:spPr>
        <p:txBody>
          <a:bodyPr vert="horz" lIns="91440" tIns="45720" rIns="91440" bIns="45720" rtlCol="0" anchor="ctr">
            <a:normAutofit fontScale="92500" lnSpcReduction="20000"/>
          </a:bodyPr>
          <a:lstStyle>
            <a:lvl1pPr algn="l" defTabSz="914400" rtl="0" eaLnBrk="1" latinLnBrk="0" hangingPunct="1">
              <a:spcBef>
                <a:spcPct val="0"/>
              </a:spcBef>
              <a:buNone/>
              <a:defRPr sz="2800" b="0" kern="1200">
                <a:solidFill>
                  <a:srgbClr val="17252F"/>
                </a:solidFill>
                <a:latin typeface="Roboto Light"/>
                <a:ea typeface="Roboto Condensed Regular"/>
                <a:cs typeface="Roboto Light"/>
              </a:defRPr>
            </a:lvl1pPr>
          </a:lstStyle>
          <a:p>
            <a:pPr algn="l" rtl="0"/>
            <a:r>
              <a:rPr lang="ar-IQ" sz="3400" b="1" dirty="0">
                <a:solidFill>
                  <a:schemeClr val="bg1"/>
                </a:solidFill>
                <a:latin typeface="Arial Regular" charset="0"/>
                <a:ea typeface="Arial" charset="0"/>
                <a:cs typeface="Arial Regular" charset="0"/>
              </a:rPr>
              <a:t>What's Next After This Session?</a:t>
            </a:r>
            <a:endParaRPr lang="en-US" sz="3400" b="1" dirty="0">
              <a:solidFill>
                <a:schemeClr val="bg1"/>
              </a:solidFill>
              <a:latin typeface="Arial Regular" charset="0"/>
              <a:ea typeface="Arial" charset="0"/>
              <a:cs typeface="Arial Regular" charset="0"/>
            </a:endParaRPr>
          </a:p>
        </p:txBody>
      </p:sp>
    </p:spTree>
    <p:extLst>
      <p:ext uri="{BB962C8B-B14F-4D97-AF65-F5344CB8AC3E}">
        <p14:creationId xmlns:p14="http://schemas.microsoft.com/office/powerpoint/2010/main" val="186441390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440296" y="12700"/>
            <a:ext cx="3703704" cy="5059363"/>
          </a:xfrm>
          <a:prstGeom prst="rect">
            <a:avLst/>
          </a:prstGeom>
          <a:solidFill>
            <a:srgbClr val="99B83C"/>
          </a:solidFill>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chemeClr val="accent3"/>
              </a:solidFill>
              <a:latin typeface="Arial" charset="0"/>
            </a:endParaRPr>
          </a:p>
        </p:txBody>
      </p:sp>
      <p:sp>
        <p:nvSpPr>
          <p:cNvPr id="13" name="Title 1"/>
          <p:cNvSpPr txBox="1">
            <a:spLocks/>
          </p:cNvSpPr>
          <p:nvPr/>
        </p:nvSpPr>
        <p:spPr>
          <a:xfrm>
            <a:off x="5653207" y="1799399"/>
            <a:ext cx="3277881" cy="742982"/>
          </a:xfrm>
          <a:prstGeom prst="rect">
            <a:avLst/>
          </a:prstGeom>
        </p:spPr>
        <p:txBody>
          <a:bodyPr vert="horz" lIns="91440" tIns="45720" rIns="91440" bIns="45720" rtlCol="0" anchor="ctr">
            <a:noAutofit/>
          </a:bodyPr>
          <a:lstStyle>
            <a:lvl1pPr algn="l" defTabSz="914400" rtl="0" eaLnBrk="1" latinLnBrk="0" hangingPunct="1">
              <a:spcBef>
                <a:spcPct val="0"/>
              </a:spcBef>
              <a:buNone/>
              <a:defRPr sz="2800" b="0" kern="1200">
                <a:solidFill>
                  <a:srgbClr val="17252F"/>
                </a:solidFill>
                <a:latin typeface="Roboto Light"/>
                <a:ea typeface="Roboto Condensed Regular"/>
                <a:cs typeface="Roboto Light"/>
              </a:defRPr>
            </a:lvl1pPr>
          </a:lstStyle>
          <a:p>
            <a:pPr algn="l" rtl="0"/>
            <a:r>
              <a:rPr lang="ar-IQ" b="1" dirty="0">
                <a:solidFill>
                  <a:schemeClr val="bg1"/>
                </a:solidFill>
                <a:latin typeface="Arial Regular" charset="0"/>
                <a:ea typeface="Arial" charset="0"/>
                <a:cs typeface="Arial Regular" charset="0"/>
              </a:rPr>
              <a:t>Homework: E-Learning Best Practices</a:t>
            </a:r>
            <a:endParaRPr lang="en-US" b="1" dirty="0">
              <a:solidFill>
                <a:schemeClr val="bg1"/>
              </a:solidFill>
              <a:latin typeface="Arial Regular" charset="0"/>
              <a:ea typeface="Arial" charset="0"/>
              <a:cs typeface="Arial Regular" charset="0"/>
            </a:endParaRPr>
          </a:p>
        </p:txBody>
      </p:sp>
      <p:sp>
        <p:nvSpPr>
          <p:cNvPr id="8" name="Rectangle 7"/>
          <p:cNvSpPr/>
          <p:nvPr/>
        </p:nvSpPr>
        <p:spPr>
          <a:xfrm>
            <a:off x="0" y="5072063"/>
            <a:ext cx="9144000" cy="77742"/>
          </a:xfrm>
          <a:prstGeom prst="rect">
            <a:avLst/>
          </a:prstGeom>
          <a:solidFill>
            <a:srgbClr val="43B6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a:solidFill>
                <a:schemeClr val="bg1"/>
              </a:solidFill>
              <a:latin typeface="Arial" charset="0"/>
            </a:endParaRPr>
          </a:p>
        </p:txBody>
      </p:sp>
      <p:sp>
        <p:nvSpPr>
          <p:cNvPr id="3" name="TextBox 2">
            <a:extLst>
              <a:ext uri="{FF2B5EF4-FFF2-40B4-BE49-F238E27FC236}">
                <a16:creationId xmlns:a16="http://schemas.microsoft.com/office/drawing/2014/main" id="{56767793-0A57-44DC-9798-72921398CB2C}"/>
              </a:ext>
            </a:extLst>
          </p:cNvPr>
          <p:cNvSpPr txBox="1"/>
          <p:nvPr/>
        </p:nvSpPr>
        <p:spPr>
          <a:xfrm>
            <a:off x="209427" y="463302"/>
            <a:ext cx="4661365" cy="3416320"/>
          </a:xfrm>
          <a:prstGeom prst="rect">
            <a:avLst/>
          </a:prstGeom>
          <a:noFill/>
        </p:spPr>
        <p:txBody>
          <a:bodyPr wrap="square" rtlCol="0">
            <a:spAutoFit/>
          </a:bodyPr>
          <a:lstStyle/>
          <a:p>
            <a:pPr algn="l" rtl="0"/>
            <a:r>
              <a:rPr lang="ar-IQ" b="1" dirty="0"/>
              <a:t>Review the 'E-Learning Best Practices Checklist' and the 'Transitioning to Remote Learning' guide. Share your answer in Google Classroom</a:t>
            </a:r>
            <a:endParaRPr lang="ar-IQ" b="1" dirty="0"/>
          </a:p>
          <a:p>
            <a:pPr algn="l" rtl="0"/>
            <a:r>
              <a:rPr lang="ar-IQ" b="1" dirty="0"/>
              <a:t>(Please see Section 1, Homework 1)</a:t>
            </a:r>
          </a:p>
          <a:p>
            <a:pPr algn="l" rtl="0"/>
            <a:endParaRPr lang="ar-IQ" b="1" dirty="0"/>
          </a:p>
          <a:p>
            <a:pPr algn="l" rtl="0"/>
            <a:r>
              <a:rPr lang="ar-IQ" b="1" dirty="0"/>
              <a:t>1. What areas have you already modified to suit e-learning? And how?</a:t>
            </a:r>
          </a:p>
          <a:p>
            <a:pPr algn="l" rtl="0"/>
            <a:r>
              <a:rPr lang="ar-IQ" b="1" dirty="0"/>
              <a:t>2. What are the three new areas you will use in teaching your online class? How will you integrate that into your class?</a:t>
            </a:r>
          </a:p>
          <a:p>
            <a:pPr algn="l" rtl="0"/>
            <a:endParaRPr lang="ar-IQ" b="1" dirty="0"/>
          </a:p>
          <a:p>
            <a:pPr algn="l" rtl="0"/>
            <a:r>
              <a:rPr lang="ar-IQ" b="1" dirty="0"/>
              <a:t>3. What are the two areas you look forward to improving through this training course? And why?</a:t>
            </a:r>
            <a:endParaRPr lang="en-US" dirty="0"/>
          </a:p>
        </p:txBody>
      </p:sp>
    </p:spTree>
    <p:extLst>
      <p:ext uri="{BB962C8B-B14F-4D97-AF65-F5344CB8AC3E}">
        <p14:creationId xmlns:p14="http://schemas.microsoft.com/office/powerpoint/2010/main" val="2977900644"/>
      </p:ext>
    </p:extLst>
  </p:cSld>
  <p:clrMapOvr>
    <a:masterClrMapping/>
  </p:clrMapOvr>
</p:sld>
</file>

<file path=ppt/theme/theme1.xml><?xml version="1.0" encoding="utf-8"?>
<a:theme xmlns:a="http://schemas.openxmlformats.org/drawingml/2006/main" name="Office Theme">
  <a:themeElements>
    <a:clrScheme name="Custom 1">
      <a:dk1>
        <a:srgbClr val="376D7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45F170753063374389A59228429CC102" ma:contentTypeVersion="17" ma:contentTypeDescription="Create a new document." ma:contentTypeScope="" ma:versionID="04a12b5f73d3f50957748918b3199591">
  <xsd:schema xmlns:xsd="http://www.w3.org/2001/XMLSchema" xmlns:xs="http://www.w3.org/2001/XMLSchema" xmlns:p="http://schemas.microsoft.com/office/2006/metadata/properties" xmlns:ns2="bd0c619f-6be1-405c-9b81-967050b6419b" xmlns:ns3="03998e33-bf9e-4dc3-96ba-2cbff5dd88e2" targetNamespace="http://schemas.microsoft.com/office/2006/metadata/properties" ma:root="true" ma:fieldsID="a2be92ddff27dfd0a6f14b7f7ec0a76f" ns2:_="" ns3:_="">
    <xsd:import namespace="bd0c619f-6be1-405c-9b81-967050b6419b"/>
    <xsd:import namespace="03998e33-bf9e-4dc3-96ba-2cbff5dd88e2"/>
    <xsd:element name="properties">
      <xsd:complexType>
        <xsd:sequence>
          <xsd:element name="documentManagement">
            <xsd:complexType>
              <xsd:all>
                <xsd:element ref="ns2:MediaServiceMetadata" minOccurs="0"/>
                <xsd:element ref="ns2:MediaServiceFastMetadata" minOccurs="0"/>
                <xsd:element ref="ns2:MediaServiceEventHashCode" minOccurs="0"/>
                <xsd:element ref="ns2:MediaServiceGenerationTime" minOccurs="0"/>
                <xsd:element ref="ns3:SharedWithUsers" minOccurs="0"/>
                <xsd:element ref="ns3:SharedWithDetails" minOccurs="0"/>
                <xsd:element ref="ns2:MediaServiceDateTaken" minOccurs="0"/>
                <xsd:element ref="ns2:MediaServiceAutoTags" minOccurs="0"/>
                <xsd:element ref="ns2:MediaServiceOCR" minOccurs="0"/>
                <xsd:element ref="ns2:MediaServiceLocation" minOccurs="0"/>
                <xsd:element ref="ns3:m0749d9fd7964c3d86bb1c9586d8ef0c" minOccurs="0"/>
                <xsd:element ref="ns3:TaxCatchAll" minOccurs="0"/>
                <xsd:element ref="ns3:ed01322c547a4dd2908926ace3166475" minOccurs="0"/>
                <xsd:element ref="ns2:MediaServiceAutoKeyPoints" minOccurs="0"/>
                <xsd:element ref="ns2: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d0c619f-6be1-405c-9b81-967050b6419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EventHashCode" ma:index="10" nillable="true" ma:displayName="MediaServiceEventHashCode" ma:hidden="true" ma:internalName="MediaServiceEventHashCode" ma:readOnly="true">
      <xsd:simpleType>
        <xsd:restriction base="dms:Text"/>
      </xsd:simpleType>
    </xsd:element>
    <xsd:element name="MediaServiceGenerationTime" ma:index="11" nillable="true" ma:displayName="MediaServiceGenerationTime" ma:hidden="true" ma:internalName="MediaServiceGenerationTime" ma:readOnly="true">
      <xsd:simpleType>
        <xsd:restriction base="dms:Text"/>
      </xsd:simpleType>
    </xsd:element>
    <xsd:element name="MediaServiceDateTaken" ma:index="14" nillable="true" ma:displayName="MediaServiceDateTaken" ma:hidden="true" ma:internalName="MediaServiceDateTaken" ma:readOnly="true">
      <xsd:simpleType>
        <xsd:restriction base="dms:Text"/>
      </xsd:simpleType>
    </xsd:element>
    <xsd:element name="MediaServiceAutoTags" ma:index="15" nillable="true" ma:displayName="Tags" ma:internalName="MediaServiceAutoTags"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Location" ma:index="17" nillable="true" ma:displayName="Location" ma:internalName="MediaServiceLocation" ma:readOnly="true">
      <xsd:simpleType>
        <xsd:restriction base="dms:Text"/>
      </xsd:simpleType>
    </xsd:element>
    <xsd:element name="MediaServiceAutoKeyPoints" ma:index="23" nillable="true" ma:displayName="MediaServiceAutoKeyPoints" ma:hidden="true" ma:internalName="MediaServiceAutoKeyPoints" ma:readOnly="true">
      <xsd:simpleType>
        <xsd:restriction base="dms:Note"/>
      </xsd:simpleType>
    </xsd:element>
    <xsd:element name="MediaServiceKeyPoints" ma:index="24" nillable="true" ma:displayName="KeyPoints" ma:internalName="MediaServiceKeyPoint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03998e33-bf9e-4dc3-96ba-2cbff5dd88e2"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m0749d9fd7964c3d86bb1c9586d8ef0c" ma:index="19" nillable="true" ma:taxonomy="true" ma:internalName="m0749d9fd7964c3d86bb1c9586d8ef0c" ma:taxonomyFieldName="Country" ma:displayName="Country" ma:default="1;#Iraq|ac59c231-9f26-4c18-8841-6bfb5271b5a0" ma:fieldId="{60749d9f-d796-4c3d-86bb-1c9586d8ef0c}" ma:sspId="fe952b0e-87b1-4651-bd97-4ae9bbb31ca5" ma:termSetId="1aae8845-0c15-4b09-8c7f-8bc1846b1d03" ma:anchorId="00000000-0000-0000-0000-000000000000" ma:open="false" ma:isKeyword="false">
      <xsd:complexType>
        <xsd:sequence>
          <xsd:element ref="pc:Terms" minOccurs="0" maxOccurs="1"/>
        </xsd:sequence>
      </xsd:complexType>
    </xsd:element>
    <xsd:element name="TaxCatchAll" ma:index="20" nillable="true" ma:displayName="Taxonomy Catch All Column" ma:hidden="true" ma:list="{7da6ccff-11f7-4843-9d2e-94b16dd372dc}" ma:internalName="TaxCatchAll" ma:showField="CatchAllData" ma:web="03998e33-bf9e-4dc3-96ba-2cbff5dd88e2">
      <xsd:complexType>
        <xsd:complexContent>
          <xsd:extension base="dms:MultiChoiceLookup">
            <xsd:sequence>
              <xsd:element name="Value" type="dms:Lookup" maxOccurs="unbounded" minOccurs="0" nillable="true"/>
            </xsd:sequence>
          </xsd:extension>
        </xsd:complexContent>
      </xsd:complexType>
    </xsd:element>
    <xsd:element name="ed01322c547a4dd2908926ace3166475" ma:index="22" nillable="true" ma:taxonomy="true" ma:internalName="ed01322c547a4dd2908926ace3166475" ma:taxonomyFieldName="Program" ma:displayName="Program" ma:default="" ma:fieldId="{ed01322c-547a-4dd2-9089-26ace3166475}" ma:sspId="fe952b0e-87b1-4651-bd97-4ae9bbb31ca5" ma:termSetId="77eb5a22-eacd-4a56-8e87-3b6b85d80eaa" ma:anchorId="00000000-0000-0000-0000-000000000000" ma:open="false" ma:isKeyword="false">
      <xsd:complexType>
        <xsd:sequence>
          <xsd:element ref="pc:Terms" minOccurs="0" maxOccurs="1"/>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SharedWithUsers xmlns="03998e33-bf9e-4dc3-96ba-2cbff5dd88e2">
      <UserInfo>
        <DisplayName>Ammar Waleed Alani</DisplayName>
        <AccountId>15</AccountId>
        <AccountType/>
      </UserInfo>
      <UserInfo>
        <DisplayName>Lori Mason</DisplayName>
        <AccountId>12</AccountId>
        <AccountType/>
      </UserInfo>
      <UserInfo>
        <DisplayName>Lindsey Powers</DisplayName>
        <AccountId>25</AccountId>
        <AccountType/>
      </UserInfo>
      <UserInfo>
        <DisplayName>Stanley Currier</DisplayName>
        <AccountId>24</AccountId>
        <AccountType/>
      </UserInfo>
    </SharedWithUsers>
    <m0749d9fd7964c3d86bb1c9586d8ef0c xmlns="03998e33-bf9e-4dc3-96ba-2cbff5dd88e2">
      <Terms xmlns="http://schemas.microsoft.com/office/infopath/2007/PartnerControls">
        <TermInfo xmlns="http://schemas.microsoft.com/office/infopath/2007/PartnerControls">
          <TermName xmlns="http://schemas.microsoft.com/office/infopath/2007/PartnerControls">Iraq</TermName>
          <TermId xmlns="http://schemas.microsoft.com/office/infopath/2007/PartnerControls">ac59c231-9f26-4c18-8841-6bfb5271b5a0</TermId>
        </TermInfo>
      </Terms>
    </m0749d9fd7964c3d86bb1c9586d8ef0c>
    <ed01322c547a4dd2908926ace3166475 xmlns="03998e33-bf9e-4dc3-96ba-2cbff5dd88e2">
      <Terms xmlns="http://schemas.microsoft.com/office/infopath/2007/PartnerControls">
        <TermInfo xmlns="http://schemas.microsoft.com/office/infopath/2007/PartnerControls">
          <TermName xmlns="http://schemas.microsoft.com/office/infopath/2007/PartnerControls">3049</TermName>
          <TermId xmlns="http://schemas.microsoft.com/office/infopath/2007/PartnerControls">867cb341-23ac-4caa-8291-3a5e9176f1dd</TermId>
        </TermInfo>
      </Terms>
    </ed01322c547a4dd2908926ace3166475>
    <TaxCatchAll xmlns="03998e33-bf9e-4dc3-96ba-2cbff5dd88e2">
      <Value>1</Value>
      <Value>6</Value>
    </TaxCatchAll>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30A50ADA-A6CC-4D70-87AB-0E2164F1CE8A}">
  <ds:schemaRefs>
    <ds:schemaRef ds:uri="03998e33-bf9e-4dc3-96ba-2cbff5dd88e2"/>
    <ds:schemaRef ds:uri="bd0c619f-6be1-405c-9b81-967050b6419b"/>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6040D5C0-6E8D-4B35-8B52-284DEAD2DEA5}">
  <ds:schemaRefs>
    <ds:schemaRef ds:uri="http://schemas.microsoft.com/office/2006/documentManagement/types"/>
    <ds:schemaRef ds:uri="http://schemas.microsoft.com/office/infopath/2007/PartnerControls"/>
    <ds:schemaRef ds:uri="http://purl.org/dc/dcmitype/"/>
    <ds:schemaRef ds:uri="http://www.w3.org/XML/1998/namespace"/>
    <ds:schemaRef ds:uri="http://purl.org/dc/elements/1.1/"/>
    <ds:schemaRef ds:uri="http://schemas.microsoft.com/office/2006/metadata/properties"/>
    <ds:schemaRef ds:uri="http://schemas.openxmlformats.org/package/2006/metadata/core-properties"/>
    <ds:schemaRef ds:uri="03998e33-bf9e-4dc3-96ba-2cbff5dd88e2"/>
    <ds:schemaRef ds:uri="bd0c619f-6be1-405c-9b81-967050b6419b"/>
    <ds:schemaRef ds:uri="http://purl.org/dc/terms/"/>
  </ds:schemaRefs>
</ds:datastoreItem>
</file>

<file path=customXml/itemProps3.xml><?xml version="1.0" encoding="utf-8"?>
<ds:datastoreItem xmlns:ds="http://schemas.openxmlformats.org/officeDocument/2006/customXml" ds:itemID="{43CC77FB-1E1E-4A38-AB6C-D888B5763998}">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194</TotalTime>
  <Words>2337</Words>
  <Application>Microsoft Macintosh PowerPoint</Application>
  <PresentationFormat>On-screen Show (16:9)</PresentationFormat>
  <Paragraphs>226</Paragraphs>
  <Slides>22</Slides>
  <Notes>19</Notes>
  <HiddenSlides>0</HiddenSlides>
  <MMClips>0</MMClips>
  <ScaleCrop>false</ScaleCrop>
  <HeadingPairs>
    <vt:vector size="6" baseType="variant">
      <vt:variant>
        <vt:lpstr>Fonts Used</vt:lpstr>
      </vt:variant>
      <vt:variant>
        <vt:i4>15</vt:i4>
      </vt:variant>
      <vt:variant>
        <vt:lpstr>Theme</vt:lpstr>
      </vt:variant>
      <vt:variant>
        <vt:i4>1</vt:i4>
      </vt:variant>
      <vt:variant>
        <vt:lpstr>Slide Titles</vt:lpstr>
      </vt:variant>
      <vt:variant>
        <vt:i4>22</vt:i4>
      </vt:variant>
    </vt:vector>
  </HeadingPairs>
  <TitlesOfParts>
    <vt:vector size="38" baseType="lpstr">
      <vt:lpstr>Arial</vt:lpstr>
      <vt:lpstr>Arial</vt:lpstr>
      <vt:lpstr>Arial Regular</vt:lpstr>
      <vt:lpstr>Courier New</vt:lpstr>
      <vt:lpstr>Franklin Gothic Medium</vt:lpstr>
      <vt:lpstr>Futura LT Book</vt:lpstr>
      <vt:lpstr>Lato Light</vt:lpstr>
      <vt:lpstr>Lato Regular</vt:lpstr>
      <vt:lpstr>Mission Gothic Regular</vt:lpstr>
      <vt:lpstr>Nexa Bold</vt:lpstr>
      <vt:lpstr>Open Sans</vt:lpstr>
      <vt:lpstr>Open Sans bold</vt:lpstr>
      <vt:lpstr>PT Sans</vt:lpstr>
      <vt:lpstr>Sketch Rockwell</vt:lpstr>
      <vt:lpstr>Source Sans Pro</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LIME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adrienne.reynolds</dc:creator>
  <cp:lastModifiedBy>Michael Ofengenden</cp:lastModifiedBy>
  <cp:revision>75</cp:revision>
  <cp:lastPrinted>2016-10-11T18:13:18Z</cp:lastPrinted>
  <dcterms:created xsi:type="dcterms:W3CDTF">2013-04-14T18:18:29Z</dcterms:created>
  <dcterms:modified xsi:type="dcterms:W3CDTF">2025-09-29T21:48:40Z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0x01010045F170753063374389A59228429CC102</vt:lpwstr>
  </property>
  <property fmtid="{D5CDD505-2E9C-101B-9397-08002B2CF9AE}" pid="3" name="Program">
    <vt:lpwstr>6;#3049|867cb341-23ac-4caa-8291-3a5e9176f1dd</vt:lpwstr>
  </property>
  <property fmtid="{D5CDD505-2E9C-101B-9397-08002B2CF9AE}" pid="4" name="Country">
    <vt:lpwstr>1;#Iraq|ac59c231-9f26-4c18-8841-6bfb5271b5a0</vt:lpwstr>
  </property>
</Properties>
</file>