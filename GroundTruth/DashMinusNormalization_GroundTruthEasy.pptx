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Range and Minus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2019–2021: Project timeline</a:t>
            </a:r>
          </a:p>
          <a:p>
            <a:r>
              <a:t>Temperature range: −5 to 15</a:t>
            </a:r>
          </a:p>
          <a:p>
            <a:r>
              <a:t>Clause – break demonstration –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</Words>
  <Application>Microsoft Macintosh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Range and Minus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2025-09-29T22:26:30Z</dcterms:modified>
  <cp:category/>
</cp:coreProperties>
</file>