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2000"/>
            </a:pPr>
            <a:r>
              <a:rPr lang="en-US"/>
              <a:t>Average Monthly Temperature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Temp (°C)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22.2</c:v>
                </c:pt>
                <c:pt idx="2">
                  <c:v>30</c:v>
                </c:pt>
                <c:pt idx="3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CF-C446-AC07-AC4E45D47E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/>
                  <a:t>Temperature (°C)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Unit Conversion: Fahrenheit → Celsius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Instruction:</a:t>
            </a:r>
          </a:p>
          <a:p>
            <a:pPr lvl="1">
              <a:defRPr sz="1350"/>
            </a:pPr>
            <a:r>
              <a:t>• Convert all temperatures expressed in °F to °C with one decimal place.</a:t>
            </a:r>
          </a:p>
          <a:p>
            <a:pPr lvl="1">
              <a:defRPr sz="1350"/>
            </a:pPr>
            <a:r>
              <a:t>• Update the chart data and the value-axis title to “Temperature (°C)”.</a:t>
            </a:r>
          </a:p>
          <a:p>
            <a:pPr lvl="1">
              <a:defRPr sz="1350"/>
            </a:pPr>
            <a:r>
              <a:t>• Leave values already in °C unchanged.</a:t>
            </a:r>
          </a:p>
          <a:p>
            <a:pPr lvl="1">
              <a:defRPr sz="1350"/>
            </a:pPr>
            <a:r>
              <a:t>• Keep fonts, layout, colors, and positions the same; do not add or remove shapes.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5669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Reported Temperatures</a:t>
            </a:r>
          </a:p>
          <a:p>
            <a:pPr lvl="1">
              <a:defRPr sz="1600"/>
            </a:pPr>
            <a:r>
              <a:t>Austin: 30.0°C</a:t>
            </a:r>
          </a:p>
          <a:p>
            <a:pPr lvl="1">
              <a:defRPr sz="1600"/>
            </a:pPr>
            <a:r>
              <a:t>Boston: 20.0°C</a:t>
            </a:r>
          </a:p>
          <a:p>
            <a:pPr lvl="1">
              <a:defRPr sz="1600"/>
            </a:pPr>
            <a:r>
              <a:t>Oslo: 10.0°C</a:t>
            </a:r>
          </a:p>
          <a:p>
            <a:pPr lvl="1">
              <a:defRPr sz="1600"/>
            </a:pPr>
            <a:r>
              <a:t>Paris: 24°C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92240" y="914400"/>
          <a:ext cx="54864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Unit Conversion: Fahrenheit → Celsius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1</cp:revision>
  <dcterms:created xsi:type="dcterms:W3CDTF">2013-01-27T09:14:16Z</dcterms:created>
  <dcterms:modified xsi:type="dcterms:W3CDTF">2025-09-22T00:16:18Z</dcterms:modified>
  <cp:category/>
</cp:coreProperties>
</file>