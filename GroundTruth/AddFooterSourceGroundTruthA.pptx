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61" name="TextBox 60"/>
          <p:cNvSpPr txBox="1"/>
          <p:nvPr/>
        </p:nvSpPr>
        <p:spPr>
          <a:xfrm>
            <a:off x="457200" y="6400800"/>
            <a:ext cx="11277600" cy="228600"/>
          </a:xfrm>
          <a:prstGeom prst="rect">
            <a:avLst/>
          </a:prstGeom>
          <a:noFill/>
        </p:spPr>
        <p:txBody>
          <a:bodyPr wrap="none">
            <a:spAutoFit/>
          </a:bodyPr>
          <a:lstStyle/>
          <a:p>
            <a:pPr>
              <a:defRPr sz="1000"/>
            </a:pPr>
            <a:r>
              <a:t>Source: www.VerifyMe.com</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