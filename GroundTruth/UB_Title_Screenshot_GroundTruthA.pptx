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14"/>
  </p:notesMasterIdLst>
  <p:handoutMasterIdLst>
    <p:handoutMasterId r:id="rId15"/>
  </p:handoutMasterIdLst>
  <p:sldIdLst>
    <p:sldId id="291" r:id="rId2"/>
    <p:sldId id="292" r:id="rId3"/>
    <p:sldId id="294" r:id="rId4"/>
    <p:sldId id="295" r:id="rId5"/>
    <p:sldId id="296" r:id="rId6"/>
    <p:sldId id="297" r:id="rId7"/>
    <p:sldId id="298" r:id="rId8"/>
    <p:sldId id="301" r:id="rId9"/>
    <p:sldId id="300" r:id="rId10"/>
    <p:sldId id="286" r:id="rId11"/>
    <p:sldId id="290" r:id="rId12"/>
    <p:sldId id="302" r:id="rId13"/>
  </p:sldIdLst>
  <p:sldSz cx="9144000" cy="6858000" type="screen4x3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8383"/>
    <a:srgbClr val="666666"/>
    <a:srgbClr val="005BBB"/>
    <a:srgbClr val="4DC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0"/>
    <p:restoredTop sz="95890"/>
  </p:normalViewPr>
  <p:slideViewPr>
    <p:cSldViewPr snapToGrid="0" snapToObjects="1">
      <p:cViewPr>
        <p:scale>
          <a:sx n="100" d="100"/>
          <a:sy n="100" d="100"/>
        </p:scale>
        <p:origin x="976" y="6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0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3904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ea typeface="Arial" charset="0"/>
                <a:cs typeface="Arial" charset="0"/>
              </a:defRPr>
            </a:pPr>
            <a:r>
              <a:rPr lang="en-US" sz="2400" b="0" dirty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rPr>
              <a:t>Data</a:t>
            </a:r>
            <a:r>
              <a:rPr lang="en-US" sz="2400" b="0" baseline="0" dirty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rPr>
              <a:t> Analysis</a:t>
            </a:r>
            <a:endParaRPr lang="en-US" sz="2400" b="0" dirty="0">
              <a:solidFill>
                <a:srgbClr val="828383"/>
              </a:solidFill>
              <a:latin typeface="Arial" charset="0"/>
              <a:ea typeface="Arial" charset="0"/>
              <a:cs typeface="Arial" charset="0"/>
            </a:endParaRPr>
          </a:p>
        </c:rich>
      </c:tx>
      <c:layout>
        <c:manualLayout>
          <c:xMode val="edge"/>
          <c:yMode val="edge"/>
          <c:x val="0.3853081510934390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ea typeface="Arial" charset="0"/>
              <a:cs typeface="Arial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94865452951582E-2"/>
          <c:y val="0.18978671073608999"/>
          <c:w val="0.90466852428734701"/>
          <c:h val="0.617691604255487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</c:v>
                </c:pt>
                <c:pt idx="1">
                  <c:v>category </c:v>
                </c:pt>
                <c:pt idx="2">
                  <c:v>category </c:v>
                </c:pt>
                <c:pt idx="3">
                  <c:v>category 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DC-4AA8-9941-E0BF550D45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</c:v>
                </c:pt>
                <c:pt idx="1">
                  <c:v>category </c:v>
                </c:pt>
                <c:pt idx="2">
                  <c:v>category </c:v>
                </c:pt>
                <c:pt idx="3">
                  <c:v>category 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DC-4AA8-9941-E0BF550D45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</c:v>
                </c:pt>
                <c:pt idx="1">
                  <c:v>category </c:v>
                </c:pt>
                <c:pt idx="2">
                  <c:v>category </c:v>
                </c:pt>
                <c:pt idx="3">
                  <c:v>category 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1DC-4AA8-9941-E0BF550D45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2131847080"/>
        <c:axId val="-2132247848"/>
      </c:barChart>
      <c:catAx>
        <c:axId val="-2131847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412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pPr>
            <a:endParaRPr lang="en-US"/>
          </a:p>
        </c:txPr>
        <c:crossAx val="-2132247848"/>
        <c:crosses val="autoZero"/>
        <c:auto val="1"/>
        <c:lblAlgn val="ctr"/>
        <c:lblOffset val="100"/>
        <c:noMultiLvlLbl val="0"/>
      </c:catAx>
      <c:valAx>
        <c:axId val="-2132247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pPr>
            <a:endParaRPr lang="en-US"/>
          </a:p>
        </c:txPr>
        <c:crossAx val="-2131847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10186910035848"/>
          <c:y val="0.93190648234361995"/>
          <c:w val="0.60624004007451404"/>
          <c:h val="6.79453725055462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rgbClr val="828383"/>
              </a:solidFill>
              <a:latin typeface="Arial" charset="0"/>
              <a:ea typeface="Arial" charset="0"/>
              <a:cs typeface="Arial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alpha val="62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10/5/25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10/5/25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18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857"/>
            <a:ext cx="9144000" cy="6858000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493776" y="3968497"/>
            <a:ext cx="4978908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100" b="0" i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493776" y="1490472"/>
            <a:ext cx="4978908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4350"/>
              </a:lnSpc>
              <a:defRPr sz="45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971" y="5822720"/>
            <a:ext cx="3713026" cy="55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" y="0"/>
            <a:ext cx="9144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493776" y="1490663"/>
            <a:ext cx="4978908" cy="238760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4350"/>
              </a:lnSpc>
              <a:defRPr sz="45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776" y="3970337"/>
            <a:ext cx="4978908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1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3663" y="153461"/>
            <a:ext cx="3218779" cy="48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256314" y="2177143"/>
            <a:ext cx="4887686" cy="4680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6"/>
          <p:cNvSpPr txBox="1">
            <a:spLocks/>
          </p:cNvSpPr>
          <p:nvPr userDrawn="1"/>
        </p:nvSpPr>
        <p:spPr>
          <a:xfrm>
            <a:off x="8284464" y="6221885"/>
            <a:ext cx="544068" cy="5345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200" b="1" smtClean="0"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2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417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1" y="2189264"/>
            <a:ext cx="4802124" cy="37904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Em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25196" y="2185417"/>
            <a:ext cx="3134815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3771900" y="2185417"/>
            <a:ext cx="3134815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5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25196" y="2185417"/>
            <a:ext cx="6418318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342900" marR="0" indent="-304800" algn="l" defTabSz="685800" rtl="0" eaLnBrk="1" fontAlgn="auto" latinLnBrk="0" hangingPunct="1">
              <a:lnSpc>
                <a:spcPts val="1950"/>
              </a:lnSpc>
              <a:spcBef>
                <a:spcPts val="75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50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425197" y="2185416"/>
            <a:ext cx="7259240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25"/>
              </a:lnSpc>
              <a:buClr>
                <a:srgbClr val="005BBB"/>
              </a:buClr>
              <a:buFontTx/>
              <a:buNone/>
              <a:defRPr sz="1275" b="1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  <a:lvl2pPr marL="552450" indent="-209550">
              <a:lnSpc>
                <a:spcPts val="1725"/>
              </a:lnSpc>
              <a:buClr>
                <a:srgbClr val="005BBB"/>
              </a:buClr>
              <a:buFont typeface="Arial" charset="0"/>
              <a:buChar char="•"/>
              <a:tabLst/>
              <a:defRPr sz="150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2pPr>
            <a:lvl3pPr marL="857250" marR="0" indent="-171450" algn="l" defTabSz="685800" rtl="0" eaLnBrk="1" fontAlgn="auto" latinLnBrk="0" hangingPunct="1">
              <a:lnSpc>
                <a:spcPts val="1725"/>
              </a:lnSpc>
              <a:spcBef>
                <a:spcPts val="375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857250" algn="l"/>
              </a:tabLst>
              <a:defRPr sz="150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857250" marR="0" lvl="2" indent="-171450" algn="l" defTabSz="685800" rtl="0" eaLnBrk="1" fontAlgn="auto" latinLnBrk="0" hangingPunct="1">
              <a:lnSpc>
                <a:spcPts val="1725"/>
              </a:lnSpc>
              <a:spcBef>
                <a:spcPts val="375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857250" marR="0" lvl="2" indent="-171450" algn="l" defTabSz="685800" rtl="0" eaLnBrk="1" fontAlgn="auto" latinLnBrk="0" hangingPunct="1">
              <a:lnSpc>
                <a:spcPts val="1725"/>
              </a:lnSpc>
              <a:spcBef>
                <a:spcPts val="375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3823924" y="873940"/>
            <a:ext cx="5320076" cy="598723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2" y="2189263"/>
            <a:ext cx="3001899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3835974" y="873940"/>
            <a:ext cx="5308027" cy="312545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3835973" y="3998296"/>
            <a:ext cx="270189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5817" y="3998296"/>
            <a:ext cx="2618184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2" y="2189263"/>
            <a:ext cx="3001899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883920"/>
            <a:ext cx="9144000" cy="597408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6"/>
          </p:nvPr>
        </p:nvSpPr>
        <p:spPr>
          <a:xfrm>
            <a:off x="3824240" y="1320800"/>
            <a:ext cx="4791075" cy="446563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  <a:p>
            <a:r>
              <a:rPr lang="en-US" dirty="0"/>
              <a:t>Drag chart to placeholder or click icon to add chart</a:t>
            </a:r>
          </a:p>
          <a:p>
            <a:endParaRPr lang="en-US" dirty="0"/>
          </a:p>
        </p:txBody>
      </p:sp>
      <p:sp>
        <p:nvSpPr>
          <p:cNvPr id="8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2" y="2189263"/>
            <a:ext cx="3001899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7489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01479" y="0"/>
            <a:ext cx="877204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18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1534334" y="1023930"/>
            <a:ext cx="6418317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36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1534334" y="2555889"/>
            <a:ext cx="6418317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381" y="0"/>
            <a:ext cx="9143998" cy="6857999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425196" y="2320111"/>
            <a:ext cx="7886700" cy="3813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425196" y="1316736"/>
            <a:ext cx="7886700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8284464" y="6221885"/>
            <a:ext cx="544068" cy="5345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200" b="1" smtClean="0"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2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03663" y="153461"/>
            <a:ext cx="3218779" cy="48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4" r:id="rId2"/>
    <p:sldLayoutId id="2147483905" r:id="rId3"/>
    <p:sldLayoutId id="2147483895" r:id="rId4"/>
    <p:sldLayoutId id="2147483897" r:id="rId5"/>
    <p:sldLayoutId id="2147483907" r:id="rId6"/>
    <p:sldLayoutId id="2147483898" r:id="rId7"/>
    <p:sldLayoutId id="2147483900" r:id="rId8"/>
    <p:sldLayoutId id="2147483906" r:id="rId9"/>
    <p:sldLayoutId id="2147483902" r:id="rId10"/>
    <p:sldLayoutId id="2147483904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2"/>
          </a:solidFill>
          <a:latin typeface="Georgia" charset="0"/>
          <a:ea typeface="Georgia" charset="0"/>
          <a:cs typeface="Georgia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rgbClr val="005BBB"/>
        </a:buClr>
        <a:buFont typeface="Arial" panose="020B0604020202020204" pitchFamily="34" charset="0"/>
        <a:buChar char="•"/>
        <a:defRPr sz="1500" kern="1200" baseline="0">
          <a:solidFill>
            <a:srgbClr val="828383"/>
          </a:solidFill>
          <a:latin typeface="Arial" charset="0"/>
          <a:ea typeface="Arial" charset="0"/>
          <a:cs typeface="Arial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500" kern="1200" baseline="0">
          <a:solidFill>
            <a:srgbClr val="828383"/>
          </a:solidFill>
          <a:latin typeface="Arial" charset="0"/>
          <a:ea typeface="Arial" charset="0"/>
          <a:cs typeface="Arial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LucidaGrande" charset="0"/>
        <a:buChar char="-"/>
        <a:defRPr sz="1350" kern="1200" baseline="0">
          <a:solidFill>
            <a:srgbClr val="828383"/>
          </a:solidFill>
          <a:latin typeface="Arial" charset="0"/>
          <a:ea typeface="Arial" charset="0"/>
          <a:cs typeface="Arial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0" userDrawn="1">
          <p15:clr>
            <a:srgbClr val="F26B43"/>
          </p15:clr>
        </p15:guide>
        <p15:guide id="2" pos="312" userDrawn="1">
          <p15:clr>
            <a:srgbClr val="F26B43"/>
          </p15:clr>
        </p15:guide>
        <p15:guide id="3" orient="horz" pos="4016" userDrawn="1">
          <p15:clr>
            <a:srgbClr val="F26B43"/>
          </p15:clr>
        </p15:guide>
        <p15:guide id="4" pos="5544" userDrawn="1">
          <p15:clr>
            <a:srgbClr val="F26B43"/>
          </p15:clr>
        </p15:guide>
        <p15:guide id="5" pos="216" userDrawn="1">
          <p15:clr>
            <a:srgbClr val="F26B43"/>
          </p15:clr>
        </p15:guide>
        <p15:guide id="6" pos="3348" userDrawn="1">
          <p15:clr>
            <a:srgbClr val="F26B43"/>
          </p15:clr>
        </p15:guide>
        <p15:guide id="7" pos="3528" userDrawn="1">
          <p15:clr>
            <a:srgbClr val="F26B43"/>
          </p15:clr>
        </p15:guide>
        <p15:guide id="8" pos="3384" userDrawn="1">
          <p15:clr>
            <a:srgbClr val="F26B43"/>
          </p15:clr>
        </p15:guide>
        <p15:guide id="9" orient="horz" pos="1848" userDrawn="1">
          <p15:clr>
            <a:srgbClr val="F26B43"/>
          </p15:clr>
        </p15:guide>
        <p15:guide id="10" orient="horz" pos="1896" userDrawn="1">
          <p15:clr>
            <a:srgbClr val="F26B43"/>
          </p15:clr>
        </p15:guide>
        <p15:guide id="11" orient="horz" pos="2880" userDrawn="1">
          <p15:clr>
            <a:srgbClr val="F26B43"/>
          </p15:clr>
        </p15:guide>
        <p15:guide id="12" orient="horz" pos="28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uffalo.edu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uffalo.edu/brand/creative/color/color-palette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Sub-topic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461822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Divider</a:t>
            </a:r>
            <a:br>
              <a:rPr lang="en-US"/>
            </a:br>
            <a:r>
              <a:rPr lang="en-US"/>
              <a:t>Slide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18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Em psum dolor sit amet, consectetur adipiscing elit. Mauris vehicula dui in neque dignissim, in aliquet nisl varius. Sed a erat ut magna vulputate feugiat. Quisque varius libero placerat erat lobortis congue. Integer a arcu vel ante bibendum scelerisque. Class aptent taciti sociosqu </a:t>
            </a:r>
            <a:r>
              <a:rPr lang="en-US" dirty="0">
                <a:hlinkClick r:id="rId3"/>
              </a:rPr>
              <a:t>ad litora torquent.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Arc 3"/>
          <p:cNvSpPr/>
          <p:nvPr/>
        </p:nvSpPr>
        <p:spPr>
          <a:xfrm rot="21073004">
            <a:off x="3389535" y="3434142"/>
            <a:ext cx="1049348" cy="1247329"/>
          </a:xfrm>
          <a:prstGeom prst="arc">
            <a:avLst>
              <a:gd name="adj1" fmla="val 16200000"/>
              <a:gd name="adj2" fmla="val 1264430"/>
            </a:avLst>
          </a:prstGeom>
          <a:ln w="20320">
            <a:solidFill>
              <a:schemeClr val="accent3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3773929" y="4257769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" name="Freeform 5"/>
          <p:cNvSpPr/>
          <p:nvPr/>
        </p:nvSpPr>
        <p:spPr>
          <a:xfrm rot="10800000">
            <a:off x="4981007" y="4270758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73929" y="4295173"/>
            <a:ext cx="1336621" cy="5424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in dignissim, and quet nis et umis varius.</a:t>
            </a:r>
          </a:p>
        </p:txBody>
      </p:sp>
    </p:spTree>
    <p:extLst>
      <p:ext uri="{BB962C8B-B14F-4D97-AF65-F5344CB8AC3E}">
        <p14:creationId xmlns:p14="http://schemas.microsoft.com/office/powerpoint/2010/main" val="438157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vl="0"/>
            <a:r>
              <a:rPr lang="en-US" dirty="0" err="1">
                <a:solidFill>
                  <a:srgbClr val="333333"/>
                </a:solidFill>
              </a:rPr>
              <a:t>Lorem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ipsum</a:t>
            </a:r>
            <a:r>
              <a:rPr lang="en-US" dirty="0">
                <a:solidFill>
                  <a:srgbClr val="333333"/>
                </a:solidFill>
              </a:rPr>
              <a:t> dolor sit </a:t>
            </a:r>
            <a:r>
              <a:rPr lang="en-US" dirty="0" err="1">
                <a:solidFill>
                  <a:srgbClr val="333333"/>
                </a:solidFill>
              </a:rPr>
              <a:t>amet</a:t>
            </a:r>
            <a:r>
              <a:rPr lang="en-US" dirty="0">
                <a:solidFill>
                  <a:srgbClr val="333333"/>
                </a:solidFill>
              </a:rPr>
              <a:t>, </a:t>
            </a:r>
            <a:r>
              <a:rPr lang="en-US" dirty="0" err="1">
                <a:solidFill>
                  <a:srgbClr val="333333"/>
                </a:solidFill>
              </a:rPr>
              <a:t>punit</a:t>
            </a:r>
            <a:r>
              <a:rPr lang="en-US" dirty="0">
                <a:solidFill>
                  <a:srgbClr val="333333"/>
                </a:solidFill>
              </a:rPr>
              <a:t> et </a:t>
            </a:r>
            <a:r>
              <a:rPr lang="en-US" dirty="0" err="1">
                <a:solidFill>
                  <a:srgbClr val="333333"/>
                </a:solidFill>
              </a:rPr>
              <a:t>consectetur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adipiscing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elit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Mauris</a:t>
            </a:r>
            <a:r>
              <a:rPr lang="en-US" dirty="0">
                <a:solidFill>
                  <a:srgbClr val="333333"/>
                </a:solidFill>
              </a:rPr>
              <a:t> and </a:t>
            </a:r>
            <a:r>
              <a:rPr lang="en-US" dirty="0" err="1">
                <a:solidFill>
                  <a:srgbClr val="333333"/>
                </a:solidFill>
              </a:rPr>
              <a:t>vehicula</a:t>
            </a:r>
            <a:r>
              <a:rPr lang="en-US" dirty="0">
                <a:solidFill>
                  <a:srgbClr val="333333"/>
                </a:solidFill>
              </a:rPr>
              <a:t> dui in </a:t>
            </a:r>
            <a:r>
              <a:rPr lang="en-US" dirty="0" err="1">
                <a:solidFill>
                  <a:srgbClr val="333333"/>
                </a:solidFill>
              </a:rPr>
              <a:t>neque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dignissim</a:t>
            </a:r>
            <a:r>
              <a:rPr lang="en-US" dirty="0">
                <a:solidFill>
                  <a:srgbClr val="333333"/>
                </a:solidFill>
              </a:rPr>
              <a:t>, in </a:t>
            </a:r>
            <a:r>
              <a:rPr lang="en-US" dirty="0" err="1">
                <a:solidFill>
                  <a:srgbClr val="333333"/>
                </a:solidFill>
              </a:rPr>
              <a:t>nisl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varius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Sed</a:t>
            </a:r>
            <a:r>
              <a:rPr lang="en-US" dirty="0">
                <a:solidFill>
                  <a:srgbClr val="333333"/>
                </a:solidFill>
              </a:rPr>
              <a:t> and </a:t>
            </a:r>
            <a:r>
              <a:rPr lang="en-US" dirty="0" err="1">
                <a:solidFill>
                  <a:srgbClr val="333333"/>
                </a:solidFill>
              </a:rPr>
              <a:t>erat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ut</a:t>
            </a:r>
            <a:r>
              <a:rPr lang="en-US" dirty="0">
                <a:solidFill>
                  <a:srgbClr val="333333"/>
                </a:solidFill>
              </a:rPr>
              <a:t> magna </a:t>
            </a:r>
            <a:r>
              <a:rPr lang="en-US" dirty="0" err="1">
                <a:solidFill>
                  <a:srgbClr val="333333"/>
                </a:solidFill>
              </a:rPr>
              <a:t>vulputate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feugiat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Quisque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varius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libero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placerat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erat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lobortis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congue</a:t>
            </a:r>
            <a:r>
              <a:rPr lang="en-US" dirty="0">
                <a:solidFill>
                  <a:srgbClr val="333333"/>
                </a:solidFill>
              </a:rPr>
              <a:t>. Integer a </a:t>
            </a:r>
            <a:r>
              <a:rPr lang="en-US" dirty="0" err="1">
                <a:solidFill>
                  <a:srgbClr val="333333"/>
                </a:solidFill>
              </a:rPr>
              <a:t>arcu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vel</a:t>
            </a:r>
            <a:r>
              <a:rPr lang="en-US" dirty="0">
                <a:solidFill>
                  <a:srgbClr val="333333"/>
                </a:solidFill>
              </a:rPr>
              <a:t>  </a:t>
            </a:r>
            <a:r>
              <a:rPr lang="en-US" dirty="0" err="1">
                <a:solidFill>
                  <a:srgbClr val="333333"/>
                </a:solidFill>
              </a:rPr>
              <a:t>aante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bibendum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scelerisque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aliquet</a:t>
            </a:r>
            <a:r>
              <a:rPr lang="en-US" dirty="0">
                <a:solidFill>
                  <a:srgbClr val="333333"/>
                </a:solidFill>
              </a:rPr>
              <a:t> in </a:t>
            </a:r>
            <a:r>
              <a:rPr lang="en-US" dirty="0" err="1">
                <a:solidFill>
                  <a:srgbClr val="333333"/>
                </a:solidFill>
              </a:rPr>
              <a:t>vulputate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feugiat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Quisque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varius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lvl="0"/>
            <a:r>
              <a:rPr lang="en-US" dirty="0" err="1">
                <a:solidFill>
                  <a:srgbClr val="333333"/>
                </a:solidFill>
              </a:rPr>
              <a:t>Etiam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molestie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velit</a:t>
            </a:r>
            <a:r>
              <a:rPr lang="en-US" dirty="0">
                <a:solidFill>
                  <a:srgbClr val="333333"/>
                </a:solidFill>
              </a:rPr>
              <a:t> vitae dolor and a </a:t>
            </a:r>
            <a:r>
              <a:rPr lang="en-US" dirty="0" err="1">
                <a:solidFill>
                  <a:srgbClr val="333333"/>
                </a:solidFill>
              </a:rPr>
              <a:t>euismod</a:t>
            </a:r>
            <a:r>
              <a:rPr lang="en-US" dirty="0">
                <a:solidFill>
                  <a:srgbClr val="333333"/>
                </a:solidFill>
              </a:rPr>
              <a:t>, sit </a:t>
            </a:r>
            <a:r>
              <a:rPr lang="en-US" dirty="0" err="1">
                <a:solidFill>
                  <a:srgbClr val="333333"/>
                </a:solidFill>
              </a:rPr>
              <a:t>amet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finibus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risus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mattis</a:t>
            </a:r>
            <a:r>
              <a:rPr lang="en-US" dirty="0">
                <a:solidFill>
                  <a:srgbClr val="333333"/>
                </a:solidFill>
              </a:rPr>
              <a:t>. In </a:t>
            </a:r>
            <a:r>
              <a:rPr lang="en-US" dirty="0" err="1">
                <a:solidFill>
                  <a:srgbClr val="333333"/>
                </a:solidFill>
              </a:rPr>
              <a:t>ornare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convallis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velit</a:t>
            </a:r>
            <a:r>
              <a:rPr lang="en-US" dirty="0">
                <a:solidFill>
                  <a:srgbClr val="333333"/>
                </a:solidFill>
              </a:rPr>
              <a:t> vitae </a:t>
            </a:r>
            <a:r>
              <a:rPr lang="en-US" dirty="0" err="1">
                <a:solidFill>
                  <a:srgbClr val="333333"/>
                </a:solidFill>
              </a:rPr>
              <a:t>cursus</a:t>
            </a:r>
            <a:r>
              <a:rPr lang="en-US" dirty="0">
                <a:solidFill>
                  <a:srgbClr val="333333"/>
                </a:solidFill>
              </a:rPr>
              <a:t>. Integer </a:t>
            </a:r>
            <a:r>
              <a:rPr lang="en-US" dirty="0" err="1">
                <a:solidFill>
                  <a:srgbClr val="333333"/>
                </a:solidFill>
              </a:rPr>
              <a:t>egestas</a:t>
            </a:r>
            <a:r>
              <a:rPr lang="en-US" dirty="0">
                <a:solidFill>
                  <a:srgbClr val="333333"/>
                </a:solidFill>
              </a:rPr>
              <a:t> sit </a:t>
            </a:r>
            <a:r>
              <a:rPr lang="en-US" dirty="0" err="1">
                <a:solidFill>
                  <a:srgbClr val="333333"/>
                </a:solidFill>
              </a:rPr>
              <a:t>amet</a:t>
            </a:r>
            <a:r>
              <a:rPr lang="en-US" dirty="0">
                <a:solidFill>
                  <a:srgbClr val="333333"/>
                </a:solidFill>
              </a:rPr>
              <a:t> mi </a:t>
            </a:r>
            <a:r>
              <a:rPr lang="en-US" dirty="0" err="1">
                <a:solidFill>
                  <a:srgbClr val="333333"/>
                </a:solidFill>
              </a:rPr>
              <a:t>vehicula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sollicitudin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Pellentesque</a:t>
            </a:r>
            <a:r>
              <a:rPr lang="en-US" dirty="0">
                <a:solidFill>
                  <a:srgbClr val="333333"/>
                </a:solidFill>
              </a:rPr>
              <a:t> habitant a </a:t>
            </a:r>
            <a:r>
              <a:rPr lang="en-US" dirty="0" err="1">
                <a:solidFill>
                  <a:srgbClr val="333333"/>
                </a:solidFill>
              </a:rPr>
              <a:t>malesuada</a:t>
            </a:r>
            <a:r>
              <a:rPr lang="en-US" dirty="0">
                <a:solidFill>
                  <a:srgbClr val="333333"/>
                </a:solidFill>
              </a:rPr>
              <a:t> fames ac </a:t>
            </a:r>
            <a:r>
              <a:rPr lang="en-US" dirty="0" err="1">
                <a:solidFill>
                  <a:srgbClr val="333333"/>
                </a:solidFill>
              </a:rPr>
              <a:t>turpis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888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Lorem ipsum dolor amet, consectetur adipiscing elit.</a:t>
            </a:r>
          </a:p>
          <a:p>
            <a:r>
              <a:rPr lang="en-US" dirty="0">
                <a:solidFill>
                  <a:srgbClr val="333333"/>
                </a:solidFill>
              </a:rPr>
              <a:t>Quisque ac orci in and turpis and dapibus sagittis.</a:t>
            </a:r>
          </a:p>
          <a:p>
            <a:r>
              <a:rPr lang="en-US" dirty="0">
                <a:solidFill>
                  <a:srgbClr val="333333"/>
                </a:solidFill>
              </a:rPr>
              <a:t>Donec vitae justo et neque mollis un consectetur.</a:t>
            </a:r>
          </a:p>
          <a:p>
            <a:r>
              <a:rPr lang="en-US" dirty="0">
                <a:solidFill>
                  <a:srgbClr val="333333"/>
                </a:solidFill>
              </a:rPr>
              <a:t>Etiam aliquet ex sed bibendum et consequat.</a:t>
            </a:r>
          </a:p>
          <a:p>
            <a:r>
              <a:rPr lang="en-US" dirty="0">
                <a:solidFill>
                  <a:srgbClr val="333333"/>
                </a:solidFill>
              </a:rPr>
              <a:t>Cras lacinia est ac elit dignissim varius.</a:t>
            </a:r>
          </a:p>
          <a:p>
            <a:r>
              <a:rPr lang="en-US" dirty="0">
                <a:solidFill>
                  <a:srgbClr val="333333"/>
                </a:solidFill>
              </a:rPr>
              <a:t>Duis sit amet odio facilisis turpis elit placerat.</a:t>
            </a:r>
          </a:p>
          <a:p>
            <a:r>
              <a:rPr lang="en-US" dirty="0">
                <a:solidFill>
                  <a:srgbClr val="333333"/>
                </a:solidFill>
              </a:rPr>
              <a:t>Justo et neque odio facilisis turpis placerat.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83790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olidFill>
                  <a:srgbClr val="333333"/>
                </a:solidFill>
              </a:rPr>
              <a:t>Second level text</a:t>
            </a:r>
          </a:p>
          <a:p>
            <a:pPr lvl="2"/>
            <a:r>
              <a:rPr lang="en-US" dirty="0">
                <a:solidFill>
                  <a:srgbClr val="333333"/>
                </a:solidFill>
              </a:rPr>
              <a:t>Third level</a:t>
            </a:r>
          </a:p>
          <a:p>
            <a:pPr lvl="1"/>
            <a:r>
              <a:rPr lang="en-US" dirty="0">
                <a:solidFill>
                  <a:srgbClr val="333333"/>
                </a:solidFill>
              </a:rPr>
              <a:t>Second level text</a:t>
            </a:r>
          </a:p>
          <a:p>
            <a:pPr lvl="2">
              <a:defRPr/>
            </a:pPr>
            <a:r>
              <a:rPr lang="en-US" dirty="0">
                <a:solidFill>
                  <a:srgbClr val="333333"/>
                </a:solidFill>
              </a:rPr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olidFill>
                  <a:srgbClr val="333333"/>
                </a:solidFill>
              </a:rPr>
              <a:t>Second level text </a:t>
            </a:r>
          </a:p>
          <a:p>
            <a:pPr lvl="2"/>
            <a:r>
              <a:rPr lang="en-US" dirty="0">
                <a:solidFill>
                  <a:srgbClr val="333333"/>
                </a:solidFill>
              </a:rPr>
              <a:t>Third level</a:t>
            </a:r>
          </a:p>
          <a:p>
            <a:pPr lvl="2">
              <a:defRPr/>
            </a:pPr>
            <a:r>
              <a:rPr lang="en-US" dirty="0">
                <a:solidFill>
                  <a:srgbClr val="333333"/>
                </a:solidFill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28986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Em psum dolor sit amet, consectetur adipiscing elit. Mauris vehicula dui in neque dignissim, in aliquet nisl varius. Sed a erat ut magna vulputate feugiat. Quisque varius and libero placerat erat lobortis congue. Integer a arcu vel ante bibendum scelerisque. Class aptent taciti sociosqu ad litora torquent.</a:t>
            </a:r>
          </a:p>
          <a:p>
            <a:endParaRPr lang="en-US" dirty="0"/>
          </a:p>
        </p:txBody>
      </p:sp>
      <p:sp>
        <p:nvSpPr>
          <p:cNvPr id="5" name="Arc 4"/>
          <p:cNvSpPr/>
          <p:nvPr/>
        </p:nvSpPr>
        <p:spPr>
          <a:xfrm rot="14218706" flipV="1">
            <a:off x="3003279" y="4303871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accent3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23075" y="5082070"/>
            <a:ext cx="13815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digni and in aliquet nisl </a:t>
            </a:r>
            <a:b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et a umis varius.</a:t>
            </a:r>
          </a:p>
        </p:txBody>
      </p:sp>
    </p:spTree>
    <p:extLst>
      <p:ext uri="{BB962C8B-B14F-4D97-AF65-F5344CB8AC3E}">
        <p14:creationId xmlns:p14="http://schemas.microsoft.com/office/powerpoint/2010/main" val="1009827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Picture Placeholder 4"/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Em psum dolor sit amet, consectetur adipiscing elit. Mauris vehicula dui in neque dignissim, in aliquet nisl varius. Sed a erat ut magna vulputate feugiat. Quisque varius and libero placerat erat lobortis congue. Integer a arcu vel ante bibendum scelerisque. Class aptent taciti sociosqu ad litora torquent.</a:t>
            </a:r>
          </a:p>
          <a:p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983158" y="3672173"/>
            <a:ext cx="167684" cy="1676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3979786" y="6507187"/>
            <a:ext cx="167684" cy="1676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B</a:t>
            </a:r>
          </a:p>
        </p:txBody>
      </p:sp>
      <p:sp>
        <p:nvSpPr>
          <p:cNvPr id="9" name="Oval 8"/>
          <p:cNvSpPr/>
          <p:nvPr/>
        </p:nvSpPr>
        <p:spPr>
          <a:xfrm>
            <a:off x="6627315" y="6507187"/>
            <a:ext cx="167684" cy="1676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C</a:t>
            </a:r>
          </a:p>
        </p:txBody>
      </p:sp>
      <p:sp>
        <p:nvSpPr>
          <p:cNvPr id="10" name="Freeform 9"/>
          <p:cNvSpPr/>
          <p:nvPr/>
        </p:nvSpPr>
        <p:spPr>
          <a:xfrm>
            <a:off x="2260440" y="5791302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1" name="Freeform 10"/>
          <p:cNvSpPr/>
          <p:nvPr/>
        </p:nvSpPr>
        <p:spPr>
          <a:xfrm rot="10800000">
            <a:off x="3467518" y="5804291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60440" y="5828706"/>
            <a:ext cx="1336621" cy="5424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in dignissim, and quet nis et umis varius.</a:t>
            </a:r>
          </a:p>
        </p:txBody>
      </p:sp>
    </p:spTree>
    <p:extLst>
      <p:ext uri="{BB962C8B-B14F-4D97-AF65-F5344CB8AC3E}">
        <p14:creationId xmlns:p14="http://schemas.microsoft.com/office/powerpoint/2010/main" val="814232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65675" y="6093921"/>
            <a:ext cx="13815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neque digni and in aliquet nisl </a:t>
            </a:r>
            <a:b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 a umis varius.</a:t>
            </a:r>
          </a:p>
        </p:txBody>
      </p:sp>
      <p:sp>
        <p:nvSpPr>
          <p:cNvPr id="4" name="Arc 3"/>
          <p:cNvSpPr/>
          <p:nvPr/>
        </p:nvSpPr>
        <p:spPr>
          <a:xfrm rot="14652315" flipV="1">
            <a:off x="868885" y="5413358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bg1"/>
            </a:solidFill>
            <a:prstDash val="solid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76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Chart Placeholder 14"/>
          <p:cNvGraphicFramePr>
            <a:graphicFrameLocks noGrp="1"/>
          </p:cNvGraphicFramePr>
          <p:nvPr>
            <p:ph type="chart" sz="quarter" idx="16"/>
            <p:extLst>
              <p:ext uri="{D42A27DB-BD31-4B8C-83A1-F6EECF244321}">
                <p14:modId xmlns:p14="http://schemas.microsoft.com/office/powerpoint/2010/main" val="1101593174"/>
              </p:ext>
            </p:extLst>
          </p:nvPr>
        </p:nvGraphicFramePr>
        <p:xfrm>
          <a:off x="3628591" y="2291255"/>
          <a:ext cx="5210609" cy="3972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333333"/>
                </a:solidFill>
              </a:rPr>
              <a:t>Lorem ipsum dolor sit amet, consectet adipiscing elit. Mauris vehicula a dui in neque dignissim, in aliquet nisl varius. Sed a erat ut magna vulputate feugiat. Quisque varius libero placerat erat and lobortis congue. Integer a arcu vel ante bibend and et scelerisque.</a:t>
            </a:r>
          </a:p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969495" y="4727407"/>
            <a:ext cx="1540962" cy="8431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2069236" y="4824598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3" name="Freeform 12"/>
          <p:cNvSpPr/>
          <p:nvPr/>
        </p:nvSpPr>
        <p:spPr>
          <a:xfrm rot="10800000">
            <a:off x="3276314" y="4837588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47098" y="4877767"/>
            <a:ext cx="1182065" cy="542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neque dignissim, and in aliquet nisl </a:t>
            </a:r>
            <a:b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 umis varius.</a:t>
            </a:r>
          </a:p>
        </p:txBody>
      </p:sp>
    </p:spTree>
    <p:extLst>
      <p:ext uri="{BB962C8B-B14F-4D97-AF65-F5344CB8AC3E}">
        <p14:creationId xmlns:p14="http://schemas.microsoft.com/office/powerpoint/2010/main" val="21027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 rot="16200000" flipV="1">
            <a:off x="652403" y="3507219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accent3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561889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4" name="Oval 3"/>
          <p:cNvSpPr/>
          <p:nvPr/>
        </p:nvSpPr>
        <p:spPr>
          <a:xfrm>
            <a:off x="918242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1274595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1630948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1987300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343653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2700006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3056359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8</a:t>
            </a:r>
          </a:p>
        </p:txBody>
      </p:sp>
      <p:sp>
        <p:nvSpPr>
          <p:cNvPr id="11" name="Oval 10"/>
          <p:cNvSpPr/>
          <p:nvPr/>
        </p:nvSpPr>
        <p:spPr>
          <a:xfrm>
            <a:off x="3412711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9</a:t>
            </a:r>
          </a:p>
        </p:txBody>
      </p:sp>
      <p:sp>
        <p:nvSpPr>
          <p:cNvPr id="12" name="Oval 11"/>
          <p:cNvSpPr/>
          <p:nvPr/>
        </p:nvSpPr>
        <p:spPr>
          <a:xfrm>
            <a:off x="3769063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13" name="Oval 12"/>
          <p:cNvSpPr/>
          <p:nvPr/>
        </p:nvSpPr>
        <p:spPr>
          <a:xfrm>
            <a:off x="562451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918804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275157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1631509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1987862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2344215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2700568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3056920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8</a:t>
            </a:r>
          </a:p>
        </p:txBody>
      </p:sp>
      <p:sp>
        <p:nvSpPr>
          <p:cNvPr id="21" name="Oval 20"/>
          <p:cNvSpPr/>
          <p:nvPr/>
        </p:nvSpPr>
        <p:spPr>
          <a:xfrm>
            <a:off x="3413273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9</a:t>
            </a:r>
          </a:p>
        </p:txBody>
      </p:sp>
      <p:sp>
        <p:nvSpPr>
          <p:cNvPr id="22" name="Oval 21"/>
          <p:cNvSpPr/>
          <p:nvPr/>
        </p:nvSpPr>
        <p:spPr>
          <a:xfrm>
            <a:off x="3769624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23" name="Arc 22"/>
          <p:cNvSpPr/>
          <p:nvPr/>
        </p:nvSpPr>
        <p:spPr>
          <a:xfrm rot="16200000" flipV="1">
            <a:off x="2357479" y="3507218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accent3"/>
            </a:solidFill>
            <a:prstDash val="solid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61889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A</a:t>
            </a:r>
          </a:p>
        </p:txBody>
      </p:sp>
      <p:sp>
        <p:nvSpPr>
          <p:cNvPr id="25" name="Oval 24"/>
          <p:cNvSpPr/>
          <p:nvPr/>
        </p:nvSpPr>
        <p:spPr>
          <a:xfrm>
            <a:off x="918242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B</a:t>
            </a:r>
          </a:p>
        </p:txBody>
      </p:sp>
      <p:sp>
        <p:nvSpPr>
          <p:cNvPr id="26" name="Oval 25"/>
          <p:cNvSpPr/>
          <p:nvPr/>
        </p:nvSpPr>
        <p:spPr>
          <a:xfrm>
            <a:off x="1274595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1630948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sp>
        <p:nvSpPr>
          <p:cNvPr id="28" name="Oval 27"/>
          <p:cNvSpPr/>
          <p:nvPr/>
        </p:nvSpPr>
        <p:spPr>
          <a:xfrm>
            <a:off x="1987300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E</a:t>
            </a:r>
          </a:p>
        </p:txBody>
      </p:sp>
      <p:sp>
        <p:nvSpPr>
          <p:cNvPr id="29" name="Oval 28"/>
          <p:cNvSpPr/>
          <p:nvPr/>
        </p:nvSpPr>
        <p:spPr>
          <a:xfrm>
            <a:off x="2343653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2700006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G</a:t>
            </a:r>
          </a:p>
        </p:txBody>
      </p:sp>
      <p:sp>
        <p:nvSpPr>
          <p:cNvPr id="31" name="Oval 30"/>
          <p:cNvSpPr/>
          <p:nvPr/>
        </p:nvSpPr>
        <p:spPr>
          <a:xfrm>
            <a:off x="3056359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H</a:t>
            </a:r>
          </a:p>
        </p:txBody>
      </p:sp>
      <p:sp>
        <p:nvSpPr>
          <p:cNvPr id="32" name="Oval 31"/>
          <p:cNvSpPr/>
          <p:nvPr/>
        </p:nvSpPr>
        <p:spPr>
          <a:xfrm>
            <a:off x="3412711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I</a:t>
            </a:r>
          </a:p>
        </p:txBody>
      </p:sp>
      <p:sp>
        <p:nvSpPr>
          <p:cNvPr id="33" name="Oval 32"/>
          <p:cNvSpPr/>
          <p:nvPr/>
        </p:nvSpPr>
        <p:spPr>
          <a:xfrm>
            <a:off x="3769063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J</a:t>
            </a:r>
          </a:p>
        </p:txBody>
      </p:sp>
      <p:sp>
        <p:nvSpPr>
          <p:cNvPr id="34" name="Oval 33"/>
          <p:cNvSpPr/>
          <p:nvPr/>
        </p:nvSpPr>
        <p:spPr>
          <a:xfrm>
            <a:off x="561889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A</a:t>
            </a:r>
          </a:p>
        </p:txBody>
      </p:sp>
      <p:sp>
        <p:nvSpPr>
          <p:cNvPr id="35" name="Oval 34"/>
          <p:cNvSpPr/>
          <p:nvPr/>
        </p:nvSpPr>
        <p:spPr>
          <a:xfrm>
            <a:off x="918242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B</a:t>
            </a:r>
          </a:p>
        </p:txBody>
      </p:sp>
      <p:sp>
        <p:nvSpPr>
          <p:cNvPr id="36" name="Oval 35"/>
          <p:cNvSpPr/>
          <p:nvPr/>
        </p:nvSpPr>
        <p:spPr>
          <a:xfrm>
            <a:off x="1274595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C</a:t>
            </a:r>
          </a:p>
        </p:txBody>
      </p:sp>
      <p:sp>
        <p:nvSpPr>
          <p:cNvPr id="37" name="Oval 36"/>
          <p:cNvSpPr/>
          <p:nvPr/>
        </p:nvSpPr>
        <p:spPr>
          <a:xfrm>
            <a:off x="1630948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sp>
        <p:nvSpPr>
          <p:cNvPr id="38" name="Oval 37"/>
          <p:cNvSpPr/>
          <p:nvPr/>
        </p:nvSpPr>
        <p:spPr>
          <a:xfrm>
            <a:off x="1987300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E</a:t>
            </a:r>
          </a:p>
        </p:txBody>
      </p:sp>
      <p:sp>
        <p:nvSpPr>
          <p:cNvPr id="39" name="Oval 38"/>
          <p:cNvSpPr/>
          <p:nvPr/>
        </p:nvSpPr>
        <p:spPr>
          <a:xfrm>
            <a:off x="2343653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F</a:t>
            </a:r>
          </a:p>
        </p:txBody>
      </p:sp>
      <p:sp>
        <p:nvSpPr>
          <p:cNvPr id="40" name="Oval 39"/>
          <p:cNvSpPr/>
          <p:nvPr/>
        </p:nvSpPr>
        <p:spPr>
          <a:xfrm>
            <a:off x="2700006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G</a:t>
            </a:r>
          </a:p>
        </p:txBody>
      </p:sp>
      <p:sp>
        <p:nvSpPr>
          <p:cNvPr id="41" name="Oval 40"/>
          <p:cNvSpPr/>
          <p:nvPr/>
        </p:nvSpPr>
        <p:spPr>
          <a:xfrm>
            <a:off x="3056359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H</a:t>
            </a:r>
          </a:p>
        </p:txBody>
      </p:sp>
      <p:sp>
        <p:nvSpPr>
          <p:cNvPr id="42" name="Oval 41"/>
          <p:cNvSpPr/>
          <p:nvPr/>
        </p:nvSpPr>
        <p:spPr>
          <a:xfrm>
            <a:off x="3412711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I</a:t>
            </a:r>
          </a:p>
        </p:txBody>
      </p:sp>
      <p:sp>
        <p:nvSpPr>
          <p:cNvPr id="43" name="Oval 42"/>
          <p:cNvSpPr/>
          <p:nvPr/>
        </p:nvSpPr>
        <p:spPr>
          <a:xfrm>
            <a:off x="3769063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J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4606604" y="4018937"/>
            <a:ext cx="1680210" cy="0"/>
          </a:xfrm>
          <a:prstGeom prst="straightConnector1">
            <a:avLst/>
          </a:prstGeom>
          <a:ln w="20320">
            <a:solidFill>
              <a:schemeClr val="accent3"/>
            </a:solidFill>
            <a:prstDash val="dash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4566198" y="5004776"/>
            <a:ext cx="1699260" cy="612"/>
          </a:xfrm>
          <a:prstGeom prst="straightConnector1">
            <a:avLst/>
          </a:prstGeom>
          <a:ln w="20320">
            <a:solidFill>
              <a:schemeClr val="accent3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4566198" y="5252110"/>
            <a:ext cx="1680210" cy="8354"/>
          </a:xfrm>
          <a:prstGeom prst="straightConnector1">
            <a:avLst/>
          </a:prstGeom>
          <a:ln w="20320">
            <a:solidFill>
              <a:schemeClr val="accent3"/>
            </a:solidFill>
            <a:headEnd type="arrow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4628173" y="4514557"/>
            <a:ext cx="1637285" cy="1352"/>
          </a:xfrm>
          <a:prstGeom prst="straightConnector1">
            <a:avLst/>
          </a:prstGeom>
          <a:ln w="20320">
            <a:solidFill>
              <a:schemeClr val="accent3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1"/>
          <p:cNvSpPr txBox="1">
            <a:spLocks/>
          </p:cNvSpPr>
          <p:nvPr/>
        </p:nvSpPr>
        <p:spPr>
          <a:xfrm>
            <a:off x="429768" y="2185416"/>
            <a:ext cx="5461254" cy="9336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950"/>
              </a:lnSpc>
              <a:buNone/>
            </a:pPr>
            <a:r>
              <a:rPr lang="en-US" sz="1350" spc="-38" dirty="0">
                <a:solidFill>
                  <a:srgbClr val="333333"/>
                </a:solidFill>
              </a:rPr>
              <a:t>Copy and paste these graphic elements to give your presentation a touch of color. Only use the official UB brand color palette. For more information, please visit </a:t>
            </a:r>
            <a:r>
              <a:rPr lang="en-US" sz="1350" spc="-38" dirty="0">
                <a:solidFill>
                  <a:srgbClr val="828383"/>
                </a:solidFill>
                <a:hlinkClick r:id="rId2"/>
              </a:rPr>
              <a:t>www.buffalo.edu/brand/creative/color/color-palette</a:t>
            </a:r>
            <a:r>
              <a:rPr lang="en-US" sz="1350" spc="-38" dirty="0">
                <a:solidFill>
                  <a:srgbClr val="828383"/>
                </a:solidFill>
              </a:rPr>
              <a:t>.</a:t>
            </a:r>
          </a:p>
        </p:txBody>
      </p:sp>
      <p:sp>
        <p:nvSpPr>
          <p:cNvPr id="63" name="Freeform 62"/>
          <p:cNvSpPr/>
          <p:nvPr/>
        </p:nvSpPr>
        <p:spPr>
          <a:xfrm>
            <a:off x="6840380" y="4983805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4" name="Freeform 63"/>
          <p:cNvSpPr/>
          <p:nvPr/>
        </p:nvSpPr>
        <p:spPr>
          <a:xfrm rot="10800000">
            <a:off x="8047458" y="4996794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840381" y="5021209"/>
            <a:ext cx="1336621" cy="5424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in dignissim, and quet nis et umis varius.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02280" y="3709845"/>
            <a:ext cx="1540962" cy="8431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7" name="Freeform 66"/>
          <p:cNvSpPr/>
          <p:nvPr/>
        </p:nvSpPr>
        <p:spPr>
          <a:xfrm>
            <a:off x="6902021" y="3818994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8" name="Freeform 67"/>
          <p:cNvSpPr/>
          <p:nvPr/>
        </p:nvSpPr>
        <p:spPr>
          <a:xfrm rot="10800000">
            <a:off x="8109099" y="3831983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979883" y="3872162"/>
            <a:ext cx="1182065" cy="542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neque dignissim, and in aliquet nisl </a:t>
            </a:r>
            <a:b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 umis varius.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>
            <a:off x="4587554" y="4267402"/>
            <a:ext cx="1677904" cy="0"/>
          </a:xfrm>
          <a:prstGeom prst="straightConnector1">
            <a:avLst/>
          </a:prstGeom>
          <a:ln w="20320">
            <a:solidFill>
              <a:schemeClr val="accent3"/>
            </a:solidFill>
            <a:prstDash val="dash"/>
            <a:headEnd type="arrow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V="1">
            <a:off x="4599536" y="5507185"/>
            <a:ext cx="1644566" cy="612"/>
          </a:xfrm>
          <a:prstGeom prst="straightConnector1">
            <a:avLst/>
          </a:prstGeom>
          <a:ln w="20320">
            <a:solidFill>
              <a:schemeClr val="accent3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itle 4"/>
          <p:cNvSpPr txBox="1">
            <a:spLocks/>
          </p:cNvSpPr>
          <p:nvPr/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Graphic Elements</a:t>
            </a:r>
          </a:p>
        </p:txBody>
      </p:sp>
    </p:spTree>
    <p:extLst>
      <p:ext uri="{BB962C8B-B14F-4D97-AF65-F5344CB8AC3E}">
        <p14:creationId xmlns:p14="http://schemas.microsoft.com/office/powerpoint/2010/main" val="219952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F61C34-30F2-24FF-2FD5-A3DB8C96A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8443792A-FF4B-115F-70AC-C2E24C107B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488" y="5629148"/>
            <a:ext cx="3349708" cy="8636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1FC7F7-3AD1-7474-AEDA-F1B6434B57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Sub-topic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7158F9-DA24-07B4-B7B5-D13D42A178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CA1F83-0E20-7B91-71EA-2B7C55F8F895}"/>
              </a:ext>
            </a:extLst>
          </p:cNvPr>
          <p:cNvSpPr txBox="1"/>
          <p:nvPr/>
        </p:nvSpPr>
        <p:spPr>
          <a:xfrm>
            <a:off x="1130713" y="6052440"/>
            <a:ext cx="4575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School of Management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307E5E-6EE1-24B0-F043-E4E9314EC5CB}"/>
              </a:ext>
            </a:extLst>
          </p:cNvPr>
          <p:cNvSpPr txBox="1"/>
          <p:nvPr/>
        </p:nvSpPr>
        <p:spPr>
          <a:xfrm>
            <a:off x="1130713" y="5795949"/>
            <a:ext cx="45759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University at Buffalo</a:t>
            </a:r>
          </a:p>
        </p:txBody>
      </p:sp>
    </p:spTree>
    <p:extLst>
      <p:ext uri="{BB962C8B-B14F-4D97-AF65-F5344CB8AC3E}">
        <p14:creationId xmlns:p14="http://schemas.microsoft.com/office/powerpoint/2010/main" val="1316700980"/>
      </p:ext>
    </p:extLst>
  </p:cSld>
  <p:clrMapOvr>
    <a:masterClrMapping/>
  </p:clrMapOvr>
</p:sld>
</file>

<file path=ppt/theme/theme1.xml><?xml version="1.0" encoding="utf-8"?>
<a:theme xmlns:a="http://schemas.openxmlformats.org/drawingml/2006/main" name="UB Powerpoint Template">
  <a:themeElements>
    <a:clrScheme name="UB Color Palette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1885</TotalTime>
  <Words>628</Words>
  <Application>Microsoft Macintosh PowerPoint</Application>
  <PresentationFormat>On-screen Show (4:3)</PresentationFormat>
  <Paragraphs>91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Georgia</vt:lpstr>
      <vt:lpstr>LucidaGrande</vt:lpstr>
      <vt:lpstr>UB Powerpoint Template</vt:lpstr>
      <vt:lpstr>Presentation title</vt:lpstr>
      <vt:lpstr>Divider Slide</vt:lpstr>
      <vt:lpstr>Click to edit title</vt:lpstr>
      <vt:lpstr>Click to edit title</vt:lpstr>
      <vt:lpstr>Click to edit title</vt:lpstr>
      <vt:lpstr>Click to edit title</vt:lpstr>
      <vt:lpstr>Click to edit title</vt:lpstr>
      <vt:lpstr>Click to edit title</vt:lpstr>
      <vt:lpstr>PowerPoint Presentation</vt:lpstr>
      <vt:lpstr>Click to add title</vt:lpstr>
      <vt:lpstr>PowerPoint Presentation</vt:lpstr>
      <vt:lpstr>Presentation title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Michael Ofengenden</cp:lastModifiedBy>
  <cp:revision>183</cp:revision>
  <cp:lastPrinted>2015-10-19T19:01:41Z</cp:lastPrinted>
  <dcterms:created xsi:type="dcterms:W3CDTF">2016-06-28T14:05:07Z</dcterms:created>
  <dcterms:modified xsi:type="dcterms:W3CDTF">2025-10-05T22:41:21Z</dcterms:modified>
  <cp:category/>
</cp:coreProperties>
</file>