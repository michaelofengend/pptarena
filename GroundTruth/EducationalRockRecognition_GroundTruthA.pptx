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2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7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26EAAD-186B-8C4F-9152-9CC2EA3C2BBD}" type="datetimeFigureOut">
              <a:rPr lang="en-US" smtClean="0"/>
              <a:t>9/28/25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6957A-012F-DC42-857A-45D6A4079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16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67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11" Type="http://schemas.openxmlformats.org/officeDocument/2006/relationships/hyperlink" Target="https://open.maricopa.edu/fallglg102/chapter/the-rock-cycle/#:~:text=When%20any%20type%20of%20rock,and%20pressure%20is%20called%20metamorphism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s://open.maricopa.edu/fallglg102/chapter/the-rock-cycle/#:~:text=When%20any%20rock%20is%20exposed,This%20accumulation%20is%20called%20deposition" TargetMode="External"/><Relationship Id="rId4" Type="http://schemas.openxmlformats.org/officeDocument/2006/relationships/image" Target="../media/image6.svg"/><Relationship Id="rId9" Type="http://schemas.openxmlformats.org/officeDocument/2006/relationships/hyperlink" Target="https://opentextbc.ca/geology/chapter/3-1-the-rock-cycle/#:~:text=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ai/share/9ca20755-8f0b-425a-81b8-d3342d617675.png"/>
          <p:cNvPicPr>
            <a:picLocks noChangeAspect="1"/>
          </p:cNvPicPr>
          <p:nvPr/>
        </p:nvPicPr>
        <p:blipFill>
          <a:blip r:embed="rId3"/>
          <a:srcRect l="12963" r="12963"/>
          <a:stretch/>
        </p:blipFill>
        <p:spPr>
          <a:xfrm>
            <a:off x="4572000" y="1314450"/>
            <a:ext cx="457200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68605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Recognizing the Rock Cycle
</a:t>
            </a:r>
            <a:r>
              <a:rPr lang="en-US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Igneous, Sedimentary &amp; Metamorphic Rocks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488061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Geology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Rock Types and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Igneous</a:t>
            </a:r>
          </a:p>
        </p:txBody>
      </p:sp>
      <p:pic>
        <p:nvPicPr>
          <p:cNvPr id="4" name="Picture 3" descr="basa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228600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t>Formed from melted rock deep inside Earth</a:t>
            </a:r>
          </a:p>
          <a:p>
            <a:pPr>
              <a:defRPr sz="1400">
                <a:latin typeface="Arial"/>
              </a:defRPr>
            </a:pPr>
            <a:r>
              <a:t>Examples: basalt, granite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097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Sedimentary</a:t>
            </a:r>
          </a:p>
        </p:txBody>
      </p:sp>
      <p:pic>
        <p:nvPicPr>
          <p:cNvPr id="7" name="Picture 6" descr="new_sandsto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463040"/>
            <a:ext cx="228600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9184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t>Formed from layers of sand, silt &amp; organic matter</a:t>
            </a:r>
          </a:p>
          <a:p>
            <a:pPr>
              <a:defRPr sz="1400">
                <a:latin typeface="Arial"/>
              </a:defRPr>
            </a:pPr>
            <a:r>
              <a:t>Examples: sandstone, shale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Metamorphic</a:t>
            </a:r>
          </a:p>
        </p:txBody>
      </p:sp>
      <p:pic>
        <p:nvPicPr>
          <p:cNvPr id="10" name="Picture 9" descr="new_marb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63040"/>
            <a:ext cx="228600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rial"/>
              </a:defRPr>
            </a:pPr>
            <a:r>
              <a:t>Changed by heat &amp; pressure underground</a:t>
            </a:r>
          </a:p>
          <a:p>
            <a:pPr>
              <a:defRPr sz="1400">
                <a:latin typeface="Arial"/>
              </a:defRPr>
            </a:pPr>
            <a:r>
              <a:t>Examples: marble, slate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13157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Rock Cycle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 rot="8483578">
            <a:off x="2450018" y="3429257"/>
            <a:ext cx="1482279" cy="644777"/>
          </a:xfrm>
          <a:prstGeom prst="rightArrow">
            <a:avLst/>
          </a:prstGeom>
          <a:solidFill>
            <a:srgbClr val="97B1DF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Shape 2"/>
          <p:cNvSpPr/>
          <p:nvPr/>
        </p:nvSpPr>
        <p:spPr>
          <a:xfrm>
            <a:off x="2926080" y="5086840"/>
            <a:ext cx="3383280" cy="364780"/>
          </a:xfrm>
          <a:prstGeom prst="rightArrow">
            <a:avLst/>
          </a:prstGeom>
          <a:solidFill>
            <a:srgbClr val="97B1DF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 rot="13470491">
            <a:off x="5564057" y="3395098"/>
            <a:ext cx="1419392" cy="559062"/>
          </a:xfrm>
          <a:prstGeom prst="rightArrow">
            <a:avLst/>
          </a:prstGeom>
          <a:solidFill>
            <a:srgbClr val="97B1DF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931920" y="1656386"/>
            <a:ext cx="1828800" cy="1828800"/>
          </a:xfrm>
          <a:prstGeom prst="ellipse">
            <a:avLst/>
          </a:prstGeom>
          <a:solidFill>
            <a:srgbClr val="E66150"/>
          </a:solidFill>
          <a:ln w="12700">
            <a:solidFill>
              <a:srgbClr val="E661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120" y="2022146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931920" y="298226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Igneous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4057650"/>
            <a:ext cx="1828800" cy="1828800"/>
          </a:xfrm>
          <a:prstGeom prst="ellipse">
            <a:avLst/>
          </a:prstGeom>
          <a:solidFill>
            <a:srgbClr val="F4C04E"/>
          </a:solidFill>
          <a:ln w="12700">
            <a:solidFill>
              <a:srgbClr val="F4C04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8720" y="4423410"/>
            <a:ext cx="91440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538353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Sedimentary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583680" y="4057650"/>
            <a:ext cx="1828800" cy="1828800"/>
          </a:xfrm>
          <a:prstGeom prst="ellipse">
            <a:avLst/>
          </a:prstGeom>
          <a:solidFill>
            <a:srgbClr val="8A73B5"/>
          </a:solidFill>
          <a:ln w="12700">
            <a:solidFill>
              <a:srgbClr val="8A73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0880" y="4423410"/>
            <a:ext cx="914400" cy="914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3680" y="538353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Metamorphic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188720" y="2477854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030A18"/>
                </a:solidFill>
              </a:rPr>
              <a:t>Weathering &amp; Erosion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030A18"/>
                </a:solidFill>
              </a:rPr>
              <a:t>Compaction &amp; Cementation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3566160" y="474345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030A18"/>
                </a:solidFill>
              </a:rPr>
              <a:t>Heat &amp; Pressure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5894798" y="2477854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030A18"/>
                </a:solidFill>
              </a:rPr>
              <a:t>Melting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030A18"/>
                </a:solidFill>
              </a:rPr>
              <a:t>Cooling &amp; Crystallization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457200" y="554355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u="sng" dirty="0">
                <a:solidFill>
                  <a:srgbClr val="5C6BC0"/>
                </a:solidFill>
                <a:hlinkClick r:id="rId9"/>
              </a:rPr>
              <a:t>[4] </a:t>
            </a:r>
            <a:r>
              <a:rPr lang="en-US" sz="700" u="sng" dirty="0">
                <a:solidFill>
                  <a:srgbClr val="5C6BC0"/>
                </a:solidFill>
                <a:hlinkClick r:id="rId10"/>
              </a:rPr>
              <a:t>[5] </a:t>
            </a:r>
            <a:r>
              <a:rPr lang="en-US" sz="700" u="sng" dirty="0">
                <a:solidFill>
                  <a:srgbClr val="5C6BC0"/>
                </a:solidFill>
                <a:hlinkClick r:id="rId11"/>
              </a:rPr>
              <a:t>[6]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89</Words>
  <Application>Microsoft Macintosh PowerPoint</Application>
  <PresentationFormat>On-screen Show (4:3)</PresentationFormat>
  <Paragraphs>24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3</cp:revision>
  <dcterms:created xsi:type="dcterms:W3CDTF">2013-01-27T09:14:16Z</dcterms:created>
  <dcterms:modified xsi:type="dcterms:W3CDTF">2025-09-28T22:22:08Z</dcterms:modified>
  <cp:category/>
</cp:coreProperties>
</file>