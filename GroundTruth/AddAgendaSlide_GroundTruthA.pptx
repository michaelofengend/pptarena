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8" r:id="rId2"/>
    <p:sldId id="257" r:id="rId3"/>
    <p:sldId id="259" r:id="rId4"/>
    <p:sldId id="260" r:id="rId5"/>
    <p:sldId id="263" r:id="rId6"/>
    <p:sldId id="304" r:id="rId7"/>
    <p:sldId id="306" r:id="rId8"/>
    <p:sldId id="305" r:id="rId9"/>
    <p:sldId id="290" r:id="rId10"/>
    <p:sldId id="307"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hyperlink" Target="mailto:%7bdewi.asmorowati@upnyk.ac.id"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4601580" y="939100"/>
            <a:ext cx="2983354" cy="1400530"/>
          </a:xfrm>
        </p:spPr>
        <p:txBody>
          <a:bodyPr>
            <a:normAutofit/>
          </a:bodyPr>
          <a:lstStyle/>
          <a:p>
            <a:r>
              <a:rPr lang="en-US" sz="4800" b="1" dirty="0">
                <a:latin typeface="Adobe Gothic Std B" panose="020B0800000000000000" pitchFamily="34" charset="-128"/>
                <a:ea typeface="Adobe Gothic Std B" panose="020B0800000000000000" pitchFamily="34" charset="-128"/>
                <a:cs typeface="Arial" panose="020B0604020202020204" pitchFamily="34" charset="0"/>
              </a:rPr>
              <a:t>Agenda</a:t>
            </a:r>
          </a:p>
        </p:txBody>
      </p:sp>
      <p:sp>
        <p:nvSpPr>
          <p:cNvPr id="20" name="Content Placeholder 2"/>
          <p:cNvSpPr txBox="1">
            <a:spLocks/>
          </p:cNvSpPr>
          <p:nvPr/>
        </p:nvSpPr>
        <p:spPr>
          <a:xfrm>
            <a:off x="3179810" y="2819342"/>
            <a:ext cx="6321956" cy="651876"/>
          </a:xfrm>
          <a:prstGeom prst="rect">
            <a:avLst/>
          </a:prstGeom>
          <a:solidFill>
            <a:schemeClr val="accent1">
              <a:lumMod val="5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2400" b="1" dirty="0">
                <a:solidFill>
                  <a:schemeClr val="bg1"/>
                </a:solidFill>
                <a:latin typeface="Arial" panose="020B0604020202020204" pitchFamily="34" charset="0"/>
                <a:cs typeface="Arial" panose="020B0604020202020204" pitchFamily="34" charset="0"/>
              </a:rPr>
              <a:t>Introduction</a:t>
            </a:r>
          </a:p>
        </p:txBody>
      </p:sp>
      <p:sp>
        <p:nvSpPr>
          <p:cNvPr id="4" name="TextBox 3"/>
          <p:cNvSpPr txBox="1"/>
          <p:nvPr/>
        </p:nvSpPr>
        <p:spPr>
          <a:xfrm>
            <a:off x="2534464" y="2628980"/>
            <a:ext cx="626296" cy="923330"/>
          </a:xfrm>
          <a:prstGeom prst="rect">
            <a:avLst/>
          </a:prstGeom>
          <a:noFill/>
        </p:spPr>
        <p:txBody>
          <a:bodyPr wrap="square" rtlCol="0">
            <a:spAutoFit/>
          </a:bodyPr>
          <a:lstStyle/>
          <a:p>
            <a:r>
              <a:rPr lang="en-US" sz="5400" dirty="0">
                <a:latin typeface="Sketch 3D" panose="02000500000000000000" pitchFamily="2" charset="0"/>
              </a:rPr>
              <a:t>1</a:t>
            </a:r>
          </a:p>
        </p:txBody>
      </p:sp>
      <p:sp>
        <p:nvSpPr>
          <p:cNvPr id="24" name="TextBox 23"/>
          <p:cNvSpPr txBox="1"/>
          <p:nvPr/>
        </p:nvSpPr>
        <p:spPr>
          <a:xfrm>
            <a:off x="2524939" y="3302672"/>
            <a:ext cx="626296" cy="923330"/>
          </a:xfrm>
          <a:prstGeom prst="rect">
            <a:avLst/>
          </a:prstGeom>
          <a:noFill/>
        </p:spPr>
        <p:txBody>
          <a:bodyPr wrap="square" rtlCol="0">
            <a:spAutoFit/>
          </a:bodyPr>
          <a:lstStyle/>
          <a:p>
            <a:r>
              <a:rPr lang="en-US" sz="5400" dirty="0">
                <a:latin typeface="Sketch 3D" panose="02000500000000000000" pitchFamily="2" charset="0"/>
              </a:rPr>
              <a:t>2</a:t>
            </a:r>
          </a:p>
        </p:txBody>
      </p:sp>
      <p:sp>
        <p:nvSpPr>
          <p:cNvPr id="25" name="TextBox 24"/>
          <p:cNvSpPr txBox="1"/>
          <p:nvPr/>
        </p:nvSpPr>
        <p:spPr>
          <a:xfrm>
            <a:off x="2515414" y="3977699"/>
            <a:ext cx="626296" cy="923330"/>
          </a:xfrm>
          <a:prstGeom prst="rect">
            <a:avLst/>
          </a:prstGeom>
        </p:spPr>
        <p:txBody>
          <a:bodyPr wrap="square" rtlCol="0">
            <a:spAutoFit/>
          </a:bodyPr>
          <a:lstStyle/>
          <a:p>
            <a:r>
              <a:rPr lang="en-US" sz="5400" dirty="0">
                <a:latin typeface="Sketch 3D" panose="02000500000000000000" pitchFamily="2" charset="0"/>
              </a:rPr>
              <a:t>3</a:t>
            </a:r>
          </a:p>
        </p:txBody>
      </p:sp>
      <p:sp>
        <p:nvSpPr>
          <p:cNvPr id="16" name="Content Placeholder 2">
            <a:extLst>
              <a:ext uri="{FF2B5EF4-FFF2-40B4-BE49-F238E27FC236}">
                <a16:creationId xmlns:a16="http://schemas.microsoft.com/office/drawing/2014/main" id="{6949E9C1-4FAE-40CE-BE45-13F5B3DF7C39}"/>
              </a:ext>
            </a:extLst>
          </p:cNvPr>
          <p:cNvSpPr txBox="1">
            <a:spLocks/>
          </p:cNvSpPr>
          <p:nvPr/>
        </p:nvSpPr>
        <p:spPr>
          <a:xfrm>
            <a:off x="3179810" y="3502976"/>
            <a:ext cx="6321956" cy="651876"/>
          </a:xfrm>
          <a:prstGeom prst="rect">
            <a:avLst/>
          </a:prstGeom>
          <a:solidFill>
            <a:schemeClr val="accent1">
              <a:lumMod val="5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2400" b="1" dirty="0">
                <a:solidFill>
                  <a:schemeClr val="bg1"/>
                </a:solidFill>
                <a:latin typeface="Arial" panose="020B0604020202020204" pitchFamily="34" charset="0"/>
                <a:cs typeface="Arial" panose="020B0604020202020204" pitchFamily="34" charset="0"/>
              </a:rPr>
              <a:t>Result and Discussion</a:t>
            </a:r>
          </a:p>
        </p:txBody>
      </p:sp>
      <p:sp>
        <p:nvSpPr>
          <p:cNvPr id="19" name="Content Placeholder 2">
            <a:extLst>
              <a:ext uri="{FF2B5EF4-FFF2-40B4-BE49-F238E27FC236}">
                <a16:creationId xmlns:a16="http://schemas.microsoft.com/office/drawing/2014/main" id="{9ABB83F2-4235-45E8-A282-403AE2759675}"/>
              </a:ext>
            </a:extLst>
          </p:cNvPr>
          <p:cNvSpPr txBox="1">
            <a:spLocks/>
          </p:cNvSpPr>
          <p:nvPr/>
        </p:nvSpPr>
        <p:spPr>
          <a:xfrm>
            <a:off x="3179810" y="4200491"/>
            <a:ext cx="6321956" cy="651876"/>
          </a:xfrm>
          <a:prstGeom prst="rect">
            <a:avLst/>
          </a:prstGeom>
          <a:solidFill>
            <a:schemeClr val="accent1">
              <a:lumMod val="5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2400" b="1" dirty="0">
                <a:solidFill>
                  <a:schemeClr val="bg1"/>
                </a:solidFill>
                <a:latin typeface="Arial" panose="020B0604020202020204" pitchFamily="34" charset="0"/>
                <a:cs typeface="Arial" panose="020B0604020202020204" pitchFamily="34" charset="0"/>
              </a:rPr>
              <a:t>Conclusion</a:t>
            </a:r>
          </a:p>
        </p:txBody>
      </p:sp>
      <p:sp>
        <p:nvSpPr>
          <p:cNvPr id="21" name="Google Shape;223;p14">
            <a:extLst>
              <a:ext uri="{FF2B5EF4-FFF2-40B4-BE49-F238E27FC236}">
                <a16:creationId xmlns:a16="http://schemas.microsoft.com/office/drawing/2014/main" id="{7D1D94B9-67C0-4E91-B45B-1085F5F89ECF}"/>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Tree>
    <p:extLst>
      <p:ext uri="{BB962C8B-B14F-4D97-AF65-F5344CB8AC3E}">
        <p14:creationId xmlns:p14="http://schemas.microsoft.com/office/powerpoint/2010/main" val="304694286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4</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5</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This research is done in PT. </a:t>
            </a:r>
            <a:r>
              <a:rPr lang="en-US" sz="2400" dirty="0" err="1"/>
              <a:t>Bukitapit</a:t>
            </a:r>
            <a:r>
              <a:rPr lang="en-US" sz="2400" dirty="0"/>
              <a:t> </a:t>
            </a:r>
            <a:r>
              <a:rPr lang="en-US" sz="2400" dirty="0" err="1"/>
              <a:t>Bumi</a:t>
            </a:r>
            <a:r>
              <a:rPr lang="en-US" sz="2400" dirty="0"/>
              <a:t> </a:t>
            </a:r>
            <a:r>
              <a:rPr lang="en-US" sz="2400" dirty="0" err="1"/>
              <a:t>Persana</a:t>
            </a:r>
            <a:r>
              <a:rPr lang="en-US" sz="2400" dirty="0"/>
              <a:t>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Residue </a:t>
                </a:r>
                <a:r>
                  <a:rPr lang="en-US"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Fig. </a:t>
            </a:r>
            <a:r>
              <a:rPr lang="en-US" b="1" dirty="0"/>
              <a:t>2.</a:t>
            </a:r>
            <a:r>
              <a:rPr lang="en-US" dirty="0"/>
              <a:t>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10</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560</Words>
  <Application>Microsoft Macintosh PowerPoint</Application>
  <PresentationFormat>Widescreen</PresentationFormat>
  <Paragraphs>132</Paragraphs>
  <Slides>11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Adobe Gothic Std B</vt:lpstr>
      <vt:lpstr>Arial</vt:lpstr>
      <vt:lpstr>Arvo</vt:lpstr>
      <vt:lpstr>Calibri</vt:lpstr>
      <vt:lpstr>Calibri Light</vt:lpstr>
      <vt:lpstr>Cambria Math</vt:lpstr>
      <vt:lpstr>Roboto Condensed</vt:lpstr>
      <vt:lpstr>Sketch 3D</vt:lpstr>
      <vt:lpstr>Times New Roman</vt:lpstr>
      <vt:lpstr>Office Theme</vt:lpstr>
      <vt:lpstr>PowerPoint Presentation</vt:lpstr>
      <vt:lpstr>Agenda</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2025-08-13T00:12:43Z</dcterms:modified>
</cp:coreProperties>
</file>