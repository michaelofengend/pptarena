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1141" r:id="rId2"/>
  </p:sldIdLst>
  <p:sldSz cx="12192000" cy="6858000"/>
  <p:notesSz cx="9296400" cy="701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aomi Boyd" initials="NB" lastIdx="7" clrIdx="0">
    <p:extLst>
      <p:ext uri="{19B8F6BF-5375-455C-9EA6-DF929625EA0E}">
        <p15:presenceInfo xmlns:p15="http://schemas.microsoft.com/office/powerpoint/2012/main" userId="Naomi Boyd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B8C8E"/>
    <a:srgbClr val="FF9E16"/>
    <a:srgbClr val="8A8A8D"/>
    <a:srgbClr val="4F86A0"/>
    <a:srgbClr val="FFFFFF"/>
    <a:srgbClr val="B3EB8D"/>
    <a:srgbClr val="3FBFAD"/>
    <a:srgbClr val="DD5F13"/>
    <a:srgbClr val="646569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70" autoAdjust="0"/>
    <p:restoredTop sz="81781" autoAdjust="0"/>
  </p:normalViewPr>
  <p:slideViewPr>
    <p:cSldViewPr snapToGrid="0">
      <p:cViewPr>
        <p:scale>
          <a:sx n="66" d="100"/>
          <a:sy n="66" d="100"/>
        </p:scale>
        <p:origin x="1584" y="9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handoutMaster" Target="handoutMasters/handoutMaster1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93C9BE-6681-1748-BEE7-233A7CA20B84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51D9990-A1A7-8142-95D8-8A4B89DEF6BE}">
      <dgm:prSet/>
      <dgm:spPr/>
      <dgm:t>
        <a:bodyPr/>
        <a:lstStyle/>
        <a:p>
          <a:r>
            <a:rPr lang="en-GB"/>
            <a:t>Who’s Involved?</a:t>
          </a:r>
          <a:endParaRPr lang="en-US"/>
        </a:p>
      </dgm:t>
    </dgm:pt>
    <dgm:pt modelId="{4B0BAAD7-ECE1-CE4F-8050-EBDD88275192}" type="parTrans" cxnId="{539AECCA-A744-BF47-9962-D3AF47CF357E}">
      <dgm:prSet/>
      <dgm:spPr/>
      <dgm:t>
        <a:bodyPr/>
        <a:lstStyle/>
        <a:p>
          <a:endParaRPr lang="en-US"/>
        </a:p>
      </dgm:t>
    </dgm:pt>
    <dgm:pt modelId="{129C84CB-0770-5C4B-AF22-E66D842A2D1B}" type="sibTrans" cxnId="{539AECCA-A744-BF47-9962-D3AF47CF357E}">
      <dgm:prSet/>
      <dgm:spPr/>
      <dgm:t>
        <a:bodyPr/>
        <a:lstStyle/>
        <a:p>
          <a:endParaRPr lang="en-US"/>
        </a:p>
      </dgm:t>
    </dgm:pt>
    <dgm:pt modelId="{93159A99-56E4-BC4C-B430-CCEE04BD8EFC}" type="pres">
      <dgm:prSet presAssocID="{C393C9BE-6681-1748-BEE7-233A7CA20B84}" presName="diagram" presStyleCnt="0">
        <dgm:presLayoutVars>
          <dgm:dir/>
          <dgm:resizeHandles val="exact"/>
        </dgm:presLayoutVars>
      </dgm:prSet>
      <dgm:spPr/>
    </dgm:pt>
    <dgm:pt modelId="{528F783F-102E-B94B-A643-BCFACCEBAB9E}" type="pres">
      <dgm:prSet presAssocID="{F51D9990-A1A7-8142-95D8-8A4B89DEF6BE}" presName="node" presStyleLbl="node1" presStyleIdx="0" presStyleCnt="1">
        <dgm:presLayoutVars>
          <dgm:bulletEnabled val="1"/>
        </dgm:presLayoutVars>
      </dgm:prSet>
      <dgm:spPr/>
    </dgm:pt>
  </dgm:ptLst>
  <dgm:cxnLst>
    <dgm:cxn modelId="{32052591-4144-ED42-AF5A-B72A73CF7748}" type="presOf" srcId="{C393C9BE-6681-1748-BEE7-233A7CA20B84}" destId="{93159A99-56E4-BC4C-B430-CCEE04BD8EFC}" srcOrd="0" destOrd="0" presId="urn:microsoft.com/office/officeart/2005/8/layout/default"/>
    <dgm:cxn modelId="{539AECCA-A744-BF47-9962-D3AF47CF357E}" srcId="{C393C9BE-6681-1748-BEE7-233A7CA20B84}" destId="{F51D9990-A1A7-8142-95D8-8A4B89DEF6BE}" srcOrd="0" destOrd="0" parTransId="{4B0BAAD7-ECE1-CE4F-8050-EBDD88275192}" sibTransId="{129C84CB-0770-5C4B-AF22-E66D842A2D1B}"/>
    <dgm:cxn modelId="{3A18B2F0-C5FD-BE44-8621-EF522C3FE5B6}" type="presOf" srcId="{F51D9990-A1A7-8142-95D8-8A4B89DEF6BE}" destId="{528F783F-102E-B94B-A643-BCFACCEBAB9E}" srcOrd="0" destOrd="0" presId="urn:microsoft.com/office/officeart/2005/8/layout/default"/>
    <dgm:cxn modelId="{4AC06FBA-7EB6-AC4B-905F-0FEAC4DC2793}" type="presParOf" srcId="{93159A99-56E4-BC4C-B430-CCEE04BD8EFC}" destId="{528F783F-102E-B94B-A643-BCFACCEBAB9E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646C17D-7AB6-344C-BBBE-166C1CE8EC35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CC0E748-EB62-0544-A72A-E8C85FCBAADF}">
      <dgm:prSet/>
      <dgm:spPr/>
      <dgm:t>
        <a:bodyPr/>
        <a:lstStyle/>
        <a:p>
          <a:r>
            <a:rPr lang="en-GB" b="1" baseline="0" dirty="0"/>
            <a:t>YOU</a:t>
          </a:r>
          <a:endParaRPr lang="en-US" dirty="0"/>
        </a:p>
      </dgm:t>
    </dgm:pt>
    <dgm:pt modelId="{66FE512D-8780-1745-A8F9-CA6D6E6B75C9}" type="parTrans" cxnId="{C2675021-B4F7-B042-A667-C37A97D15785}">
      <dgm:prSet/>
      <dgm:spPr/>
      <dgm:t>
        <a:bodyPr/>
        <a:lstStyle/>
        <a:p>
          <a:endParaRPr lang="en-US"/>
        </a:p>
      </dgm:t>
    </dgm:pt>
    <dgm:pt modelId="{0D22459C-1D01-5E40-8711-FF9E920965D7}" type="sibTrans" cxnId="{C2675021-B4F7-B042-A667-C37A97D15785}">
      <dgm:prSet/>
      <dgm:spPr/>
      <dgm:t>
        <a:bodyPr/>
        <a:lstStyle/>
        <a:p>
          <a:endParaRPr lang="en-US"/>
        </a:p>
      </dgm:t>
    </dgm:pt>
    <dgm:pt modelId="{2F8E2D5F-9913-F74D-B178-1C9B2158793A}" type="pres">
      <dgm:prSet presAssocID="{E646C17D-7AB6-344C-BBBE-166C1CE8EC35}" presName="diagram" presStyleCnt="0">
        <dgm:presLayoutVars>
          <dgm:dir/>
          <dgm:resizeHandles val="exact"/>
        </dgm:presLayoutVars>
      </dgm:prSet>
      <dgm:spPr/>
    </dgm:pt>
    <dgm:pt modelId="{7D6F0A53-6255-A944-AFC5-509DD6D533A9}" type="pres">
      <dgm:prSet presAssocID="{3CC0E748-EB62-0544-A72A-E8C85FCBAADF}" presName="node" presStyleLbl="node1" presStyleIdx="0" presStyleCnt="1">
        <dgm:presLayoutVars>
          <dgm:bulletEnabled val="1"/>
        </dgm:presLayoutVars>
      </dgm:prSet>
      <dgm:spPr/>
    </dgm:pt>
  </dgm:ptLst>
  <dgm:cxnLst>
    <dgm:cxn modelId="{C2675021-B4F7-B042-A667-C37A97D15785}" srcId="{E646C17D-7AB6-344C-BBBE-166C1CE8EC35}" destId="{3CC0E748-EB62-0544-A72A-E8C85FCBAADF}" srcOrd="0" destOrd="0" parTransId="{66FE512D-8780-1745-A8F9-CA6D6E6B75C9}" sibTransId="{0D22459C-1D01-5E40-8711-FF9E920965D7}"/>
    <dgm:cxn modelId="{18982E9D-94A2-4141-AD6A-1E4A14249EFF}" type="presOf" srcId="{E646C17D-7AB6-344C-BBBE-166C1CE8EC35}" destId="{2F8E2D5F-9913-F74D-B178-1C9B2158793A}" srcOrd="0" destOrd="0" presId="urn:microsoft.com/office/officeart/2005/8/layout/default"/>
    <dgm:cxn modelId="{9E0A34FA-90DB-B549-A8CB-EC6B0C7D70B2}" type="presOf" srcId="{3CC0E748-EB62-0544-A72A-E8C85FCBAADF}" destId="{7D6F0A53-6255-A944-AFC5-509DD6D533A9}" srcOrd="0" destOrd="0" presId="urn:microsoft.com/office/officeart/2005/8/layout/default"/>
    <dgm:cxn modelId="{B410C55C-FF57-B34E-BEF9-8CFBE9754A1D}" type="presParOf" srcId="{2F8E2D5F-9913-F74D-B178-1C9B2158793A}" destId="{7D6F0A53-6255-A944-AFC5-509DD6D533A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A7C039B-CB18-114A-9D1C-ECDCC9D26AB3}" type="doc">
      <dgm:prSet loTypeId="urn:microsoft.com/office/officeart/2005/8/layout/default" loCatId="list" qsTypeId="urn:microsoft.com/office/officeart/2005/8/quickstyle/simple3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EB1B8EB-7EF1-684C-94AE-04C47457A0F5}">
      <dgm:prSet/>
      <dgm:spPr/>
      <dgm:t>
        <a:bodyPr/>
        <a:lstStyle/>
        <a:p>
          <a:r>
            <a:rPr lang="en-GB"/>
            <a:t>Content </a:t>
          </a:r>
          <a:endParaRPr lang="en-US"/>
        </a:p>
      </dgm:t>
    </dgm:pt>
    <dgm:pt modelId="{2C01E9B3-5CDE-B54A-BD21-E3D9275604AD}" type="parTrans" cxnId="{19F5BAB1-44E7-FE47-914A-5EFF93CDDA8B}">
      <dgm:prSet/>
      <dgm:spPr/>
      <dgm:t>
        <a:bodyPr/>
        <a:lstStyle/>
        <a:p>
          <a:endParaRPr lang="en-US"/>
        </a:p>
      </dgm:t>
    </dgm:pt>
    <dgm:pt modelId="{89046CF0-A730-164C-A18A-2697B7F710BD}" type="sibTrans" cxnId="{19F5BAB1-44E7-FE47-914A-5EFF93CDDA8B}">
      <dgm:prSet/>
      <dgm:spPr/>
      <dgm:t>
        <a:bodyPr/>
        <a:lstStyle/>
        <a:p>
          <a:endParaRPr lang="en-US"/>
        </a:p>
      </dgm:t>
    </dgm:pt>
    <dgm:pt modelId="{4F6F030D-8534-854D-96F2-F6ED5B3454B0}">
      <dgm:prSet/>
      <dgm:spPr/>
      <dgm:t>
        <a:bodyPr/>
        <a:lstStyle/>
        <a:p>
          <a:r>
            <a:rPr lang="en-GB"/>
            <a:t>Consumers</a:t>
          </a:r>
          <a:endParaRPr lang="en-US"/>
        </a:p>
      </dgm:t>
    </dgm:pt>
    <dgm:pt modelId="{7A695D4B-6E6A-804C-B417-7A3ED30C9E34}" type="parTrans" cxnId="{79BDEE5C-1CF1-5643-89DE-20903351E7EB}">
      <dgm:prSet/>
      <dgm:spPr/>
      <dgm:t>
        <a:bodyPr/>
        <a:lstStyle/>
        <a:p>
          <a:endParaRPr lang="en-US"/>
        </a:p>
      </dgm:t>
    </dgm:pt>
    <dgm:pt modelId="{9BC1C457-BCF0-984F-B08D-E56831D4036A}" type="sibTrans" cxnId="{79BDEE5C-1CF1-5643-89DE-20903351E7EB}">
      <dgm:prSet/>
      <dgm:spPr/>
      <dgm:t>
        <a:bodyPr/>
        <a:lstStyle/>
        <a:p>
          <a:endParaRPr lang="en-US"/>
        </a:p>
      </dgm:t>
    </dgm:pt>
    <dgm:pt modelId="{07F8BF93-0464-2F43-9FD6-DC7F76313803}" type="pres">
      <dgm:prSet presAssocID="{BA7C039B-CB18-114A-9D1C-ECDCC9D26AB3}" presName="diagram" presStyleCnt="0">
        <dgm:presLayoutVars>
          <dgm:dir/>
          <dgm:resizeHandles val="exact"/>
        </dgm:presLayoutVars>
      </dgm:prSet>
      <dgm:spPr/>
    </dgm:pt>
    <dgm:pt modelId="{DEBD21EF-2650-1643-9569-46D2D2C2B7D4}" type="pres">
      <dgm:prSet presAssocID="{DEB1B8EB-7EF1-684C-94AE-04C47457A0F5}" presName="node" presStyleLbl="node1" presStyleIdx="0" presStyleCnt="2">
        <dgm:presLayoutVars>
          <dgm:bulletEnabled val="1"/>
        </dgm:presLayoutVars>
      </dgm:prSet>
      <dgm:spPr/>
    </dgm:pt>
    <dgm:pt modelId="{23EDA356-2E2D-9241-8281-F121719A9739}" type="pres">
      <dgm:prSet presAssocID="{89046CF0-A730-164C-A18A-2697B7F710BD}" presName="sibTrans" presStyleCnt="0"/>
      <dgm:spPr/>
    </dgm:pt>
    <dgm:pt modelId="{563AF7D8-A985-8948-913F-AACCD4EF6E8F}" type="pres">
      <dgm:prSet presAssocID="{4F6F030D-8534-854D-96F2-F6ED5B3454B0}" presName="node" presStyleLbl="node1" presStyleIdx="1" presStyleCnt="2">
        <dgm:presLayoutVars>
          <dgm:bulletEnabled val="1"/>
        </dgm:presLayoutVars>
      </dgm:prSet>
      <dgm:spPr/>
    </dgm:pt>
  </dgm:ptLst>
  <dgm:cxnLst>
    <dgm:cxn modelId="{C6CD262D-3F67-F34F-A08D-24D8F8060812}" type="presOf" srcId="{4F6F030D-8534-854D-96F2-F6ED5B3454B0}" destId="{563AF7D8-A985-8948-913F-AACCD4EF6E8F}" srcOrd="0" destOrd="0" presId="urn:microsoft.com/office/officeart/2005/8/layout/default"/>
    <dgm:cxn modelId="{79BDEE5C-1CF1-5643-89DE-20903351E7EB}" srcId="{BA7C039B-CB18-114A-9D1C-ECDCC9D26AB3}" destId="{4F6F030D-8534-854D-96F2-F6ED5B3454B0}" srcOrd="1" destOrd="0" parTransId="{7A695D4B-6E6A-804C-B417-7A3ED30C9E34}" sibTransId="{9BC1C457-BCF0-984F-B08D-E56831D4036A}"/>
    <dgm:cxn modelId="{5040C568-666C-1249-B395-17908800759F}" type="presOf" srcId="{BA7C039B-CB18-114A-9D1C-ECDCC9D26AB3}" destId="{07F8BF93-0464-2F43-9FD6-DC7F76313803}" srcOrd="0" destOrd="0" presId="urn:microsoft.com/office/officeart/2005/8/layout/default"/>
    <dgm:cxn modelId="{B2D0CF8F-F8CB-FB4A-B55B-9C8D7F9EB4D6}" type="presOf" srcId="{DEB1B8EB-7EF1-684C-94AE-04C47457A0F5}" destId="{DEBD21EF-2650-1643-9569-46D2D2C2B7D4}" srcOrd="0" destOrd="0" presId="urn:microsoft.com/office/officeart/2005/8/layout/default"/>
    <dgm:cxn modelId="{19F5BAB1-44E7-FE47-914A-5EFF93CDDA8B}" srcId="{BA7C039B-CB18-114A-9D1C-ECDCC9D26AB3}" destId="{DEB1B8EB-7EF1-684C-94AE-04C47457A0F5}" srcOrd="0" destOrd="0" parTransId="{2C01E9B3-5CDE-B54A-BD21-E3D9275604AD}" sibTransId="{89046CF0-A730-164C-A18A-2697B7F710BD}"/>
    <dgm:cxn modelId="{0B250BE3-F743-4546-8B2F-808D2381FE3F}" type="presParOf" srcId="{07F8BF93-0464-2F43-9FD6-DC7F76313803}" destId="{DEBD21EF-2650-1643-9569-46D2D2C2B7D4}" srcOrd="0" destOrd="0" presId="urn:microsoft.com/office/officeart/2005/8/layout/default"/>
    <dgm:cxn modelId="{EB458A23-627E-0441-98D0-C16198194F45}" type="presParOf" srcId="{07F8BF93-0464-2F43-9FD6-DC7F76313803}" destId="{23EDA356-2E2D-9241-8281-F121719A9739}" srcOrd="1" destOrd="0" presId="urn:microsoft.com/office/officeart/2005/8/layout/default"/>
    <dgm:cxn modelId="{440BE1AD-78FE-7E48-A48D-5F8FA81D9EF2}" type="presParOf" srcId="{07F8BF93-0464-2F43-9FD6-DC7F76313803}" destId="{563AF7D8-A985-8948-913F-AACCD4EF6E8F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FA85563-62D7-D94C-A77C-5010DBE51533}" type="doc">
      <dgm:prSet loTypeId="urn:microsoft.com/office/officeart/2005/8/layout/default" loCatId="list" qsTypeId="urn:microsoft.com/office/officeart/2005/8/quickstyle/simple3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2FD1B0D-6874-854B-A366-5585529A6EF4}">
      <dgm:prSet/>
      <dgm:spPr/>
      <dgm:t>
        <a:bodyPr/>
        <a:lstStyle/>
        <a:p>
          <a:r>
            <a:rPr lang="en-GB" dirty="0"/>
            <a:t>IT and the Implementation Team</a:t>
          </a:r>
          <a:endParaRPr lang="en-US" dirty="0"/>
        </a:p>
      </dgm:t>
    </dgm:pt>
    <dgm:pt modelId="{8F1E2205-78D8-AB45-9343-823B1F03F85B}" type="parTrans" cxnId="{23AF2CFF-BE9C-634B-8B46-EE90A9BF4B74}">
      <dgm:prSet/>
      <dgm:spPr/>
      <dgm:t>
        <a:bodyPr/>
        <a:lstStyle/>
        <a:p>
          <a:endParaRPr lang="en-US"/>
        </a:p>
      </dgm:t>
    </dgm:pt>
    <dgm:pt modelId="{86A68EC3-A19C-9541-A8AF-8032A3C00030}" type="sibTrans" cxnId="{23AF2CFF-BE9C-634B-8B46-EE90A9BF4B74}">
      <dgm:prSet/>
      <dgm:spPr/>
      <dgm:t>
        <a:bodyPr/>
        <a:lstStyle/>
        <a:p>
          <a:endParaRPr lang="en-US"/>
        </a:p>
      </dgm:t>
    </dgm:pt>
    <dgm:pt modelId="{AA833704-F95A-E749-A478-38DBF9C4E84C}" type="pres">
      <dgm:prSet presAssocID="{4FA85563-62D7-D94C-A77C-5010DBE51533}" presName="diagram" presStyleCnt="0">
        <dgm:presLayoutVars>
          <dgm:dir/>
          <dgm:resizeHandles val="exact"/>
        </dgm:presLayoutVars>
      </dgm:prSet>
      <dgm:spPr/>
    </dgm:pt>
    <dgm:pt modelId="{1134D520-36AB-F34F-A727-E16617EA696B}" type="pres">
      <dgm:prSet presAssocID="{12FD1B0D-6874-854B-A366-5585529A6EF4}" presName="node" presStyleLbl="node1" presStyleIdx="0" presStyleCnt="1" custLinFactNeighborX="-23025" custLinFactNeighborY="0">
        <dgm:presLayoutVars>
          <dgm:bulletEnabled val="1"/>
        </dgm:presLayoutVars>
      </dgm:prSet>
      <dgm:spPr/>
    </dgm:pt>
  </dgm:ptLst>
  <dgm:cxnLst>
    <dgm:cxn modelId="{10FD8D38-0B31-5548-BE68-601EAE83A682}" type="presOf" srcId="{4FA85563-62D7-D94C-A77C-5010DBE51533}" destId="{AA833704-F95A-E749-A478-38DBF9C4E84C}" srcOrd="0" destOrd="0" presId="urn:microsoft.com/office/officeart/2005/8/layout/default"/>
    <dgm:cxn modelId="{9B763AD8-A7B6-8240-AE3C-6552958154D1}" type="presOf" srcId="{12FD1B0D-6874-854B-A366-5585529A6EF4}" destId="{1134D520-36AB-F34F-A727-E16617EA696B}" srcOrd="0" destOrd="0" presId="urn:microsoft.com/office/officeart/2005/8/layout/default"/>
    <dgm:cxn modelId="{23AF2CFF-BE9C-634B-8B46-EE90A9BF4B74}" srcId="{4FA85563-62D7-D94C-A77C-5010DBE51533}" destId="{12FD1B0D-6874-854B-A366-5585529A6EF4}" srcOrd="0" destOrd="0" parTransId="{8F1E2205-78D8-AB45-9343-823B1F03F85B}" sibTransId="{86A68EC3-A19C-9541-A8AF-8032A3C00030}"/>
    <dgm:cxn modelId="{3E833A3E-51ED-B14C-BFB9-308B40E6DA1A}" type="presParOf" srcId="{AA833704-F95A-E749-A478-38DBF9C4E84C}" destId="{1134D520-36AB-F34F-A727-E16617EA696B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22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81B03B4-15B9-7542-B74B-19CAE75C8455}" type="doc">
      <dgm:prSet loTypeId="urn:microsoft.com/office/officeart/2005/8/layout/default" loCatId="list" qsTypeId="urn:microsoft.com/office/officeart/2005/8/quickstyle/simple3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73F5D71-A9FC-3540-9623-7466C8E356F9}">
      <dgm:prSet/>
      <dgm:spPr/>
      <dgm:t>
        <a:bodyPr/>
        <a:lstStyle/>
        <a:p>
          <a:r>
            <a:rPr lang="en-GB" dirty="0"/>
            <a:t>Current Users of Zinc MAPS</a:t>
          </a:r>
          <a:endParaRPr lang="en-US" dirty="0"/>
        </a:p>
      </dgm:t>
    </dgm:pt>
    <dgm:pt modelId="{E8EA2DC3-C544-524D-872F-B387C4066058}" type="parTrans" cxnId="{C164D3CD-AA29-5844-95D8-DCE1FDC1ED2F}">
      <dgm:prSet/>
      <dgm:spPr/>
      <dgm:t>
        <a:bodyPr/>
        <a:lstStyle/>
        <a:p>
          <a:endParaRPr lang="en-US"/>
        </a:p>
      </dgm:t>
    </dgm:pt>
    <dgm:pt modelId="{901746A1-050C-0846-9651-70E448A31A87}" type="sibTrans" cxnId="{C164D3CD-AA29-5844-95D8-DCE1FDC1ED2F}">
      <dgm:prSet/>
      <dgm:spPr/>
      <dgm:t>
        <a:bodyPr/>
        <a:lstStyle/>
        <a:p>
          <a:endParaRPr lang="en-US"/>
        </a:p>
      </dgm:t>
    </dgm:pt>
    <dgm:pt modelId="{2B74B2B7-A143-E74D-BBFF-0FC64C2E4E31}">
      <dgm:prSet/>
      <dgm:spPr/>
      <dgm:t>
        <a:bodyPr/>
        <a:lstStyle/>
        <a:p>
          <a:r>
            <a:rPr lang="en-GB" dirty="0"/>
            <a:t>(Originators and Reviewers)</a:t>
          </a:r>
          <a:endParaRPr lang="en-US" dirty="0"/>
        </a:p>
      </dgm:t>
    </dgm:pt>
    <dgm:pt modelId="{384C029A-9E58-6B49-B3EE-743A0A2C3285}" type="parTrans" cxnId="{1C2A4A10-23FD-734D-94FF-1258C762387B}">
      <dgm:prSet/>
      <dgm:spPr/>
      <dgm:t>
        <a:bodyPr/>
        <a:lstStyle/>
        <a:p>
          <a:endParaRPr lang="en-US"/>
        </a:p>
      </dgm:t>
    </dgm:pt>
    <dgm:pt modelId="{374DC5E9-2930-9345-BC4D-8C50767F121F}" type="sibTrans" cxnId="{1C2A4A10-23FD-734D-94FF-1258C762387B}">
      <dgm:prSet/>
      <dgm:spPr/>
      <dgm:t>
        <a:bodyPr/>
        <a:lstStyle/>
        <a:p>
          <a:endParaRPr lang="en-US"/>
        </a:p>
      </dgm:t>
    </dgm:pt>
    <dgm:pt modelId="{72B8F5C2-DE1D-0F4D-A647-1AFA3D3E10A3}" type="pres">
      <dgm:prSet presAssocID="{181B03B4-15B9-7542-B74B-19CAE75C8455}" presName="diagram" presStyleCnt="0">
        <dgm:presLayoutVars>
          <dgm:dir/>
          <dgm:resizeHandles val="exact"/>
        </dgm:presLayoutVars>
      </dgm:prSet>
      <dgm:spPr/>
    </dgm:pt>
    <dgm:pt modelId="{7308791A-3543-7E48-95A1-5ADE22B6358C}" type="pres">
      <dgm:prSet presAssocID="{873F5D71-A9FC-3540-9623-7466C8E356F9}" presName="node" presStyleLbl="node1" presStyleIdx="0" presStyleCnt="2">
        <dgm:presLayoutVars>
          <dgm:bulletEnabled val="1"/>
        </dgm:presLayoutVars>
      </dgm:prSet>
      <dgm:spPr/>
    </dgm:pt>
    <dgm:pt modelId="{A8D14890-B429-5946-BE5C-A18306B2FFCE}" type="pres">
      <dgm:prSet presAssocID="{901746A1-050C-0846-9651-70E448A31A87}" presName="sibTrans" presStyleCnt="0"/>
      <dgm:spPr/>
    </dgm:pt>
    <dgm:pt modelId="{8DCF16F7-C9DD-5043-A15C-BDAAB901E8BD}" type="pres">
      <dgm:prSet presAssocID="{2B74B2B7-A143-E74D-BBFF-0FC64C2E4E31}" presName="node" presStyleLbl="node1" presStyleIdx="1" presStyleCnt="2">
        <dgm:presLayoutVars>
          <dgm:bulletEnabled val="1"/>
        </dgm:presLayoutVars>
      </dgm:prSet>
      <dgm:spPr/>
    </dgm:pt>
  </dgm:ptLst>
  <dgm:cxnLst>
    <dgm:cxn modelId="{1C2A4A10-23FD-734D-94FF-1258C762387B}" srcId="{181B03B4-15B9-7542-B74B-19CAE75C8455}" destId="{2B74B2B7-A143-E74D-BBFF-0FC64C2E4E31}" srcOrd="1" destOrd="0" parTransId="{384C029A-9E58-6B49-B3EE-743A0A2C3285}" sibTransId="{374DC5E9-2930-9345-BC4D-8C50767F121F}"/>
    <dgm:cxn modelId="{9AD24230-5C55-A743-B4C3-4A565D5FB349}" type="presOf" srcId="{2B74B2B7-A143-E74D-BBFF-0FC64C2E4E31}" destId="{8DCF16F7-C9DD-5043-A15C-BDAAB901E8BD}" srcOrd="0" destOrd="0" presId="urn:microsoft.com/office/officeart/2005/8/layout/default"/>
    <dgm:cxn modelId="{6F512368-E94C-7944-986E-4BA18634F82E}" type="presOf" srcId="{873F5D71-A9FC-3540-9623-7466C8E356F9}" destId="{7308791A-3543-7E48-95A1-5ADE22B6358C}" srcOrd="0" destOrd="0" presId="urn:microsoft.com/office/officeart/2005/8/layout/default"/>
    <dgm:cxn modelId="{C164D3CD-AA29-5844-95D8-DCE1FDC1ED2F}" srcId="{181B03B4-15B9-7542-B74B-19CAE75C8455}" destId="{873F5D71-A9FC-3540-9623-7466C8E356F9}" srcOrd="0" destOrd="0" parTransId="{E8EA2DC3-C544-524D-872F-B387C4066058}" sibTransId="{901746A1-050C-0846-9651-70E448A31A87}"/>
    <dgm:cxn modelId="{CF6234F6-F397-8445-9EF5-9EEA47FE9059}" type="presOf" srcId="{181B03B4-15B9-7542-B74B-19CAE75C8455}" destId="{72B8F5C2-DE1D-0F4D-A647-1AFA3D3E10A3}" srcOrd="0" destOrd="0" presId="urn:microsoft.com/office/officeart/2005/8/layout/default"/>
    <dgm:cxn modelId="{69243C9C-8FCF-444A-ACDE-EFBB5B285B25}" type="presParOf" srcId="{72B8F5C2-DE1D-0F4D-A647-1AFA3D3E10A3}" destId="{7308791A-3543-7E48-95A1-5ADE22B6358C}" srcOrd="0" destOrd="0" presId="urn:microsoft.com/office/officeart/2005/8/layout/default"/>
    <dgm:cxn modelId="{9BDFBA96-6C7A-5B48-AE4E-CEB373EE3F53}" type="presParOf" srcId="{72B8F5C2-DE1D-0F4D-A647-1AFA3D3E10A3}" destId="{A8D14890-B429-5946-BE5C-A18306B2FFCE}" srcOrd="1" destOrd="0" presId="urn:microsoft.com/office/officeart/2005/8/layout/default"/>
    <dgm:cxn modelId="{24773B22-CA0C-E54F-8E4E-2B07C1073A7D}" type="presParOf" srcId="{72B8F5C2-DE1D-0F4D-A647-1AFA3D3E10A3}" destId="{8DCF16F7-C9DD-5043-A15C-BDAAB901E8BD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2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FF48F0C-0709-BA45-91DF-8E6112809CF6}" type="doc">
      <dgm:prSet loTypeId="urn:microsoft.com/office/officeart/2005/8/layout/default" loCatId="list" qsTypeId="urn:microsoft.com/office/officeart/2005/8/quickstyle/simple3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D4138C5-BB63-0B4E-A29E-1720E4A8DE23}">
      <dgm:prSet/>
      <dgm:spPr/>
      <dgm:t>
        <a:bodyPr/>
        <a:lstStyle/>
        <a:p>
          <a:r>
            <a:rPr lang="en-GB" dirty="0"/>
            <a:t>Senior Leaders </a:t>
          </a:r>
          <a:endParaRPr lang="en-US" dirty="0"/>
        </a:p>
      </dgm:t>
    </dgm:pt>
    <dgm:pt modelId="{38B58422-AED2-124C-A70B-6D6A52E49F58}" type="parTrans" cxnId="{C3704F31-041E-0043-AAE3-EDC80CB46366}">
      <dgm:prSet/>
      <dgm:spPr/>
      <dgm:t>
        <a:bodyPr/>
        <a:lstStyle/>
        <a:p>
          <a:endParaRPr lang="en-US"/>
        </a:p>
      </dgm:t>
    </dgm:pt>
    <dgm:pt modelId="{37A85E6D-C143-2743-ADC9-689677627D01}" type="sibTrans" cxnId="{C3704F31-041E-0043-AAE3-EDC80CB46366}">
      <dgm:prSet/>
      <dgm:spPr/>
      <dgm:t>
        <a:bodyPr/>
        <a:lstStyle/>
        <a:p>
          <a:endParaRPr lang="en-US"/>
        </a:p>
      </dgm:t>
    </dgm:pt>
    <dgm:pt modelId="{37DD2BA5-5D38-7541-9252-4EE13CC22F98}" type="pres">
      <dgm:prSet presAssocID="{DFF48F0C-0709-BA45-91DF-8E6112809CF6}" presName="diagram" presStyleCnt="0">
        <dgm:presLayoutVars>
          <dgm:dir/>
          <dgm:resizeHandles val="exact"/>
        </dgm:presLayoutVars>
      </dgm:prSet>
      <dgm:spPr/>
    </dgm:pt>
    <dgm:pt modelId="{BCE142FF-588D-B94E-AAFF-DF77F9901D0B}" type="pres">
      <dgm:prSet presAssocID="{FD4138C5-BB63-0B4E-A29E-1720E4A8DE23}" presName="node" presStyleLbl="node1" presStyleIdx="0" presStyleCnt="1" custLinFactNeighborX="2072">
        <dgm:presLayoutVars>
          <dgm:bulletEnabled val="1"/>
        </dgm:presLayoutVars>
      </dgm:prSet>
      <dgm:spPr/>
    </dgm:pt>
  </dgm:ptLst>
  <dgm:cxnLst>
    <dgm:cxn modelId="{C3704F31-041E-0043-AAE3-EDC80CB46366}" srcId="{DFF48F0C-0709-BA45-91DF-8E6112809CF6}" destId="{FD4138C5-BB63-0B4E-A29E-1720E4A8DE23}" srcOrd="0" destOrd="0" parTransId="{38B58422-AED2-124C-A70B-6D6A52E49F58}" sibTransId="{37A85E6D-C143-2743-ADC9-689677627D01}"/>
    <dgm:cxn modelId="{0E919679-040A-E642-A7ED-8A2CFC0D83F5}" type="presOf" srcId="{DFF48F0C-0709-BA45-91DF-8E6112809CF6}" destId="{37DD2BA5-5D38-7541-9252-4EE13CC22F98}" srcOrd="0" destOrd="0" presId="urn:microsoft.com/office/officeart/2005/8/layout/default"/>
    <dgm:cxn modelId="{C59FEEFD-6DB4-0747-8C18-E7E62698B79F}" type="presOf" srcId="{FD4138C5-BB63-0B4E-A29E-1720E4A8DE23}" destId="{BCE142FF-588D-B94E-AAFF-DF77F9901D0B}" srcOrd="0" destOrd="0" presId="urn:microsoft.com/office/officeart/2005/8/layout/default"/>
    <dgm:cxn modelId="{19CC1F56-2CAB-BE4B-81CE-B718B6D5E6E3}" type="presParOf" srcId="{37DD2BA5-5D38-7541-9252-4EE13CC22F98}" destId="{BCE142FF-588D-B94E-AAFF-DF77F9901D0B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32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3234933-ECC0-8140-A3B8-0DE116043584}" type="doc">
      <dgm:prSet loTypeId="urn:microsoft.com/office/officeart/2005/8/layout/default" loCatId="list" qsTypeId="urn:microsoft.com/office/officeart/2005/8/quickstyle/simple3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673A15E-5D6F-864D-A7AF-9D71D92B1CBB}">
      <dgm:prSet/>
      <dgm:spPr/>
      <dgm:t>
        <a:bodyPr/>
        <a:lstStyle/>
        <a:p>
          <a:r>
            <a:rPr lang="en-GB"/>
            <a:t>Creative</a:t>
          </a:r>
          <a:endParaRPr lang="en-US"/>
        </a:p>
      </dgm:t>
    </dgm:pt>
    <dgm:pt modelId="{A7A16DEE-0D73-E64D-9561-B55B5C26E3CC}" type="parTrans" cxnId="{D6A89B20-AF75-5941-9B1C-B10D701768D3}">
      <dgm:prSet/>
      <dgm:spPr/>
      <dgm:t>
        <a:bodyPr/>
        <a:lstStyle/>
        <a:p>
          <a:endParaRPr lang="en-US"/>
        </a:p>
      </dgm:t>
    </dgm:pt>
    <dgm:pt modelId="{BBD22ABD-B550-094D-83E0-E22C9443F3FD}" type="sibTrans" cxnId="{D6A89B20-AF75-5941-9B1C-B10D701768D3}">
      <dgm:prSet/>
      <dgm:spPr/>
      <dgm:t>
        <a:bodyPr/>
        <a:lstStyle/>
        <a:p>
          <a:endParaRPr lang="en-US"/>
        </a:p>
      </dgm:t>
    </dgm:pt>
    <dgm:pt modelId="{B5198DC0-7C65-2F40-BE6D-305CD9F90D46}">
      <dgm:prSet/>
      <dgm:spPr/>
      <dgm:t>
        <a:bodyPr/>
        <a:lstStyle/>
        <a:p>
          <a:r>
            <a:rPr lang="en-GB" dirty="0"/>
            <a:t>Agencies</a:t>
          </a:r>
          <a:endParaRPr lang="en-US" dirty="0"/>
        </a:p>
      </dgm:t>
    </dgm:pt>
    <dgm:pt modelId="{A13A3EC2-9EE6-6E4C-BE05-D27F0B3AFF28}" type="parTrans" cxnId="{163552B6-6ACB-CC46-B848-7BACEDEED575}">
      <dgm:prSet/>
      <dgm:spPr/>
      <dgm:t>
        <a:bodyPr/>
        <a:lstStyle/>
        <a:p>
          <a:endParaRPr lang="en-US"/>
        </a:p>
      </dgm:t>
    </dgm:pt>
    <dgm:pt modelId="{DAB70AF3-90D8-3449-8CCD-EBFB06324023}" type="sibTrans" cxnId="{163552B6-6ACB-CC46-B848-7BACEDEED575}">
      <dgm:prSet/>
      <dgm:spPr/>
      <dgm:t>
        <a:bodyPr/>
        <a:lstStyle/>
        <a:p>
          <a:endParaRPr lang="en-US"/>
        </a:p>
      </dgm:t>
    </dgm:pt>
    <dgm:pt modelId="{EDE77B79-24DA-1B46-8E19-8AD62331EFA7}" type="pres">
      <dgm:prSet presAssocID="{F3234933-ECC0-8140-A3B8-0DE116043584}" presName="diagram" presStyleCnt="0">
        <dgm:presLayoutVars>
          <dgm:dir/>
          <dgm:resizeHandles val="exact"/>
        </dgm:presLayoutVars>
      </dgm:prSet>
      <dgm:spPr/>
    </dgm:pt>
    <dgm:pt modelId="{A78ACF98-F007-0842-B398-061D7595D3D3}" type="pres">
      <dgm:prSet presAssocID="{D673A15E-5D6F-864D-A7AF-9D71D92B1CBB}" presName="node" presStyleLbl="node1" presStyleIdx="0" presStyleCnt="2">
        <dgm:presLayoutVars>
          <dgm:bulletEnabled val="1"/>
        </dgm:presLayoutVars>
      </dgm:prSet>
      <dgm:spPr/>
    </dgm:pt>
    <dgm:pt modelId="{B976AB22-DE8A-AB4C-82B3-856A2ECFBCAB}" type="pres">
      <dgm:prSet presAssocID="{BBD22ABD-B550-094D-83E0-E22C9443F3FD}" presName="sibTrans" presStyleCnt="0"/>
      <dgm:spPr/>
    </dgm:pt>
    <dgm:pt modelId="{F2260C01-5D13-C24A-AA20-A3131DCDC477}" type="pres">
      <dgm:prSet presAssocID="{B5198DC0-7C65-2F40-BE6D-305CD9F90D46}" presName="node" presStyleLbl="node1" presStyleIdx="1" presStyleCnt="2">
        <dgm:presLayoutVars>
          <dgm:bulletEnabled val="1"/>
        </dgm:presLayoutVars>
      </dgm:prSet>
      <dgm:spPr/>
    </dgm:pt>
  </dgm:ptLst>
  <dgm:cxnLst>
    <dgm:cxn modelId="{D6A89B20-AF75-5941-9B1C-B10D701768D3}" srcId="{F3234933-ECC0-8140-A3B8-0DE116043584}" destId="{D673A15E-5D6F-864D-A7AF-9D71D92B1CBB}" srcOrd="0" destOrd="0" parTransId="{A7A16DEE-0D73-E64D-9561-B55B5C26E3CC}" sibTransId="{BBD22ABD-B550-094D-83E0-E22C9443F3FD}"/>
    <dgm:cxn modelId="{D1257167-D67E-7F48-AA79-AB189AC25EFE}" type="presOf" srcId="{F3234933-ECC0-8140-A3B8-0DE116043584}" destId="{EDE77B79-24DA-1B46-8E19-8AD62331EFA7}" srcOrd="0" destOrd="0" presId="urn:microsoft.com/office/officeart/2005/8/layout/default"/>
    <dgm:cxn modelId="{A3D8AB7E-9AD4-3345-99E8-6C2B49E6EBB1}" type="presOf" srcId="{D673A15E-5D6F-864D-A7AF-9D71D92B1CBB}" destId="{A78ACF98-F007-0842-B398-061D7595D3D3}" srcOrd="0" destOrd="0" presId="urn:microsoft.com/office/officeart/2005/8/layout/default"/>
    <dgm:cxn modelId="{163552B6-6ACB-CC46-B848-7BACEDEED575}" srcId="{F3234933-ECC0-8140-A3B8-0DE116043584}" destId="{B5198DC0-7C65-2F40-BE6D-305CD9F90D46}" srcOrd="1" destOrd="0" parTransId="{A13A3EC2-9EE6-6E4C-BE05-D27F0B3AFF28}" sibTransId="{DAB70AF3-90D8-3449-8CCD-EBFB06324023}"/>
    <dgm:cxn modelId="{DBEAA9EC-1E16-0240-A23F-AE74EF902788}" type="presOf" srcId="{B5198DC0-7C65-2F40-BE6D-305CD9F90D46}" destId="{F2260C01-5D13-C24A-AA20-A3131DCDC477}" srcOrd="0" destOrd="0" presId="urn:microsoft.com/office/officeart/2005/8/layout/default"/>
    <dgm:cxn modelId="{FD3A1C01-8293-914F-AEC9-CA9631DDE49B}" type="presParOf" srcId="{EDE77B79-24DA-1B46-8E19-8AD62331EFA7}" destId="{A78ACF98-F007-0842-B398-061D7595D3D3}" srcOrd="0" destOrd="0" presId="urn:microsoft.com/office/officeart/2005/8/layout/default"/>
    <dgm:cxn modelId="{8D82FD23-9031-E846-BCF2-CCD49A96530A}" type="presParOf" srcId="{EDE77B79-24DA-1B46-8E19-8AD62331EFA7}" destId="{B976AB22-DE8A-AB4C-82B3-856A2ECFBCAB}" srcOrd="1" destOrd="0" presId="urn:microsoft.com/office/officeart/2005/8/layout/default"/>
    <dgm:cxn modelId="{E953A316-B892-8A45-A4FD-49166E586D89}" type="presParOf" srcId="{EDE77B79-24DA-1B46-8E19-8AD62331EFA7}" destId="{F2260C01-5D13-C24A-AA20-A3131DCDC477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3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3392453-FE40-2B42-A827-3354AB1C17C8}" type="doc">
      <dgm:prSet loTypeId="urn:microsoft.com/office/officeart/2005/8/layout/hProcess3" loCatId="" qsTypeId="urn:microsoft.com/office/officeart/2005/8/quickstyle/simple1" qsCatId="simple" csTypeId="urn:microsoft.com/office/officeart/2005/8/colors/accent1_2" csCatId="accent1" phldr="1"/>
      <dgm:spPr/>
    </dgm:pt>
    <dgm:pt modelId="{FC863AFF-F8BF-3442-9278-6179169E1596}" type="pres">
      <dgm:prSet presAssocID="{43392453-FE40-2B42-A827-3354AB1C17C8}" presName="Name0" presStyleCnt="0">
        <dgm:presLayoutVars>
          <dgm:dir/>
          <dgm:animLvl val="lvl"/>
          <dgm:resizeHandles val="exact"/>
        </dgm:presLayoutVars>
      </dgm:prSet>
      <dgm:spPr/>
    </dgm:pt>
    <dgm:pt modelId="{8AE631AD-9541-D145-975D-D306FD418891}" type="pres">
      <dgm:prSet presAssocID="{43392453-FE40-2B42-A827-3354AB1C17C8}" presName="dummy" presStyleCnt="0"/>
      <dgm:spPr/>
    </dgm:pt>
    <dgm:pt modelId="{791C3680-1C03-9B4A-BC39-0A8FD0477D75}" type="pres">
      <dgm:prSet presAssocID="{43392453-FE40-2B42-A827-3354AB1C17C8}" presName="linH" presStyleCnt="0"/>
      <dgm:spPr/>
    </dgm:pt>
    <dgm:pt modelId="{07C2BA47-F409-2A40-9727-E99B859E2B53}" type="pres">
      <dgm:prSet presAssocID="{43392453-FE40-2B42-A827-3354AB1C17C8}" presName="padding1" presStyleCnt="0"/>
      <dgm:spPr/>
    </dgm:pt>
    <dgm:pt modelId="{74B4268B-D7F2-1649-9C6E-413C500972F5}" type="pres">
      <dgm:prSet presAssocID="{43392453-FE40-2B42-A827-3354AB1C17C8}" presName="padding2" presStyleCnt="0"/>
      <dgm:spPr/>
    </dgm:pt>
    <dgm:pt modelId="{9E754C59-0E31-0746-910F-77042211A449}" type="pres">
      <dgm:prSet presAssocID="{43392453-FE40-2B42-A827-3354AB1C17C8}" presName="negArrow" presStyleCnt="0"/>
      <dgm:spPr/>
    </dgm:pt>
    <dgm:pt modelId="{48C8CADD-C660-AA41-B63F-1E1C578911CE}" type="pres">
      <dgm:prSet presAssocID="{43392453-FE40-2B42-A827-3354AB1C17C8}" presName="backgroundArrow" presStyleLbl="node1" presStyleIdx="0" presStyleCnt="1" custLinFactNeighborX="-1928" custLinFactNeighborY="-20463"/>
      <dgm:spPr/>
    </dgm:pt>
  </dgm:ptLst>
  <dgm:cxnLst>
    <dgm:cxn modelId="{AB75BF38-3966-8643-B1DD-C9CC33F2D7A3}" type="presOf" srcId="{43392453-FE40-2B42-A827-3354AB1C17C8}" destId="{FC863AFF-F8BF-3442-9278-6179169E1596}" srcOrd="0" destOrd="0" presId="urn:microsoft.com/office/officeart/2005/8/layout/hProcess3"/>
    <dgm:cxn modelId="{CC706708-A2F7-C241-9C79-57C6818CB22F}" type="presParOf" srcId="{FC863AFF-F8BF-3442-9278-6179169E1596}" destId="{8AE631AD-9541-D145-975D-D306FD418891}" srcOrd="0" destOrd="0" presId="urn:microsoft.com/office/officeart/2005/8/layout/hProcess3"/>
    <dgm:cxn modelId="{BA5D6470-A4BF-9D46-BE2E-40574ACD24D1}" type="presParOf" srcId="{FC863AFF-F8BF-3442-9278-6179169E1596}" destId="{791C3680-1C03-9B4A-BC39-0A8FD0477D75}" srcOrd="1" destOrd="0" presId="urn:microsoft.com/office/officeart/2005/8/layout/hProcess3"/>
    <dgm:cxn modelId="{43253571-19ED-254A-B7B3-45C957651BF2}" type="presParOf" srcId="{791C3680-1C03-9B4A-BC39-0A8FD0477D75}" destId="{07C2BA47-F409-2A40-9727-E99B859E2B53}" srcOrd="0" destOrd="0" presId="urn:microsoft.com/office/officeart/2005/8/layout/hProcess3"/>
    <dgm:cxn modelId="{1A3C6D96-61D1-B346-ACB3-D45E2052F01D}" type="presParOf" srcId="{791C3680-1C03-9B4A-BC39-0A8FD0477D75}" destId="{74B4268B-D7F2-1649-9C6E-413C500972F5}" srcOrd="1" destOrd="0" presId="urn:microsoft.com/office/officeart/2005/8/layout/hProcess3"/>
    <dgm:cxn modelId="{87B4193E-6A32-F944-97FD-581266379C9A}" type="presParOf" srcId="{791C3680-1C03-9B4A-BC39-0A8FD0477D75}" destId="{9E754C59-0E31-0746-910F-77042211A449}" srcOrd="2" destOrd="0" presId="urn:microsoft.com/office/officeart/2005/8/layout/hProcess3"/>
    <dgm:cxn modelId="{C907D93F-DCCA-7C43-93FC-34CBF5969A1E}" type="presParOf" srcId="{791C3680-1C03-9B4A-BC39-0A8FD0477D75}" destId="{48C8CADD-C660-AA41-B63F-1E1C578911CE}" srcOrd="3" destOrd="0" presId="urn:microsoft.com/office/officeart/2005/8/layout/hProcess3"/>
  </dgm:cxnLst>
  <dgm:bg/>
  <dgm:whole/>
  <dgm:extLst>
    <a:ext uri="http://schemas.microsoft.com/office/drawing/2008/diagram">
      <dsp:dataModelExt xmlns:dsp="http://schemas.microsoft.com/office/drawing/2008/diagram" relId="rId43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43392453-FE40-2B42-A827-3354AB1C17C8}" type="doc">
      <dgm:prSet loTypeId="urn:microsoft.com/office/officeart/2005/8/layout/hProcess3" loCatId="" qsTypeId="urn:microsoft.com/office/officeart/2005/8/quickstyle/simple1" qsCatId="simple" csTypeId="urn:microsoft.com/office/officeart/2005/8/colors/accent1_2" csCatId="accent1" phldr="1"/>
      <dgm:spPr/>
    </dgm:pt>
    <dgm:pt modelId="{FC863AFF-F8BF-3442-9278-6179169E1596}" type="pres">
      <dgm:prSet presAssocID="{43392453-FE40-2B42-A827-3354AB1C17C8}" presName="Name0" presStyleCnt="0">
        <dgm:presLayoutVars>
          <dgm:dir val="rev"/>
          <dgm:animLvl val="lvl"/>
          <dgm:resizeHandles val="exact"/>
        </dgm:presLayoutVars>
      </dgm:prSet>
      <dgm:spPr/>
    </dgm:pt>
    <dgm:pt modelId="{8AE631AD-9541-D145-975D-D306FD418891}" type="pres">
      <dgm:prSet presAssocID="{43392453-FE40-2B42-A827-3354AB1C17C8}" presName="dummy" presStyleCnt="0"/>
      <dgm:spPr/>
    </dgm:pt>
    <dgm:pt modelId="{791C3680-1C03-9B4A-BC39-0A8FD0477D75}" type="pres">
      <dgm:prSet presAssocID="{43392453-FE40-2B42-A827-3354AB1C17C8}" presName="linH" presStyleCnt="0"/>
      <dgm:spPr/>
    </dgm:pt>
    <dgm:pt modelId="{07C2BA47-F409-2A40-9727-E99B859E2B53}" type="pres">
      <dgm:prSet presAssocID="{43392453-FE40-2B42-A827-3354AB1C17C8}" presName="padding1" presStyleCnt="0"/>
      <dgm:spPr/>
    </dgm:pt>
    <dgm:pt modelId="{74B4268B-D7F2-1649-9C6E-413C500972F5}" type="pres">
      <dgm:prSet presAssocID="{43392453-FE40-2B42-A827-3354AB1C17C8}" presName="padding2" presStyleCnt="0"/>
      <dgm:spPr/>
    </dgm:pt>
    <dgm:pt modelId="{9E754C59-0E31-0746-910F-77042211A449}" type="pres">
      <dgm:prSet presAssocID="{43392453-FE40-2B42-A827-3354AB1C17C8}" presName="negArrow" presStyleCnt="0"/>
      <dgm:spPr/>
    </dgm:pt>
    <dgm:pt modelId="{48C8CADD-C660-AA41-B63F-1E1C578911CE}" type="pres">
      <dgm:prSet presAssocID="{43392453-FE40-2B42-A827-3354AB1C17C8}" presName="backgroundArrow" presStyleLbl="node1" presStyleIdx="0" presStyleCnt="1" custAng="1995626" custLinFactNeighborX="13092" custLinFactNeighborY="-3608"/>
      <dgm:spPr/>
    </dgm:pt>
  </dgm:ptLst>
  <dgm:cxnLst>
    <dgm:cxn modelId="{AB75BF38-3966-8643-B1DD-C9CC33F2D7A3}" type="presOf" srcId="{43392453-FE40-2B42-A827-3354AB1C17C8}" destId="{FC863AFF-F8BF-3442-9278-6179169E1596}" srcOrd="0" destOrd="0" presId="urn:microsoft.com/office/officeart/2005/8/layout/hProcess3"/>
    <dgm:cxn modelId="{CC706708-A2F7-C241-9C79-57C6818CB22F}" type="presParOf" srcId="{FC863AFF-F8BF-3442-9278-6179169E1596}" destId="{8AE631AD-9541-D145-975D-D306FD418891}" srcOrd="0" destOrd="0" presId="urn:microsoft.com/office/officeart/2005/8/layout/hProcess3"/>
    <dgm:cxn modelId="{BA5D6470-A4BF-9D46-BE2E-40574ACD24D1}" type="presParOf" srcId="{FC863AFF-F8BF-3442-9278-6179169E1596}" destId="{791C3680-1C03-9B4A-BC39-0A8FD0477D75}" srcOrd="1" destOrd="0" presId="urn:microsoft.com/office/officeart/2005/8/layout/hProcess3"/>
    <dgm:cxn modelId="{43253571-19ED-254A-B7B3-45C957651BF2}" type="presParOf" srcId="{791C3680-1C03-9B4A-BC39-0A8FD0477D75}" destId="{07C2BA47-F409-2A40-9727-E99B859E2B53}" srcOrd="0" destOrd="0" presId="urn:microsoft.com/office/officeart/2005/8/layout/hProcess3"/>
    <dgm:cxn modelId="{1A3C6D96-61D1-B346-ACB3-D45E2052F01D}" type="presParOf" srcId="{791C3680-1C03-9B4A-BC39-0A8FD0477D75}" destId="{74B4268B-D7F2-1649-9C6E-413C500972F5}" srcOrd="1" destOrd="0" presId="urn:microsoft.com/office/officeart/2005/8/layout/hProcess3"/>
    <dgm:cxn modelId="{87B4193E-6A32-F944-97FD-581266379C9A}" type="presParOf" srcId="{791C3680-1C03-9B4A-BC39-0A8FD0477D75}" destId="{9E754C59-0E31-0746-910F-77042211A449}" srcOrd="2" destOrd="0" presId="urn:microsoft.com/office/officeart/2005/8/layout/hProcess3"/>
    <dgm:cxn modelId="{C907D93F-DCCA-7C43-93FC-34CBF5969A1E}" type="presParOf" srcId="{791C3680-1C03-9B4A-BC39-0A8FD0477D75}" destId="{48C8CADD-C660-AA41-B63F-1E1C578911CE}" srcOrd="3" destOrd="0" presId="urn:microsoft.com/office/officeart/2005/8/layout/hProcess3"/>
  </dgm:cxnLst>
  <dgm:bg/>
  <dgm:whole/>
  <dgm:extLst>
    <a:ext uri="http://schemas.microsoft.com/office/drawing/2008/diagram">
      <dsp:dataModelExt xmlns:dsp="http://schemas.microsoft.com/office/drawing/2008/diagram" relId="rId48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43392453-FE40-2B42-A827-3354AB1C17C8}" type="doc">
      <dgm:prSet loTypeId="urn:microsoft.com/office/officeart/2005/8/layout/hProcess3" loCatId="" qsTypeId="urn:microsoft.com/office/officeart/2005/8/quickstyle/simple1" qsCatId="simple" csTypeId="urn:microsoft.com/office/officeart/2005/8/colors/accent1_2" csCatId="accent1" phldr="1"/>
      <dgm:spPr/>
    </dgm:pt>
    <dgm:pt modelId="{FC863AFF-F8BF-3442-9278-6179169E1596}" type="pres">
      <dgm:prSet presAssocID="{43392453-FE40-2B42-A827-3354AB1C17C8}" presName="Name0" presStyleCnt="0">
        <dgm:presLayoutVars>
          <dgm:dir val="rev"/>
          <dgm:animLvl val="lvl"/>
          <dgm:resizeHandles val="exact"/>
        </dgm:presLayoutVars>
      </dgm:prSet>
      <dgm:spPr/>
    </dgm:pt>
    <dgm:pt modelId="{8AE631AD-9541-D145-975D-D306FD418891}" type="pres">
      <dgm:prSet presAssocID="{43392453-FE40-2B42-A827-3354AB1C17C8}" presName="dummy" presStyleCnt="0"/>
      <dgm:spPr/>
    </dgm:pt>
    <dgm:pt modelId="{791C3680-1C03-9B4A-BC39-0A8FD0477D75}" type="pres">
      <dgm:prSet presAssocID="{43392453-FE40-2B42-A827-3354AB1C17C8}" presName="linH" presStyleCnt="0"/>
      <dgm:spPr/>
    </dgm:pt>
    <dgm:pt modelId="{07C2BA47-F409-2A40-9727-E99B859E2B53}" type="pres">
      <dgm:prSet presAssocID="{43392453-FE40-2B42-A827-3354AB1C17C8}" presName="padding1" presStyleCnt="0"/>
      <dgm:spPr/>
    </dgm:pt>
    <dgm:pt modelId="{74B4268B-D7F2-1649-9C6E-413C500972F5}" type="pres">
      <dgm:prSet presAssocID="{43392453-FE40-2B42-A827-3354AB1C17C8}" presName="padding2" presStyleCnt="0"/>
      <dgm:spPr/>
    </dgm:pt>
    <dgm:pt modelId="{9E754C59-0E31-0746-910F-77042211A449}" type="pres">
      <dgm:prSet presAssocID="{43392453-FE40-2B42-A827-3354AB1C17C8}" presName="negArrow" presStyleCnt="0"/>
      <dgm:spPr/>
    </dgm:pt>
    <dgm:pt modelId="{48C8CADD-C660-AA41-B63F-1E1C578911CE}" type="pres">
      <dgm:prSet presAssocID="{43392453-FE40-2B42-A827-3354AB1C17C8}" presName="backgroundArrow" presStyleLbl="node1" presStyleIdx="0" presStyleCnt="1" custLinFactY="199633" custLinFactNeighborX="-4436" custLinFactNeighborY="200000"/>
      <dgm:spPr/>
    </dgm:pt>
  </dgm:ptLst>
  <dgm:cxnLst>
    <dgm:cxn modelId="{AB75BF38-3966-8643-B1DD-C9CC33F2D7A3}" type="presOf" srcId="{43392453-FE40-2B42-A827-3354AB1C17C8}" destId="{FC863AFF-F8BF-3442-9278-6179169E1596}" srcOrd="0" destOrd="0" presId="urn:microsoft.com/office/officeart/2005/8/layout/hProcess3"/>
    <dgm:cxn modelId="{CC706708-A2F7-C241-9C79-57C6818CB22F}" type="presParOf" srcId="{FC863AFF-F8BF-3442-9278-6179169E1596}" destId="{8AE631AD-9541-D145-975D-D306FD418891}" srcOrd="0" destOrd="0" presId="urn:microsoft.com/office/officeart/2005/8/layout/hProcess3"/>
    <dgm:cxn modelId="{BA5D6470-A4BF-9D46-BE2E-40574ACD24D1}" type="presParOf" srcId="{FC863AFF-F8BF-3442-9278-6179169E1596}" destId="{791C3680-1C03-9B4A-BC39-0A8FD0477D75}" srcOrd="1" destOrd="0" presId="urn:microsoft.com/office/officeart/2005/8/layout/hProcess3"/>
    <dgm:cxn modelId="{43253571-19ED-254A-B7B3-45C957651BF2}" type="presParOf" srcId="{791C3680-1C03-9B4A-BC39-0A8FD0477D75}" destId="{07C2BA47-F409-2A40-9727-E99B859E2B53}" srcOrd="0" destOrd="0" presId="urn:microsoft.com/office/officeart/2005/8/layout/hProcess3"/>
    <dgm:cxn modelId="{1A3C6D96-61D1-B346-ACB3-D45E2052F01D}" type="presParOf" srcId="{791C3680-1C03-9B4A-BC39-0A8FD0477D75}" destId="{74B4268B-D7F2-1649-9C6E-413C500972F5}" srcOrd="1" destOrd="0" presId="urn:microsoft.com/office/officeart/2005/8/layout/hProcess3"/>
    <dgm:cxn modelId="{87B4193E-6A32-F944-97FD-581266379C9A}" type="presParOf" srcId="{791C3680-1C03-9B4A-BC39-0A8FD0477D75}" destId="{9E754C59-0E31-0746-910F-77042211A449}" srcOrd="2" destOrd="0" presId="urn:microsoft.com/office/officeart/2005/8/layout/hProcess3"/>
    <dgm:cxn modelId="{C907D93F-DCCA-7C43-93FC-34CBF5969A1E}" type="presParOf" srcId="{791C3680-1C03-9B4A-BC39-0A8FD0477D75}" destId="{48C8CADD-C660-AA41-B63F-1E1C578911CE}" srcOrd="3" destOrd="0" presId="urn:microsoft.com/office/officeart/2005/8/layout/hProcess3"/>
  </dgm:cxnLst>
  <dgm:bg/>
  <dgm:whole/>
  <dgm:extLst>
    <a:ext uri="http://schemas.microsoft.com/office/drawing/2008/diagram">
      <dsp:dataModelExt xmlns:dsp="http://schemas.microsoft.com/office/drawing/2008/diagram" relId="rId5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8F783F-102E-B94B-A643-BCFACCEBAB9E}">
      <dsp:nvSpPr>
        <dsp:cNvPr id="0" name=""/>
        <dsp:cNvSpPr/>
      </dsp:nvSpPr>
      <dsp:spPr>
        <a:xfrm>
          <a:off x="5011247" y="193"/>
          <a:ext cx="1616898" cy="97013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Who’s Involved?</a:t>
          </a:r>
          <a:endParaRPr lang="en-US" sz="2700" kern="1200"/>
        </a:p>
      </dsp:txBody>
      <dsp:txXfrm>
        <a:off x="5011247" y="193"/>
        <a:ext cx="1616898" cy="9701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6F0A53-6255-A944-AFC5-509DD6D533A9}">
      <dsp:nvSpPr>
        <dsp:cNvPr id="0" name=""/>
        <dsp:cNvSpPr/>
      </dsp:nvSpPr>
      <dsp:spPr>
        <a:xfrm>
          <a:off x="228652" y="39"/>
          <a:ext cx="839869" cy="50392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 baseline="0" dirty="0"/>
            <a:t>YOU</a:t>
          </a:r>
          <a:endParaRPr lang="en-US" sz="2300" kern="1200" dirty="0"/>
        </a:p>
      </dsp:txBody>
      <dsp:txXfrm>
        <a:off x="228652" y="39"/>
        <a:ext cx="839869" cy="50392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BD21EF-2650-1643-9569-46D2D2C2B7D4}">
      <dsp:nvSpPr>
        <dsp:cNvPr id="0" name=""/>
        <dsp:cNvSpPr/>
      </dsp:nvSpPr>
      <dsp:spPr>
        <a:xfrm>
          <a:off x="300" y="36616"/>
          <a:ext cx="1172629" cy="703577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Content </a:t>
          </a:r>
          <a:endParaRPr lang="en-US" sz="1800" kern="1200"/>
        </a:p>
      </dsp:txBody>
      <dsp:txXfrm>
        <a:off x="300" y="36616"/>
        <a:ext cx="1172629" cy="703577"/>
      </dsp:txXfrm>
    </dsp:sp>
    <dsp:sp modelId="{563AF7D8-A985-8948-913F-AACCD4EF6E8F}">
      <dsp:nvSpPr>
        <dsp:cNvPr id="0" name=""/>
        <dsp:cNvSpPr/>
      </dsp:nvSpPr>
      <dsp:spPr>
        <a:xfrm>
          <a:off x="1290192" y="36616"/>
          <a:ext cx="1172629" cy="703577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Consumers</a:t>
          </a:r>
          <a:endParaRPr lang="en-US" sz="1800" kern="1200"/>
        </a:p>
      </dsp:txBody>
      <dsp:txXfrm>
        <a:off x="1290192" y="36616"/>
        <a:ext cx="1172629" cy="70357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34D520-36AB-F34F-A727-E16617EA696B}">
      <dsp:nvSpPr>
        <dsp:cNvPr id="0" name=""/>
        <dsp:cNvSpPr/>
      </dsp:nvSpPr>
      <dsp:spPr>
        <a:xfrm>
          <a:off x="0" y="217"/>
          <a:ext cx="1610865" cy="96651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IT and the Implementation Team</a:t>
          </a:r>
          <a:endParaRPr lang="en-US" sz="1700" kern="1200" dirty="0"/>
        </a:p>
      </dsp:txBody>
      <dsp:txXfrm>
        <a:off x="0" y="217"/>
        <a:ext cx="1610865" cy="96651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08791A-3543-7E48-95A1-5ADE22B6358C}">
      <dsp:nvSpPr>
        <dsp:cNvPr id="0" name=""/>
        <dsp:cNvSpPr/>
      </dsp:nvSpPr>
      <dsp:spPr>
        <a:xfrm>
          <a:off x="651851" y="636"/>
          <a:ext cx="1366281" cy="819768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Current Users of Zinc MAPS</a:t>
          </a:r>
          <a:endParaRPr lang="en-US" sz="1600" kern="1200" dirty="0"/>
        </a:p>
      </dsp:txBody>
      <dsp:txXfrm>
        <a:off x="651851" y="636"/>
        <a:ext cx="1366281" cy="819768"/>
      </dsp:txXfrm>
    </dsp:sp>
    <dsp:sp modelId="{8DCF16F7-C9DD-5043-A15C-BDAAB901E8BD}">
      <dsp:nvSpPr>
        <dsp:cNvPr id="0" name=""/>
        <dsp:cNvSpPr/>
      </dsp:nvSpPr>
      <dsp:spPr>
        <a:xfrm>
          <a:off x="651851" y="957033"/>
          <a:ext cx="1366281" cy="819768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(Originators and Reviewers)</a:t>
          </a:r>
          <a:endParaRPr lang="en-US" sz="1600" kern="1200" dirty="0"/>
        </a:p>
      </dsp:txBody>
      <dsp:txXfrm>
        <a:off x="651851" y="957033"/>
        <a:ext cx="1366281" cy="81976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E142FF-588D-B94E-AAFF-DF77F9901D0B}">
      <dsp:nvSpPr>
        <dsp:cNvPr id="0" name=""/>
        <dsp:cNvSpPr/>
      </dsp:nvSpPr>
      <dsp:spPr>
        <a:xfrm>
          <a:off x="159270" y="117"/>
          <a:ext cx="1209353" cy="725612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Senior Leaders </a:t>
          </a:r>
          <a:endParaRPr lang="en-US" sz="2000" kern="1200" dirty="0"/>
        </a:p>
      </dsp:txBody>
      <dsp:txXfrm>
        <a:off x="159270" y="117"/>
        <a:ext cx="1209353" cy="72561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8ACF98-F007-0842-B398-061D7595D3D3}">
      <dsp:nvSpPr>
        <dsp:cNvPr id="0" name=""/>
        <dsp:cNvSpPr/>
      </dsp:nvSpPr>
      <dsp:spPr>
        <a:xfrm>
          <a:off x="280" y="234578"/>
          <a:ext cx="1095340" cy="6572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Creative</a:t>
          </a:r>
          <a:endParaRPr lang="en-US" sz="2000" kern="1200"/>
        </a:p>
      </dsp:txBody>
      <dsp:txXfrm>
        <a:off x="280" y="234578"/>
        <a:ext cx="1095340" cy="657204"/>
      </dsp:txXfrm>
    </dsp:sp>
    <dsp:sp modelId="{F2260C01-5D13-C24A-AA20-A3131DCDC477}">
      <dsp:nvSpPr>
        <dsp:cNvPr id="0" name=""/>
        <dsp:cNvSpPr/>
      </dsp:nvSpPr>
      <dsp:spPr>
        <a:xfrm>
          <a:off x="1205155" y="234578"/>
          <a:ext cx="1095340" cy="6572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Agencies</a:t>
          </a:r>
          <a:endParaRPr lang="en-US" sz="2000" kern="1200" dirty="0"/>
        </a:p>
      </dsp:txBody>
      <dsp:txXfrm>
        <a:off x="1205155" y="234578"/>
        <a:ext cx="1095340" cy="65720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8CADD-C660-AA41-B63F-1E1C578911CE}">
      <dsp:nvSpPr>
        <dsp:cNvPr id="0" name=""/>
        <dsp:cNvSpPr/>
      </dsp:nvSpPr>
      <dsp:spPr>
        <a:xfrm>
          <a:off x="0" y="0"/>
          <a:ext cx="1961884" cy="347132"/>
        </a:xfrm>
        <a:prstGeom prst="rightArrow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8CADD-C660-AA41-B63F-1E1C578911CE}">
      <dsp:nvSpPr>
        <dsp:cNvPr id="0" name=""/>
        <dsp:cNvSpPr/>
      </dsp:nvSpPr>
      <dsp:spPr>
        <a:xfrm rot="1995626">
          <a:off x="257801" y="0"/>
          <a:ext cx="1961884" cy="347132"/>
        </a:xfrm>
        <a:prstGeom prst="leftArrow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8CADD-C660-AA41-B63F-1E1C578911CE}">
      <dsp:nvSpPr>
        <dsp:cNvPr id="0" name=""/>
        <dsp:cNvSpPr/>
      </dsp:nvSpPr>
      <dsp:spPr>
        <a:xfrm>
          <a:off x="0" y="0"/>
          <a:ext cx="1888193" cy="347132"/>
        </a:xfrm>
        <a:prstGeom prst="leftArrow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Process3">
  <dgm:title val=""/>
  <dgm:desc val=""/>
  <dgm:catLst>
    <dgm:cat type="process" pri="6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 chOrder="t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dummy" refType="w"/>
      <dgm:constr type="h" for="ch" forName="dummy" refType="h"/>
      <dgm:constr type="h" for="ch" forName="dummy" refType="w" refFor="ch" refForName="dummy" op="lte" fact="0.4"/>
      <dgm:constr type="ctrX" for="ch" forName="dummy" refType="w" fact="0.5"/>
      <dgm:constr type="ctrY" for="ch" forName="dummy" refType="h" fact="0.5"/>
      <dgm:constr type="w" for="ch" forName="linH" refType="w"/>
      <dgm:constr type="h" for="ch" forName="linH" refType="h"/>
      <dgm:constr type="ctrX" for="ch" forName="linH" refType="w" fact="0.5"/>
      <dgm:constr type="ctrY" for="ch" forName="linH" refType="h" fact="0.5"/>
      <dgm:constr type="userP" for="ch" forName="linH" refType="h" refFor="ch" refForName="dummy" fact="0.25"/>
      <dgm:constr type="userT" for="des" forName="parTx" refType="w" refFor="ch" refForName="dummy" fact="0.2"/>
    </dgm:constrLst>
    <dgm:ruleLst/>
    <dgm:layoutNode name="dummy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linH">
      <dgm:choose name="Name1">
        <dgm:if name="Name2" func="var" arg="dir" op="equ" val="norm">
          <dgm:alg type="lin">
            <dgm:param type="linDir" val="fromL"/>
            <dgm:param type="nodeVertAlign" val="t"/>
          </dgm:alg>
        </dgm:if>
        <dgm:else name="Name3">
          <dgm:alg type="lin">
            <dgm:param type="linDir" val="fromR"/>
            <dgm:param type="nodeVertAlign" val="t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primFontSz" for="des" forName="parTx" val="65"/>
        <dgm:constr type="primFontSz" for="des" forName="desTx" refType="primFontSz" refFor="des" refForName="parTx" op="equ"/>
        <dgm:constr type="h" for="des" forName="parTx" refType="primFontSz" refFor="des" refForName="parTx"/>
        <dgm:constr type="h" for="des" forName="desTx" refType="primFontSz" refFor="des" refForName="parTx" fact="0.5"/>
        <dgm:constr type="h" for="des" forName="parTx" op="equ"/>
        <dgm:constr type="h" for="des" forName="desTx" op="equ"/>
        <dgm:constr type="h" for="ch" forName="backgroundArrow" refType="primFontSz" refFor="des" refForName="parTx" fact="2"/>
        <dgm:constr type="h" for="ch" forName="backgroundArrow" refType="h" refFor="des" refForName="parTx" op="lte" fact="2"/>
        <dgm:constr type="h" for="ch" forName="backgroundArrow" refType="h" refFor="des" refForName="parTx" op="gte" fact="2"/>
        <dgm:constr type="h" for="des" forName="spVertical1" refType="primFontSz" refFor="des" refForName="parTx" fact="0.5"/>
        <dgm:constr type="h" for="des" forName="spVertical1" refType="h" refFor="des" refForName="parTx" op="lte" fact="0.5"/>
        <dgm:constr type="h" for="des" forName="spVertical1" refType="h" refFor="des" refForName="parTx" op="gte" fact="0.5"/>
        <dgm:constr type="h" for="des" forName="spVertical2" refType="primFontSz" refFor="des" refForName="parTx" fact="0.5"/>
        <dgm:constr type="h" for="des" forName="spVertical2" refType="h" refFor="des" refForName="parTx" op="lte" fact="0.5"/>
        <dgm:constr type="h" for="des" forName="spVertical2" refType="h" refFor="des" refForName="parTx" op="gte" fact="0.5"/>
        <dgm:constr type="h" for="des" forName="spVertical3" refType="primFontSz" refFor="des" refForName="parTx" fact="-0.4"/>
        <dgm:constr type="h" for="des" forName="spVertical3" refType="h" refFor="des" refForName="parTx" op="lte" fact="-0.4"/>
        <dgm:constr type="h" for="des" forName="spVertical3" refType="h" refFor="des" refForName="parTx" op="gte" fact="-0.4"/>
        <dgm:constr type="w" for="ch" forName="backgroundArrow" refType="w"/>
        <dgm:constr type="w" for="ch" forName="negArrow" refType="w" fact="-1"/>
        <dgm:constr type="w" for="ch" forName="linV" refType="w"/>
        <dgm:constr type="w" for="ch" forName="space" refType="w" refFor="ch" refForName="linV" fact="0.2"/>
        <dgm:constr type="w" for="ch" forName="padding1" refType="w" fact="0.08"/>
        <dgm:constr type="userP"/>
        <dgm:constr type="w" for="ch" forName="padding2" refType="userP"/>
      </dgm:constrLst>
      <dgm:ruleLst>
        <dgm:rule type="w" for="ch" forName="linV" val="0" fact="NaN" max="NaN"/>
        <dgm:rule type="primFontSz" for="des" forName="parTx" val="5" fact="NaN" max="NaN"/>
      </dgm:ruleLst>
      <dgm:layoutNode name="padding1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forEach name="Name4" axis="ch" ptType="node">
        <dgm:layoutNode name="linV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spVertical1" refType="w"/>
            <dgm:constr type="w" for="ch" forName="parTx" refType="w"/>
            <dgm:constr type="w" for="ch" forName="spVertical2" refType="w"/>
            <dgm:constr type="w" for="ch" forName="spVertical3" refType="w"/>
            <dgm:constr type="w" for="ch" forName="desTx" refType="w"/>
          </dgm:constrLst>
          <dgm:ruleLst/>
          <dgm:layoutNode name="spVertical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parTx" styleLbl="revTx">
            <dgm:varLst>
              <dgm:chMax val="0"/>
              <dgm:chPref val="0"/>
              <dgm:bulletEnabled val="1"/>
            </dgm:varLst>
            <dgm:choose name="Name5">
              <dgm:if name="Name6" axis="root des" ptType="all node" func="maxDepth" op="gt" val="1">
                <dgm:alg type="tx">
                  <dgm:param type="parTxLTRAlign" val="l"/>
                  <dgm:param type="parTxRTLAlign" val="r"/>
                </dgm:alg>
              </dgm:if>
              <dgm:else name="Name7">
                <dgm:alg type="tx">
                  <dgm:param type="parTxLTRAlign" val="ctr"/>
                  <dgm:param type="parTxRTLAlign" val="ct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hoose name="Name8">
              <dgm:if name="Name9" func="var" arg="dir" op="equ" val="norm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if>
              <dgm:else name="Name10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else>
            </dgm:choose>
            <dgm:ruleLst>
              <dgm:rule type="h" val="INF" fact="NaN" max="NaN"/>
            </dgm:ruleLst>
          </dgm:layoutNode>
          <dgm:layoutNode name="spVertical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pVertical3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choose name="Name11">
            <dgm:if name="Name12" axis="ch" ptType="node" func="cnt" op="gte" val="1">
              <dgm:layoutNode name="desTx" styleLbl="revTx">
                <dgm:varLst>
                  <dgm:bulletEnabled val="1"/>
                </dgm:varLst>
                <dgm:alg type="tx">
                  <dgm:param type="stBulletLvl" val="1"/>
                </dgm:alg>
                <dgm:shape xmlns:r="http://schemas.openxmlformats.org/officeDocument/2006/relationships" type="rect" r:blip="">
                  <dgm:adjLst/>
                </dgm:shape>
                <dgm:presOf axis="des" ptType="node"/>
                <dgm:constrLst>
                  <dgm:constr type="tMarg"/>
                  <dgm:constr type="bMarg"/>
                  <dgm:constr type="rMarg"/>
                  <dgm:constr type="lMarg"/>
                </dgm:constrLst>
                <dgm:ruleLst>
                  <dgm:rule type="h" val="INF" fact="NaN" max="NaN"/>
                </dgm:ruleLst>
              </dgm:layoutNode>
            </dgm:if>
            <dgm:else name="Name13"/>
          </dgm:choose>
        </dgm:layoutNod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  <dgm:layoutNode name="padding2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negArrow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backgroundArrow" styleLbl="node1">
        <dgm:alg type="sp"/>
        <dgm:choose name="Name15">
          <dgm:if name="Name16" func="var" arg="dir" op="equ" val="norm">
            <dgm:shape xmlns:r="http://schemas.openxmlformats.org/officeDocument/2006/relationships" type="rightArrow" r:blip="">
              <dgm:adjLst/>
            </dgm:shape>
          </dgm:if>
          <dgm:else name="Name17">
            <dgm:shape xmlns:r="http://schemas.openxmlformats.org/officeDocument/2006/relationships" type="leftArrow" r:blip="">
              <dgm:adjLst/>
            </dgm:shape>
          </dgm:else>
        </dgm:choose>
        <dgm:presOf/>
        <dgm:constrLst/>
        <dgm:ruleLst/>
      </dgm:layoutNode>
    </dgm:layoutNod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Process3">
  <dgm:title val=""/>
  <dgm:desc val=""/>
  <dgm:catLst>
    <dgm:cat type="process" pri="6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 chOrder="t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dummy" refType="w"/>
      <dgm:constr type="h" for="ch" forName="dummy" refType="h"/>
      <dgm:constr type="h" for="ch" forName="dummy" refType="w" refFor="ch" refForName="dummy" op="lte" fact="0.4"/>
      <dgm:constr type="ctrX" for="ch" forName="dummy" refType="w" fact="0.5"/>
      <dgm:constr type="ctrY" for="ch" forName="dummy" refType="h" fact="0.5"/>
      <dgm:constr type="w" for="ch" forName="linH" refType="w"/>
      <dgm:constr type="h" for="ch" forName="linH" refType="h"/>
      <dgm:constr type="ctrX" for="ch" forName="linH" refType="w" fact="0.5"/>
      <dgm:constr type="ctrY" for="ch" forName="linH" refType="h" fact="0.5"/>
      <dgm:constr type="userP" for="ch" forName="linH" refType="h" refFor="ch" refForName="dummy" fact="0.25"/>
      <dgm:constr type="userT" for="des" forName="parTx" refType="w" refFor="ch" refForName="dummy" fact="0.2"/>
    </dgm:constrLst>
    <dgm:ruleLst/>
    <dgm:layoutNode name="dummy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linH">
      <dgm:choose name="Name1">
        <dgm:if name="Name2" func="var" arg="dir" op="equ" val="norm">
          <dgm:alg type="lin">
            <dgm:param type="linDir" val="fromL"/>
            <dgm:param type="nodeVertAlign" val="t"/>
          </dgm:alg>
        </dgm:if>
        <dgm:else name="Name3">
          <dgm:alg type="lin">
            <dgm:param type="linDir" val="fromR"/>
            <dgm:param type="nodeVertAlign" val="t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primFontSz" for="des" forName="parTx" val="65"/>
        <dgm:constr type="primFontSz" for="des" forName="desTx" refType="primFontSz" refFor="des" refForName="parTx" op="equ"/>
        <dgm:constr type="h" for="des" forName="parTx" refType="primFontSz" refFor="des" refForName="parTx"/>
        <dgm:constr type="h" for="des" forName="desTx" refType="primFontSz" refFor="des" refForName="parTx" fact="0.5"/>
        <dgm:constr type="h" for="des" forName="parTx" op="equ"/>
        <dgm:constr type="h" for="des" forName="desTx" op="equ"/>
        <dgm:constr type="h" for="ch" forName="backgroundArrow" refType="primFontSz" refFor="des" refForName="parTx" fact="2"/>
        <dgm:constr type="h" for="ch" forName="backgroundArrow" refType="h" refFor="des" refForName="parTx" op="lte" fact="2"/>
        <dgm:constr type="h" for="ch" forName="backgroundArrow" refType="h" refFor="des" refForName="parTx" op="gte" fact="2"/>
        <dgm:constr type="h" for="des" forName="spVertical1" refType="primFontSz" refFor="des" refForName="parTx" fact="0.5"/>
        <dgm:constr type="h" for="des" forName="spVertical1" refType="h" refFor="des" refForName="parTx" op="lte" fact="0.5"/>
        <dgm:constr type="h" for="des" forName="spVertical1" refType="h" refFor="des" refForName="parTx" op="gte" fact="0.5"/>
        <dgm:constr type="h" for="des" forName="spVertical2" refType="primFontSz" refFor="des" refForName="parTx" fact="0.5"/>
        <dgm:constr type="h" for="des" forName="spVertical2" refType="h" refFor="des" refForName="parTx" op="lte" fact="0.5"/>
        <dgm:constr type="h" for="des" forName="spVertical2" refType="h" refFor="des" refForName="parTx" op="gte" fact="0.5"/>
        <dgm:constr type="h" for="des" forName="spVertical3" refType="primFontSz" refFor="des" refForName="parTx" fact="-0.4"/>
        <dgm:constr type="h" for="des" forName="spVertical3" refType="h" refFor="des" refForName="parTx" op="lte" fact="-0.4"/>
        <dgm:constr type="h" for="des" forName="spVertical3" refType="h" refFor="des" refForName="parTx" op="gte" fact="-0.4"/>
        <dgm:constr type="w" for="ch" forName="backgroundArrow" refType="w"/>
        <dgm:constr type="w" for="ch" forName="negArrow" refType="w" fact="-1"/>
        <dgm:constr type="w" for="ch" forName="linV" refType="w"/>
        <dgm:constr type="w" for="ch" forName="space" refType="w" refFor="ch" refForName="linV" fact="0.2"/>
        <dgm:constr type="w" for="ch" forName="padding1" refType="w" fact="0.08"/>
        <dgm:constr type="userP"/>
        <dgm:constr type="w" for="ch" forName="padding2" refType="userP"/>
      </dgm:constrLst>
      <dgm:ruleLst>
        <dgm:rule type="w" for="ch" forName="linV" val="0" fact="NaN" max="NaN"/>
        <dgm:rule type="primFontSz" for="des" forName="parTx" val="5" fact="NaN" max="NaN"/>
      </dgm:ruleLst>
      <dgm:layoutNode name="padding1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forEach name="Name4" axis="ch" ptType="node">
        <dgm:layoutNode name="linV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spVertical1" refType="w"/>
            <dgm:constr type="w" for="ch" forName="parTx" refType="w"/>
            <dgm:constr type="w" for="ch" forName="spVertical2" refType="w"/>
            <dgm:constr type="w" for="ch" forName="spVertical3" refType="w"/>
            <dgm:constr type="w" for="ch" forName="desTx" refType="w"/>
          </dgm:constrLst>
          <dgm:ruleLst/>
          <dgm:layoutNode name="spVertical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parTx" styleLbl="revTx">
            <dgm:varLst>
              <dgm:chMax val="0"/>
              <dgm:chPref val="0"/>
              <dgm:bulletEnabled val="1"/>
            </dgm:varLst>
            <dgm:choose name="Name5">
              <dgm:if name="Name6" axis="root des" ptType="all node" func="maxDepth" op="gt" val="1">
                <dgm:alg type="tx">
                  <dgm:param type="parTxLTRAlign" val="l"/>
                  <dgm:param type="parTxRTLAlign" val="r"/>
                </dgm:alg>
              </dgm:if>
              <dgm:else name="Name7">
                <dgm:alg type="tx">
                  <dgm:param type="parTxLTRAlign" val="ctr"/>
                  <dgm:param type="parTxRTLAlign" val="ct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hoose name="Name8">
              <dgm:if name="Name9" func="var" arg="dir" op="equ" val="norm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if>
              <dgm:else name="Name10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else>
            </dgm:choose>
            <dgm:ruleLst>
              <dgm:rule type="h" val="INF" fact="NaN" max="NaN"/>
            </dgm:ruleLst>
          </dgm:layoutNode>
          <dgm:layoutNode name="spVertical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pVertical3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choose name="Name11">
            <dgm:if name="Name12" axis="ch" ptType="node" func="cnt" op="gte" val="1">
              <dgm:layoutNode name="desTx" styleLbl="revTx">
                <dgm:varLst>
                  <dgm:bulletEnabled val="1"/>
                </dgm:varLst>
                <dgm:alg type="tx">
                  <dgm:param type="stBulletLvl" val="1"/>
                </dgm:alg>
                <dgm:shape xmlns:r="http://schemas.openxmlformats.org/officeDocument/2006/relationships" type="rect" r:blip="">
                  <dgm:adjLst/>
                </dgm:shape>
                <dgm:presOf axis="des" ptType="node"/>
                <dgm:constrLst>
                  <dgm:constr type="tMarg"/>
                  <dgm:constr type="bMarg"/>
                  <dgm:constr type="rMarg"/>
                  <dgm:constr type="lMarg"/>
                </dgm:constrLst>
                <dgm:ruleLst>
                  <dgm:rule type="h" val="INF" fact="NaN" max="NaN"/>
                </dgm:ruleLst>
              </dgm:layoutNode>
            </dgm:if>
            <dgm:else name="Name13"/>
          </dgm:choose>
        </dgm:layoutNod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  <dgm:layoutNode name="padding2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negArrow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backgroundArrow" styleLbl="node1">
        <dgm:alg type="sp"/>
        <dgm:choose name="Name15">
          <dgm:if name="Name16" func="var" arg="dir" op="equ" val="norm">
            <dgm:shape xmlns:r="http://schemas.openxmlformats.org/officeDocument/2006/relationships" type="rightArrow" r:blip="">
              <dgm:adjLst/>
            </dgm:shape>
          </dgm:if>
          <dgm:else name="Name17">
            <dgm:shape xmlns:r="http://schemas.openxmlformats.org/officeDocument/2006/relationships" type="leftArrow" r:blip="">
              <dgm:adjLst/>
            </dgm:shape>
          </dgm:else>
        </dgm:choose>
        <dgm:presOf/>
        <dgm:constrLst/>
        <dgm:ruleLst/>
      </dgm:layoutNode>
    </dgm:layoutNod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Process3">
  <dgm:title val=""/>
  <dgm:desc val=""/>
  <dgm:catLst>
    <dgm:cat type="process" pri="6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 chOrder="t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dummy" refType="w"/>
      <dgm:constr type="h" for="ch" forName="dummy" refType="h"/>
      <dgm:constr type="h" for="ch" forName="dummy" refType="w" refFor="ch" refForName="dummy" op="lte" fact="0.4"/>
      <dgm:constr type="ctrX" for="ch" forName="dummy" refType="w" fact="0.5"/>
      <dgm:constr type="ctrY" for="ch" forName="dummy" refType="h" fact="0.5"/>
      <dgm:constr type="w" for="ch" forName="linH" refType="w"/>
      <dgm:constr type="h" for="ch" forName="linH" refType="h"/>
      <dgm:constr type="ctrX" for="ch" forName="linH" refType="w" fact="0.5"/>
      <dgm:constr type="ctrY" for="ch" forName="linH" refType="h" fact="0.5"/>
      <dgm:constr type="userP" for="ch" forName="linH" refType="h" refFor="ch" refForName="dummy" fact="0.25"/>
      <dgm:constr type="userT" for="des" forName="parTx" refType="w" refFor="ch" refForName="dummy" fact="0.2"/>
    </dgm:constrLst>
    <dgm:ruleLst/>
    <dgm:layoutNode name="dummy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linH">
      <dgm:choose name="Name1">
        <dgm:if name="Name2" func="var" arg="dir" op="equ" val="norm">
          <dgm:alg type="lin">
            <dgm:param type="linDir" val="fromL"/>
            <dgm:param type="nodeVertAlign" val="t"/>
          </dgm:alg>
        </dgm:if>
        <dgm:else name="Name3">
          <dgm:alg type="lin">
            <dgm:param type="linDir" val="fromR"/>
            <dgm:param type="nodeVertAlign" val="t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primFontSz" for="des" forName="parTx" val="65"/>
        <dgm:constr type="primFontSz" for="des" forName="desTx" refType="primFontSz" refFor="des" refForName="parTx" op="equ"/>
        <dgm:constr type="h" for="des" forName="parTx" refType="primFontSz" refFor="des" refForName="parTx"/>
        <dgm:constr type="h" for="des" forName="desTx" refType="primFontSz" refFor="des" refForName="parTx" fact="0.5"/>
        <dgm:constr type="h" for="des" forName="parTx" op="equ"/>
        <dgm:constr type="h" for="des" forName="desTx" op="equ"/>
        <dgm:constr type="h" for="ch" forName="backgroundArrow" refType="primFontSz" refFor="des" refForName="parTx" fact="2"/>
        <dgm:constr type="h" for="ch" forName="backgroundArrow" refType="h" refFor="des" refForName="parTx" op="lte" fact="2"/>
        <dgm:constr type="h" for="ch" forName="backgroundArrow" refType="h" refFor="des" refForName="parTx" op="gte" fact="2"/>
        <dgm:constr type="h" for="des" forName="spVertical1" refType="primFontSz" refFor="des" refForName="parTx" fact="0.5"/>
        <dgm:constr type="h" for="des" forName="spVertical1" refType="h" refFor="des" refForName="parTx" op="lte" fact="0.5"/>
        <dgm:constr type="h" for="des" forName="spVertical1" refType="h" refFor="des" refForName="parTx" op="gte" fact="0.5"/>
        <dgm:constr type="h" for="des" forName="spVertical2" refType="primFontSz" refFor="des" refForName="parTx" fact="0.5"/>
        <dgm:constr type="h" for="des" forName="spVertical2" refType="h" refFor="des" refForName="parTx" op="lte" fact="0.5"/>
        <dgm:constr type="h" for="des" forName="spVertical2" refType="h" refFor="des" refForName="parTx" op="gte" fact="0.5"/>
        <dgm:constr type="h" for="des" forName="spVertical3" refType="primFontSz" refFor="des" refForName="parTx" fact="-0.4"/>
        <dgm:constr type="h" for="des" forName="spVertical3" refType="h" refFor="des" refForName="parTx" op="lte" fact="-0.4"/>
        <dgm:constr type="h" for="des" forName="spVertical3" refType="h" refFor="des" refForName="parTx" op="gte" fact="-0.4"/>
        <dgm:constr type="w" for="ch" forName="backgroundArrow" refType="w"/>
        <dgm:constr type="w" for="ch" forName="negArrow" refType="w" fact="-1"/>
        <dgm:constr type="w" for="ch" forName="linV" refType="w"/>
        <dgm:constr type="w" for="ch" forName="space" refType="w" refFor="ch" refForName="linV" fact="0.2"/>
        <dgm:constr type="w" for="ch" forName="padding1" refType="w" fact="0.08"/>
        <dgm:constr type="userP"/>
        <dgm:constr type="w" for="ch" forName="padding2" refType="userP"/>
      </dgm:constrLst>
      <dgm:ruleLst>
        <dgm:rule type="w" for="ch" forName="linV" val="0" fact="NaN" max="NaN"/>
        <dgm:rule type="primFontSz" for="des" forName="parTx" val="5" fact="NaN" max="NaN"/>
      </dgm:ruleLst>
      <dgm:layoutNode name="padding1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forEach name="Name4" axis="ch" ptType="node">
        <dgm:layoutNode name="linV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spVertical1" refType="w"/>
            <dgm:constr type="w" for="ch" forName="parTx" refType="w"/>
            <dgm:constr type="w" for="ch" forName="spVertical2" refType="w"/>
            <dgm:constr type="w" for="ch" forName="spVertical3" refType="w"/>
            <dgm:constr type="w" for="ch" forName="desTx" refType="w"/>
          </dgm:constrLst>
          <dgm:ruleLst/>
          <dgm:layoutNode name="spVertical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parTx" styleLbl="revTx">
            <dgm:varLst>
              <dgm:chMax val="0"/>
              <dgm:chPref val="0"/>
              <dgm:bulletEnabled val="1"/>
            </dgm:varLst>
            <dgm:choose name="Name5">
              <dgm:if name="Name6" axis="root des" ptType="all node" func="maxDepth" op="gt" val="1">
                <dgm:alg type="tx">
                  <dgm:param type="parTxLTRAlign" val="l"/>
                  <dgm:param type="parTxRTLAlign" val="r"/>
                </dgm:alg>
              </dgm:if>
              <dgm:else name="Name7">
                <dgm:alg type="tx">
                  <dgm:param type="parTxLTRAlign" val="ctr"/>
                  <dgm:param type="parTxRTLAlign" val="ct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hoose name="Name8">
              <dgm:if name="Name9" func="var" arg="dir" op="equ" val="norm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if>
              <dgm:else name="Name10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else>
            </dgm:choose>
            <dgm:ruleLst>
              <dgm:rule type="h" val="INF" fact="NaN" max="NaN"/>
            </dgm:ruleLst>
          </dgm:layoutNode>
          <dgm:layoutNode name="spVertical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pVertical3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choose name="Name11">
            <dgm:if name="Name12" axis="ch" ptType="node" func="cnt" op="gte" val="1">
              <dgm:layoutNode name="desTx" styleLbl="revTx">
                <dgm:varLst>
                  <dgm:bulletEnabled val="1"/>
                </dgm:varLst>
                <dgm:alg type="tx">
                  <dgm:param type="stBulletLvl" val="1"/>
                </dgm:alg>
                <dgm:shape xmlns:r="http://schemas.openxmlformats.org/officeDocument/2006/relationships" type="rect" r:blip="">
                  <dgm:adjLst/>
                </dgm:shape>
                <dgm:presOf axis="des" ptType="node"/>
                <dgm:constrLst>
                  <dgm:constr type="tMarg"/>
                  <dgm:constr type="bMarg"/>
                  <dgm:constr type="rMarg"/>
                  <dgm:constr type="lMarg"/>
                </dgm:constrLst>
                <dgm:ruleLst>
                  <dgm:rule type="h" val="INF" fact="NaN" max="NaN"/>
                </dgm:ruleLst>
              </dgm:layoutNode>
            </dgm:if>
            <dgm:else name="Name13"/>
          </dgm:choose>
        </dgm:layoutNod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  <dgm:layoutNode name="padding2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negArrow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backgroundArrow" styleLbl="node1">
        <dgm:alg type="sp"/>
        <dgm:choose name="Name15">
          <dgm:if name="Name16" func="var" arg="dir" op="equ" val="norm">
            <dgm:shape xmlns:r="http://schemas.openxmlformats.org/officeDocument/2006/relationships" type="rightArrow" r:blip="">
              <dgm:adjLst/>
            </dgm:shape>
          </dgm:if>
          <dgm:else name="Name17">
            <dgm:shape xmlns:r="http://schemas.openxmlformats.org/officeDocument/2006/relationships" type="leftArrow" r:blip="">
              <dgm:adjLst/>
            </dgm:shape>
          </dgm:else>
        </dgm:choose>
        <dgm:presOf/>
        <dgm:constrLst/>
        <dgm:ruleLst/>
      </dgm:layoutNode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029282" cy="35195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265014" y="0"/>
            <a:ext cx="4029282" cy="35195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E83112-4CC5-420B-891E-1A03BDB84B55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658444"/>
            <a:ext cx="4029282" cy="35195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265014" y="6658444"/>
            <a:ext cx="4029282" cy="35195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2995AA-23C2-4D6A-910E-6077D38FE1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2277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28440" cy="351737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65809" y="1"/>
            <a:ext cx="4028440" cy="351737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92BF4895-7314-4F40-8DF5-D49530122100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46350" y="876300"/>
            <a:ext cx="42037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29640" y="3373756"/>
            <a:ext cx="7437120" cy="2760345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58664"/>
            <a:ext cx="4028440" cy="351736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65809" y="6658664"/>
            <a:ext cx="4028440" cy="351736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4FF51DB6-9766-45D9-9D9B-77298589E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873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51DB6-9766-45D9-9D9B-77298589ED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912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eva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13"/>
          <p:cNvGrpSpPr>
            <a:grpSpLocks noChangeAspect="1"/>
          </p:cNvGrpSpPr>
          <p:nvPr userDrawn="1"/>
        </p:nvGrpSpPr>
        <p:grpSpPr bwMode="auto">
          <a:xfrm>
            <a:off x="3703814" y="2867487"/>
            <a:ext cx="4784373" cy="1109709"/>
            <a:chOff x="0" y="1492"/>
            <a:chExt cx="5760" cy="1336"/>
          </a:xfrm>
          <a:solidFill>
            <a:schemeClr val="bg1"/>
          </a:solidFill>
        </p:grpSpPr>
        <p:sp>
          <p:nvSpPr>
            <p:cNvPr id="8" name="Freeform 14"/>
            <p:cNvSpPr>
              <a:spLocks/>
            </p:cNvSpPr>
            <p:nvPr userDrawn="1"/>
          </p:nvSpPr>
          <p:spPr bwMode="auto">
            <a:xfrm>
              <a:off x="3518" y="1664"/>
              <a:ext cx="1165" cy="1164"/>
            </a:xfrm>
            <a:custGeom>
              <a:avLst/>
              <a:gdLst>
                <a:gd name="T0" fmla="*/ 265 w 265"/>
                <a:gd name="T1" fmla="*/ 0 h 264"/>
                <a:gd name="T2" fmla="*/ 215 w 265"/>
                <a:gd name="T3" fmla="*/ 0 h 264"/>
                <a:gd name="T4" fmla="*/ 132 w 265"/>
                <a:gd name="T5" fmla="*/ 166 h 264"/>
                <a:gd name="T6" fmla="*/ 49 w 265"/>
                <a:gd name="T7" fmla="*/ 0 h 264"/>
                <a:gd name="T8" fmla="*/ 0 w 265"/>
                <a:gd name="T9" fmla="*/ 0 h 264"/>
                <a:gd name="T10" fmla="*/ 132 w 265"/>
                <a:gd name="T11" fmla="*/ 264 h 264"/>
                <a:gd name="T12" fmla="*/ 265 w 265"/>
                <a:gd name="T13" fmla="*/ 0 h 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5" h="264">
                  <a:moveTo>
                    <a:pt x="265" y="0"/>
                  </a:moveTo>
                  <a:cubicBezTo>
                    <a:pt x="215" y="0"/>
                    <a:pt x="215" y="0"/>
                    <a:pt x="215" y="0"/>
                  </a:cubicBezTo>
                  <a:cubicBezTo>
                    <a:pt x="132" y="166"/>
                    <a:pt x="132" y="166"/>
                    <a:pt x="132" y="166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3" y="104"/>
                    <a:pt x="132" y="264"/>
                    <a:pt x="132" y="264"/>
                  </a:cubicBezTo>
                  <a:lnTo>
                    <a:pt x="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15"/>
            <p:cNvSpPr>
              <a:spLocks noEditPoints="1"/>
            </p:cNvSpPr>
            <p:nvPr userDrawn="1"/>
          </p:nvSpPr>
          <p:spPr bwMode="auto">
            <a:xfrm>
              <a:off x="2440" y="1651"/>
              <a:ext cx="1130" cy="1137"/>
            </a:xfrm>
            <a:custGeom>
              <a:avLst/>
              <a:gdLst>
                <a:gd name="T0" fmla="*/ 128 w 257"/>
                <a:gd name="T1" fmla="*/ 42 h 258"/>
                <a:gd name="T2" fmla="*/ 213 w 257"/>
                <a:gd name="T3" fmla="*/ 108 h 258"/>
                <a:gd name="T4" fmla="*/ 44 w 257"/>
                <a:gd name="T5" fmla="*/ 108 h 258"/>
                <a:gd name="T6" fmla="*/ 128 w 257"/>
                <a:gd name="T7" fmla="*/ 42 h 258"/>
                <a:gd name="T8" fmla="*/ 128 w 257"/>
                <a:gd name="T9" fmla="*/ 216 h 258"/>
                <a:gd name="T10" fmla="*/ 44 w 257"/>
                <a:gd name="T11" fmla="*/ 150 h 258"/>
                <a:gd name="T12" fmla="*/ 257 w 257"/>
                <a:gd name="T13" fmla="*/ 150 h 258"/>
                <a:gd name="T14" fmla="*/ 257 w 257"/>
                <a:gd name="T15" fmla="*/ 129 h 258"/>
                <a:gd name="T16" fmla="*/ 128 w 257"/>
                <a:gd name="T17" fmla="*/ 0 h 258"/>
                <a:gd name="T18" fmla="*/ 0 w 257"/>
                <a:gd name="T19" fmla="*/ 129 h 258"/>
                <a:gd name="T20" fmla="*/ 128 w 257"/>
                <a:gd name="T21" fmla="*/ 258 h 258"/>
                <a:gd name="T22" fmla="*/ 243 w 257"/>
                <a:gd name="T23" fmla="*/ 189 h 258"/>
                <a:gd name="T24" fmla="*/ 191 w 257"/>
                <a:gd name="T25" fmla="*/ 189 h 258"/>
                <a:gd name="T26" fmla="*/ 128 w 257"/>
                <a:gd name="T27" fmla="*/ 216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7" h="258">
                  <a:moveTo>
                    <a:pt x="128" y="42"/>
                  </a:moveTo>
                  <a:cubicBezTo>
                    <a:pt x="169" y="42"/>
                    <a:pt x="204" y="70"/>
                    <a:pt x="213" y="108"/>
                  </a:cubicBezTo>
                  <a:cubicBezTo>
                    <a:pt x="44" y="108"/>
                    <a:pt x="44" y="108"/>
                    <a:pt x="44" y="108"/>
                  </a:cubicBezTo>
                  <a:cubicBezTo>
                    <a:pt x="53" y="70"/>
                    <a:pt x="88" y="42"/>
                    <a:pt x="128" y="42"/>
                  </a:cubicBezTo>
                  <a:moveTo>
                    <a:pt x="128" y="216"/>
                  </a:moveTo>
                  <a:cubicBezTo>
                    <a:pt x="88" y="216"/>
                    <a:pt x="53" y="188"/>
                    <a:pt x="44" y="150"/>
                  </a:cubicBezTo>
                  <a:cubicBezTo>
                    <a:pt x="257" y="150"/>
                    <a:pt x="257" y="150"/>
                    <a:pt x="257" y="150"/>
                  </a:cubicBezTo>
                  <a:cubicBezTo>
                    <a:pt x="257" y="129"/>
                    <a:pt x="257" y="129"/>
                    <a:pt x="257" y="129"/>
                  </a:cubicBezTo>
                  <a:cubicBezTo>
                    <a:pt x="257" y="58"/>
                    <a:pt x="200" y="0"/>
                    <a:pt x="128" y="0"/>
                  </a:cubicBezTo>
                  <a:cubicBezTo>
                    <a:pt x="57" y="0"/>
                    <a:pt x="0" y="58"/>
                    <a:pt x="0" y="129"/>
                  </a:cubicBezTo>
                  <a:cubicBezTo>
                    <a:pt x="0" y="200"/>
                    <a:pt x="57" y="258"/>
                    <a:pt x="128" y="258"/>
                  </a:cubicBezTo>
                  <a:cubicBezTo>
                    <a:pt x="177" y="258"/>
                    <a:pt x="221" y="231"/>
                    <a:pt x="243" y="189"/>
                  </a:cubicBezTo>
                  <a:cubicBezTo>
                    <a:pt x="191" y="189"/>
                    <a:pt x="191" y="189"/>
                    <a:pt x="191" y="189"/>
                  </a:cubicBezTo>
                  <a:cubicBezTo>
                    <a:pt x="175" y="206"/>
                    <a:pt x="153" y="216"/>
                    <a:pt x="128" y="216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16"/>
            <p:cNvSpPr>
              <a:spLocks noEditPoints="1"/>
            </p:cNvSpPr>
            <p:nvPr userDrawn="1"/>
          </p:nvSpPr>
          <p:spPr bwMode="auto">
            <a:xfrm>
              <a:off x="4626" y="1655"/>
              <a:ext cx="1134" cy="1138"/>
            </a:xfrm>
            <a:custGeom>
              <a:avLst/>
              <a:gdLst>
                <a:gd name="T0" fmla="*/ 129 w 258"/>
                <a:gd name="T1" fmla="*/ 216 h 258"/>
                <a:gd name="T2" fmla="*/ 42 w 258"/>
                <a:gd name="T3" fmla="*/ 129 h 258"/>
                <a:gd name="T4" fmla="*/ 129 w 258"/>
                <a:gd name="T5" fmla="*/ 42 h 258"/>
                <a:gd name="T6" fmla="*/ 216 w 258"/>
                <a:gd name="T7" fmla="*/ 128 h 258"/>
                <a:gd name="T8" fmla="*/ 216 w 258"/>
                <a:gd name="T9" fmla="*/ 131 h 258"/>
                <a:gd name="T10" fmla="*/ 129 w 258"/>
                <a:gd name="T11" fmla="*/ 216 h 258"/>
                <a:gd name="T12" fmla="*/ 258 w 258"/>
                <a:gd name="T13" fmla="*/ 129 h 258"/>
                <a:gd name="T14" fmla="*/ 258 w 258"/>
                <a:gd name="T15" fmla="*/ 128 h 258"/>
                <a:gd name="T16" fmla="*/ 258 w 258"/>
                <a:gd name="T17" fmla="*/ 3 h 258"/>
                <a:gd name="T18" fmla="*/ 216 w 258"/>
                <a:gd name="T19" fmla="*/ 3 h 258"/>
                <a:gd name="T20" fmla="*/ 216 w 258"/>
                <a:gd name="T21" fmla="*/ 34 h 258"/>
                <a:gd name="T22" fmla="*/ 129 w 258"/>
                <a:gd name="T23" fmla="*/ 0 h 258"/>
                <a:gd name="T24" fmla="*/ 0 w 258"/>
                <a:gd name="T25" fmla="*/ 129 h 258"/>
                <a:gd name="T26" fmla="*/ 129 w 258"/>
                <a:gd name="T27" fmla="*/ 258 h 258"/>
                <a:gd name="T28" fmla="*/ 216 w 258"/>
                <a:gd name="T29" fmla="*/ 224 h 258"/>
                <a:gd name="T30" fmla="*/ 216 w 258"/>
                <a:gd name="T31" fmla="*/ 256 h 258"/>
                <a:gd name="T32" fmla="*/ 258 w 258"/>
                <a:gd name="T33" fmla="*/ 256 h 258"/>
                <a:gd name="T34" fmla="*/ 258 w 258"/>
                <a:gd name="T35" fmla="*/ 131 h 258"/>
                <a:gd name="T36" fmla="*/ 258 w 258"/>
                <a:gd name="T37" fmla="*/ 129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8" h="258">
                  <a:moveTo>
                    <a:pt x="129" y="216"/>
                  </a:moveTo>
                  <a:cubicBezTo>
                    <a:pt x="81" y="216"/>
                    <a:pt x="42" y="177"/>
                    <a:pt x="42" y="129"/>
                  </a:cubicBezTo>
                  <a:cubicBezTo>
                    <a:pt x="42" y="81"/>
                    <a:pt x="81" y="42"/>
                    <a:pt x="129" y="42"/>
                  </a:cubicBezTo>
                  <a:cubicBezTo>
                    <a:pt x="176" y="42"/>
                    <a:pt x="215" y="80"/>
                    <a:pt x="216" y="128"/>
                  </a:cubicBezTo>
                  <a:cubicBezTo>
                    <a:pt x="216" y="131"/>
                    <a:pt x="216" y="131"/>
                    <a:pt x="216" y="131"/>
                  </a:cubicBezTo>
                  <a:cubicBezTo>
                    <a:pt x="215" y="178"/>
                    <a:pt x="176" y="216"/>
                    <a:pt x="129" y="216"/>
                  </a:cubicBezTo>
                  <a:moveTo>
                    <a:pt x="258" y="129"/>
                  </a:moveTo>
                  <a:cubicBezTo>
                    <a:pt x="258" y="129"/>
                    <a:pt x="258" y="128"/>
                    <a:pt x="258" y="128"/>
                  </a:cubicBezTo>
                  <a:cubicBezTo>
                    <a:pt x="258" y="3"/>
                    <a:pt x="258" y="3"/>
                    <a:pt x="258" y="3"/>
                  </a:cubicBezTo>
                  <a:cubicBezTo>
                    <a:pt x="216" y="3"/>
                    <a:pt x="216" y="3"/>
                    <a:pt x="216" y="3"/>
                  </a:cubicBezTo>
                  <a:cubicBezTo>
                    <a:pt x="216" y="34"/>
                    <a:pt x="216" y="34"/>
                    <a:pt x="216" y="34"/>
                  </a:cubicBezTo>
                  <a:cubicBezTo>
                    <a:pt x="193" y="13"/>
                    <a:pt x="162" y="0"/>
                    <a:pt x="129" y="0"/>
                  </a:cubicBezTo>
                  <a:cubicBezTo>
                    <a:pt x="58" y="0"/>
                    <a:pt x="0" y="58"/>
                    <a:pt x="0" y="129"/>
                  </a:cubicBezTo>
                  <a:cubicBezTo>
                    <a:pt x="0" y="200"/>
                    <a:pt x="58" y="258"/>
                    <a:pt x="129" y="258"/>
                  </a:cubicBezTo>
                  <a:cubicBezTo>
                    <a:pt x="162" y="258"/>
                    <a:pt x="193" y="245"/>
                    <a:pt x="216" y="224"/>
                  </a:cubicBezTo>
                  <a:cubicBezTo>
                    <a:pt x="216" y="256"/>
                    <a:pt x="216" y="256"/>
                    <a:pt x="216" y="256"/>
                  </a:cubicBezTo>
                  <a:cubicBezTo>
                    <a:pt x="258" y="256"/>
                    <a:pt x="258" y="256"/>
                    <a:pt x="258" y="256"/>
                  </a:cubicBezTo>
                  <a:cubicBezTo>
                    <a:pt x="258" y="131"/>
                    <a:pt x="258" y="131"/>
                    <a:pt x="258" y="131"/>
                  </a:cubicBezTo>
                  <a:cubicBezTo>
                    <a:pt x="258" y="130"/>
                    <a:pt x="258" y="130"/>
                    <a:pt x="258" y="129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7"/>
            <p:cNvSpPr>
              <a:spLocks noEditPoints="1"/>
            </p:cNvSpPr>
            <p:nvPr userDrawn="1"/>
          </p:nvSpPr>
          <p:spPr bwMode="auto">
            <a:xfrm>
              <a:off x="1183" y="1651"/>
              <a:ext cx="1130" cy="1137"/>
            </a:xfrm>
            <a:custGeom>
              <a:avLst/>
              <a:gdLst>
                <a:gd name="T0" fmla="*/ 129 w 257"/>
                <a:gd name="T1" fmla="*/ 42 h 258"/>
                <a:gd name="T2" fmla="*/ 213 w 257"/>
                <a:gd name="T3" fmla="*/ 108 h 258"/>
                <a:gd name="T4" fmla="*/ 44 w 257"/>
                <a:gd name="T5" fmla="*/ 108 h 258"/>
                <a:gd name="T6" fmla="*/ 129 w 257"/>
                <a:gd name="T7" fmla="*/ 42 h 258"/>
                <a:gd name="T8" fmla="*/ 129 w 257"/>
                <a:gd name="T9" fmla="*/ 216 h 258"/>
                <a:gd name="T10" fmla="*/ 44 w 257"/>
                <a:gd name="T11" fmla="*/ 150 h 258"/>
                <a:gd name="T12" fmla="*/ 257 w 257"/>
                <a:gd name="T13" fmla="*/ 150 h 258"/>
                <a:gd name="T14" fmla="*/ 257 w 257"/>
                <a:gd name="T15" fmla="*/ 129 h 258"/>
                <a:gd name="T16" fmla="*/ 129 w 257"/>
                <a:gd name="T17" fmla="*/ 0 h 258"/>
                <a:gd name="T18" fmla="*/ 0 w 257"/>
                <a:gd name="T19" fmla="*/ 129 h 258"/>
                <a:gd name="T20" fmla="*/ 129 w 257"/>
                <a:gd name="T21" fmla="*/ 258 h 258"/>
                <a:gd name="T22" fmla="*/ 243 w 257"/>
                <a:gd name="T23" fmla="*/ 189 h 258"/>
                <a:gd name="T24" fmla="*/ 191 w 257"/>
                <a:gd name="T25" fmla="*/ 189 h 258"/>
                <a:gd name="T26" fmla="*/ 129 w 257"/>
                <a:gd name="T27" fmla="*/ 216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7" h="258">
                  <a:moveTo>
                    <a:pt x="129" y="42"/>
                  </a:moveTo>
                  <a:cubicBezTo>
                    <a:pt x="169" y="42"/>
                    <a:pt x="204" y="70"/>
                    <a:pt x="213" y="108"/>
                  </a:cubicBezTo>
                  <a:cubicBezTo>
                    <a:pt x="44" y="108"/>
                    <a:pt x="44" y="108"/>
                    <a:pt x="44" y="108"/>
                  </a:cubicBezTo>
                  <a:cubicBezTo>
                    <a:pt x="53" y="70"/>
                    <a:pt x="88" y="42"/>
                    <a:pt x="129" y="42"/>
                  </a:cubicBezTo>
                  <a:moveTo>
                    <a:pt x="129" y="216"/>
                  </a:moveTo>
                  <a:cubicBezTo>
                    <a:pt x="88" y="216"/>
                    <a:pt x="53" y="188"/>
                    <a:pt x="44" y="150"/>
                  </a:cubicBezTo>
                  <a:cubicBezTo>
                    <a:pt x="257" y="150"/>
                    <a:pt x="257" y="150"/>
                    <a:pt x="257" y="150"/>
                  </a:cubicBezTo>
                  <a:cubicBezTo>
                    <a:pt x="257" y="129"/>
                    <a:pt x="257" y="129"/>
                    <a:pt x="257" y="129"/>
                  </a:cubicBezTo>
                  <a:cubicBezTo>
                    <a:pt x="257" y="58"/>
                    <a:pt x="200" y="0"/>
                    <a:pt x="129" y="0"/>
                  </a:cubicBezTo>
                  <a:cubicBezTo>
                    <a:pt x="57" y="0"/>
                    <a:pt x="0" y="58"/>
                    <a:pt x="0" y="129"/>
                  </a:cubicBezTo>
                  <a:cubicBezTo>
                    <a:pt x="0" y="200"/>
                    <a:pt x="57" y="258"/>
                    <a:pt x="129" y="258"/>
                  </a:cubicBezTo>
                  <a:cubicBezTo>
                    <a:pt x="177" y="258"/>
                    <a:pt x="221" y="231"/>
                    <a:pt x="243" y="189"/>
                  </a:cubicBezTo>
                  <a:cubicBezTo>
                    <a:pt x="191" y="189"/>
                    <a:pt x="191" y="189"/>
                    <a:pt x="191" y="189"/>
                  </a:cubicBezTo>
                  <a:cubicBezTo>
                    <a:pt x="175" y="206"/>
                    <a:pt x="153" y="216"/>
                    <a:pt x="129" y="216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18"/>
            <p:cNvSpPr>
              <a:spLocks/>
            </p:cNvSpPr>
            <p:nvPr userDrawn="1"/>
          </p:nvSpPr>
          <p:spPr bwMode="auto">
            <a:xfrm>
              <a:off x="0" y="1492"/>
              <a:ext cx="1315" cy="1336"/>
            </a:xfrm>
            <a:custGeom>
              <a:avLst/>
              <a:gdLst>
                <a:gd name="T0" fmla="*/ 0 w 1315"/>
                <a:gd name="T1" fmla="*/ 0 h 1336"/>
                <a:gd name="T2" fmla="*/ 229 w 1315"/>
                <a:gd name="T3" fmla="*/ 0 h 1336"/>
                <a:gd name="T4" fmla="*/ 659 w 1315"/>
                <a:gd name="T5" fmla="*/ 873 h 1336"/>
                <a:gd name="T6" fmla="*/ 1090 w 1315"/>
                <a:gd name="T7" fmla="*/ 0 h 1336"/>
                <a:gd name="T8" fmla="*/ 1315 w 1315"/>
                <a:gd name="T9" fmla="*/ 0 h 1336"/>
                <a:gd name="T10" fmla="*/ 659 w 1315"/>
                <a:gd name="T11" fmla="*/ 1336 h 1336"/>
                <a:gd name="T12" fmla="*/ 0 w 1315"/>
                <a:gd name="T13" fmla="*/ 0 h 1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15" h="1336">
                  <a:moveTo>
                    <a:pt x="0" y="0"/>
                  </a:moveTo>
                  <a:lnTo>
                    <a:pt x="229" y="0"/>
                  </a:lnTo>
                  <a:lnTo>
                    <a:pt x="659" y="873"/>
                  </a:lnTo>
                  <a:lnTo>
                    <a:pt x="1090" y="0"/>
                  </a:lnTo>
                  <a:lnTo>
                    <a:pt x="1315" y="0"/>
                  </a:lnTo>
                  <a:lnTo>
                    <a:pt x="659" y="13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19"/>
            <p:cNvSpPr>
              <a:spLocks/>
            </p:cNvSpPr>
            <p:nvPr userDrawn="1"/>
          </p:nvSpPr>
          <p:spPr bwMode="auto">
            <a:xfrm>
              <a:off x="360" y="1492"/>
              <a:ext cx="594" cy="595"/>
            </a:xfrm>
            <a:custGeom>
              <a:avLst/>
              <a:gdLst>
                <a:gd name="T0" fmla="*/ 0 w 135"/>
                <a:gd name="T1" fmla="*/ 0 h 135"/>
                <a:gd name="T2" fmla="*/ 68 w 135"/>
                <a:gd name="T3" fmla="*/ 135 h 135"/>
                <a:gd name="T4" fmla="*/ 135 w 135"/>
                <a:gd name="T5" fmla="*/ 0 h 135"/>
                <a:gd name="T6" fmla="*/ 0 w 135"/>
                <a:gd name="T7" fmla="*/ 0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5" h="135">
                  <a:moveTo>
                    <a:pt x="0" y="0"/>
                  </a:moveTo>
                  <a:cubicBezTo>
                    <a:pt x="68" y="135"/>
                    <a:pt x="68" y="135"/>
                    <a:pt x="68" y="13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135" y="0"/>
                    <a:pt x="0" y="0"/>
                    <a:pt x="0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0315329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 hasCustomPrompt="1"/>
          </p:nvPr>
        </p:nvSpPr>
        <p:spPr>
          <a:xfrm>
            <a:off x="1524000" y="1092222"/>
            <a:ext cx="9144000" cy="2299052"/>
          </a:xfrm>
        </p:spPr>
        <p:txBody>
          <a:bodyPr anchor="b"/>
          <a:lstStyle>
            <a:lvl1pPr algn="ctr">
              <a:lnSpc>
                <a:spcPct val="80000"/>
              </a:lnSpc>
              <a:defRPr sz="60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05543" y="3391274"/>
            <a:ext cx="10580914" cy="892630"/>
          </a:xfrm>
        </p:spPr>
        <p:txBody>
          <a:bodyPr>
            <a:normAutofit/>
          </a:bodyPr>
          <a:lstStyle>
            <a:lvl1pPr marL="0" indent="0" algn="ctr">
              <a:lnSpc>
                <a:spcPct val="80000"/>
              </a:lnSpc>
              <a:buNone/>
              <a:defRPr sz="4000">
                <a:solidFill>
                  <a:schemeClr val="tx2">
                    <a:lumMod val="20000"/>
                    <a:lumOff val="80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26" name="Group 13"/>
          <p:cNvGrpSpPr>
            <a:grpSpLocks noChangeAspect="1"/>
          </p:cNvGrpSpPr>
          <p:nvPr userDrawn="1"/>
        </p:nvGrpSpPr>
        <p:grpSpPr bwMode="auto">
          <a:xfrm>
            <a:off x="4879767" y="5158664"/>
            <a:ext cx="2432467" cy="564197"/>
            <a:chOff x="0" y="1492"/>
            <a:chExt cx="5760" cy="1336"/>
          </a:xfrm>
          <a:solidFill>
            <a:schemeClr val="bg1"/>
          </a:solidFill>
        </p:grpSpPr>
        <p:sp>
          <p:nvSpPr>
            <p:cNvPr id="27" name="Freeform 14"/>
            <p:cNvSpPr>
              <a:spLocks/>
            </p:cNvSpPr>
            <p:nvPr userDrawn="1"/>
          </p:nvSpPr>
          <p:spPr bwMode="auto">
            <a:xfrm>
              <a:off x="3518" y="1664"/>
              <a:ext cx="1165" cy="1164"/>
            </a:xfrm>
            <a:custGeom>
              <a:avLst/>
              <a:gdLst>
                <a:gd name="T0" fmla="*/ 265 w 265"/>
                <a:gd name="T1" fmla="*/ 0 h 264"/>
                <a:gd name="T2" fmla="*/ 215 w 265"/>
                <a:gd name="T3" fmla="*/ 0 h 264"/>
                <a:gd name="T4" fmla="*/ 132 w 265"/>
                <a:gd name="T5" fmla="*/ 166 h 264"/>
                <a:gd name="T6" fmla="*/ 49 w 265"/>
                <a:gd name="T7" fmla="*/ 0 h 264"/>
                <a:gd name="T8" fmla="*/ 0 w 265"/>
                <a:gd name="T9" fmla="*/ 0 h 264"/>
                <a:gd name="T10" fmla="*/ 132 w 265"/>
                <a:gd name="T11" fmla="*/ 264 h 264"/>
                <a:gd name="T12" fmla="*/ 265 w 265"/>
                <a:gd name="T13" fmla="*/ 0 h 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5" h="264">
                  <a:moveTo>
                    <a:pt x="265" y="0"/>
                  </a:moveTo>
                  <a:cubicBezTo>
                    <a:pt x="215" y="0"/>
                    <a:pt x="215" y="0"/>
                    <a:pt x="215" y="0"/>
                  </a:cubicBezTo>
                  <a:cubicBezTo>
                    <a:pt x="132" y="166"/>
                    <a:pt x="132" y="166"/>
                    <a:pt x="132" y="166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3" y="104"/>
                    <a:pt x="132" y="264"/>
                    <a:pt x="132" y="264"/>
                  </a:cubicBezTo>
                  <a:lnTo>
                    <a:pt x="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15"/>
            <p:cNvSpPr>
              <a:spLocks noEditPoints="1"/>
            </p:cNvSpPr>
            <p:nvPr userDrawn="1"/>
          </p:nvSpPr>
          <p:spPr bwMode="auto">
            <a:xfrm>
              <a:off x="2440" y="1651"/>
              <a:ext cx="1130" cy="1137"/>
            </a:xfrm>
            <a:custGeom>
              <a:avLst/>
              <a:gdLst>
                <a:gd name="T0" fmla="*/ 128 w 257"/>
                <a:gd name="T1" fmla="*/ 42 h 258"/>
                <a:gd name="T2" fmla="*/ 213 w 257"/>
                <a:gd name="T3" fmla="*/ 108 h 258"/>
                <a:gd name="T4" fmla="*/ 44 w 257"/>
                <a:gd name="T5" fmla="*/ 108 h 258"/>
                <a:gd name="T6" fmla="*/ 128 w 257"/>
                <a:gd name="T7" fmla="*/ 42 h 258"/>
                <a:gd name="T8" fmla="*/ 128 w 257"/>
                <a:gd name="T9" fmla="*/ 216 h 258"/>
                <a:gd name="T10" fmla="*/ 44 w 257"/>
                <a:gd name="T11" fmla="*/ 150 h 258"/>
                <a:gd name="T12" fmla="*/ 257 w 257"/>
                <a:gd name="T13" fmla="*/ 150 h 258"/>
                <a:gd name="T14" fmla="*/ 257 w 257"/>
                <a:gd name="T15" fmla="*/ 129 h 258"/>
                <a:gd name="T16" fmla="*/ 128 w 257"/>
                <a:gd name="T17" fmla="*/ 0 h 258"/>
                <a:gd name="T18" fmla="*/ 0 w 257"/>
                <a:gd name="T19" fmla="*/ 129 h 258"/>
                <a:gd name="T20" fmla="*/ 128 w 257"/>
                <a:gd name="T21" fmla="*/ 258 h 258"/>
                <a:gd name="T22" fmla="*/ 243 w 257"/>
                <a:gd name="T23" fmla="*/ 189 h 258"/>
                <a:gd name="T24" fmla="*/ 191 w 257"/>
                <a:gd name="T25" fmla="*/ 189 h 258"/>
                <a:gd name="T26" fmla="*/ 128 w 257"/>
                <a:gd name="T27" fmla="*/ 216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7" h="258">
                  <a:moveTo>
                    <a:pt x="128" y="42"/>
                  </a:moveTo>
                  <a:cubicBezTo>
                    <a:pt x="169" y="42"/>
                    <a:pt x="204" y="70"/>
                    <a:pt x="213" y="108"/>
                  </a:cubicBezTo>
                  <a:cubicBezTo>
                    <a:pt x="44" y="108"/>
                    <a:pt x="44" y="108"/>
                    <a:pt x="44" y="108"/>
                  </a:cubicBezTo>
                  <a:cubicBezTo>
                    <a:pt x="53" y="70"/>
                    <a:pt x="88" y="42"/>
                    <a:pt x="128" y="42"/>
                  </a:cubicBezTo>
                  <a:moveTo>
                    <a:pt x="128" y="216"/>
                  </a:moveTo>
                  <a:cubicBezTo>
                    <a:pt x="88" y="216"/>
                    <a:pt x="53" y="188"/>
                    <a:pt x="44" y="150"/>
                  </a:cubicBezTo>
                  <a:cubicBezTo>
                    <a:pt x="257" y="150"/>
                    <a:pt x="257" y="150"/>
                    <a:pt x="257" y="150"/>
                  </a:cubicBezTo>
                  <a:cubicBezTo>
                    <a:pt x="257" y="129"/>
                    <a:pt x="257" y="129"/>
                    <a:pt x="257" y="129"/>
                  </a:cubicBezTo>
                  <a:cubicBezTo>
                    <a:pt x="257" y="58"/>
                    <a:pt x="200" y="0"/>
                    <a:pt x="128" y="0"/>
                  </a:cubicBezTo>
                  <a:cubicBezTo>
                    <a:pt x="57" y="0"/>
                    <a:pt x="0" y="58"/>
                    <a:pt x="0" y="129"/>
                  </a:cubicBezTo>
                  <a:cubicBezTo>
                    <a:pt x="0" y="200"/>
                    <a:pt x="57" y="258"/>
                    <a:pt x="128" y="258"/>
                  </a:cubicBezTo>
                  <a:cubicBezTo>
                    <a:pt x="177" y="258"/>
                    <a:pt x="221" y="231"/>
                    <a:pt x="243" y="189"/>
                  </a:cubicBezTo>
                  <a:cubicBezTo>
                    <a:pt x="191" y="189"/>
                    <a:pt x="191" y="189"/>
                    <a:pt x="191" y="189"/>
                  </a:cubicBezTo>
                  <a:cubicBezTo>
                    <a:pt x="175" y="206"/>
                    <a:pt x="153" y="216"/>
                    <a:pt x="128" y="216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16"/>
            <p:cNvSpPr>
              <a:spLocks noEditPoints="1"/>
            </p:cNvSpPr>
            <p:nvPr userDrawn="1"/>
          </p:nvSpPr>
          <p:spPr bwMode="auto">
            <a:xfrm>
              <a:off x="4626" y="1655"/>
              <a:ext cx="1134" cy="1138"/>
            </a:xfrm>
            <a:custGeom>
              <a:avLst/>
              <a:gdLst>
                <a:gd name="T0" fmla="*/ 129 w 258"/>
                <a:gd name="T1" fmla="*/ 216 h 258"/>
                <a:gd name="T2" fmla="*/ 42 w 258"/>
                <a:gd name="T3" fmla="*/ 129 h 258"/>
                <a:gd name="T4" fmla="*/ 129 w 258"/>
                <a:gd name="T5" fmla="*/ 42 h 258"/>
                <a:gd name="T6" fmla="*/ 216 w 258"/>
                <a:gd name="T7" fmla="*/ 128 h 258"/>
                <a:gd name="T8" fmla="*/ 216 w 258"/>
                <a:gd name="T9" fmla="*/ 131 h 258"/>
                <a:gd name="T10" fmla="*/ 129 w 258"/>
                <a:gd name="T11" fmla="*/ 216 h 258"/>
                <a:gd name="T12" fmla="*/ 258 w 258"/>
                <a:gd name="T13" fmla="*/ 129 h 258"/>
                <a:gd name="T14" fmla="*/ 258 w 258"/>
                <a:gd name="T15" fmla="*/ 128 h 258"/>
                <a:gd name="T16" fmla="*/ 258 w 258"/>
                <a:gd name="T17" fmla="*/ 3 h 258"/>
                <a:gd name="T18" fmla="*/ 216 w 258"/>
                <a:gd name="T19" fmla="*/ 3 h 258"/>
                <a:gd name="T20" fmla="*/ 216 w 258"/>
                <a:gd name="T21" fmla="*/ 34 h 258"/>
                <a:gd name="T22" fmla="*/ 129 w 258"/>
                <a:gd name="T23" fmla="*/ 0 h 258"/>
                <a:gd name="T24" fmla="*/ 0 w 258"/>
                <a:gd name="T25" fmla="*/ 129 h 258"/>
                <a:gd name="T26" fmla="*/ 129 w 258"/>
                <a:gd name="T27" fmla="*/ 258 h 258"/>
                <a:gd name="T28" fmla="*/ 216 w 258"/>
                <a:gd name="T29" fmla="*/ 224 h 258"/>
                <a:gd name="T30" fmla="*/ 216 w 258"/>
                <a:gd name="T31" fmla="*/ 256 h 258"/>
                <a:gd name="T32" fmla="*/ 258 w 258"/>
                <a:gd name="T33" fmla="*/ 256 h 258"/>
                <a:gd name="T34" fmla="*/ 258 w 258"/>
                <a:gd name="T35" fmla="*/ 131 h 258"/>
                <a:gd name="T36" fmla="*/ 258 w 258"/>
                <a:gd name="T37" fmla="*/ 129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8" h="258">
                  <a:moveTo>
                    <a:pt x="129" y="216"/>
                  </a:moveTo>
                  <a:cubicBezTo>
                    <a:pt x="81" y="216"/>
                    <a:pt x="42" y="177"/>
                    <a:pt x="42" y="129"/>
                  </a:cubicBezTo>
                  <a:cubicBezTo>
                    <a:pt x="42" y="81"/>
                    <a:pt x="81" y="42"/>
                    <a:pt x="129" y="42"/>
                  </a:cubicBezTo>
                  <a:cubicBezTo>
                    <a:pt x="176" y="42"/>
                    <a:pt x="215" y="80"/>
                    <a:pt x="216" y="128"/>
                  </a:cubicBezTo>
                  <a:cubicBezTo>
                    <a:pt x="216" y="131"/>
                    <a:pt x="216" y="131"/>
                    <a:pt x="216" y="131"/>
                  </a:cubicBezTo>
                  <a:cubicBezTo>
                    <a:pt x="215" y="178"/>
                    <a:pt x="176" y="216"/>
                    <a:pt x="129" y="216"/>
                  </a:cubicBezTo>
                  <a:moveTo>
                    <a:pt x="258" y="129"/>
                  </a:moveTo>
                  <a:cubicBezTo>
                    <a:pt x="258" y="129"/>
                    <a:pt x="258" y="128"/>
                    <a:pt x="258" y="128"/>
                  </a:cubicBezTo>
                  <a:cubicBezTo>
                    <a:pt x="258" y="3"/>
                    <a:pt x="258" y="3"/>
                    <a:pt x="258" y="3"/>
                  </a:cubicBezTo>
                  <a:cubicBezTo>
                    <a:pt x="216" y="3"/>
                    <a:pt x="216" y="3"/>
                    <a:pt x="216" y="3"/>
                  </a:cubicBezTo>
                  <a:cubicBezTo>
                    <a:pt x="216" y="34"/>
                    <a:pt x="216" y="34"/>
                    <a:pt x="216" y="34"/>
                  </a:cubicBezTo>
                  <a:cubicBezTo>
                    <a:pt x="193" y="13"/>
                    <a:pt x="162" y="0"/>
                    <a:pt x="129" y="0"/>
                  </a:cubicBezTo>
                  <a:cubicBezTo>
                    <a:pt x="58" y="0"/>
                    <a:pt x="0" y="58"/>
                    <a:pt x="0" y="129"/>
                  </a:cubicBezTo>
                  <a:cubicBezTo>
                    <a:pt x="0" y="200"/>
                    <a:pt x="58" y="258"/>
                    <a:pt x="129" y="258"/>
                  </a:cubicBezTo>
                  <a:cubicBezTo>
                    <a:pt x="162" y="258"/>
                    <a:pt x="193" y="245"/>
                    <a:pt x="216" y="224"/>
                  </a:cubicBezTo>
                  <a:cubicBezTo>
                    <a:pt x="216" y="256"/>
                    <a:pt x="216" y="256"/>
                    <a:pt x="216" y="256"/>
                  </a:cubicBezTo>
                  <a:cubicBezTo>
                    <a:pt x="258" y="256"/>
                    <a:pt x="258" y="256"/>
                    <a:pt x="258" y="256"/>
                  </a:cubicBezTo>
                  <a:cubicBezTo>
                    <a:pt x="258" y="131"/>
                    <a:pt x="258" y="131"/>
                    <a:pt x="258" y="131"/>
                  </a:cubicBezTo>
                  <a:cubicBezTo>
                    <a:pt x="258" y="130"/>
                    <a:pt x="258" y="130"/>
                    <a:pt x="258" y="129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17"/>
            <p:cNvSpPr>
              <a:spLocks noEditPoints="1"/>
            </p:cNvSpPr>
            <p:nvPr userDrawn="1"/>
          </p:nvSpPr>
          <p:spPr bwMode="auto">
            <a:xfrm>
              <a:off x="1183" y="1651"/>
              <a:ext cx="1130" cy="1137"/>
            </a:xfrm>
            <a:custGeom>
              <a:avLst/>
              <a:gdLst>
                <a:gd name="T0" fmla="*/ 129 w 257"/>
                <a:gd name="T1" fmla="*/ 42 h 258"/>
                <a:gd name="T2" fmla="*/ 213 w 257"/>
                <a:gd name="T3" fmla="*/ 108 h 258"/>
                <a:gd name="T4" fmla="*/ 44 w 257"/>
                <a:gd name="T5" fmla="*/ 108 h 258"/>
                <a:gd name="T6" fmla="*/ 129 w 257"/>
                <a:gd name="T7" fmla="*/ 42 h 258"/>
                <a:gd name="T8" fmla="*/ 129 w 257"/>
                <a:gd name="T9" fmla="*/ 216 h 258"/>
                <a:gd name="T10" fmla="*/ 44 w 257"/>
                <a:gd name="T11" fmla="*/ 150 h 258"/>
                <a:gd name="T12" fmla="*/ 257 w 257"/>
                <a:gd name="T13" fmla="*/ 150 h 258"/>
                <a:gd name="T14" fmla="*/ 257 w 257"/>
                <a:gd name="T15" fmla="*/ 129 h 258"/>
                <a:gd name="T16" fmla="*/ 129 w 257"/>
                <a:gd name="T17" fmla="*/ 0 h 258"/>
                <a:gd name="T18" fmla="*/ 0 w 257"/>
                <a:gd name="T19" fmla="*/ 129 h 258"/>
                <a:gd name="T20" fmla="*/ 129 w 257"/>
                <a:gd name="T21" fmla="*/ 258 h 258"/>
                <a:gd name="T22" fmla="*/ 243 w 257"/>
                <a:gd name="T23" fmla="*/ 189 h 258"/>
                <a:gd name="T24" fmla="*/ 191 w 257"/>
                <a:gd name="T25" fmla="*/ 189 h 258"/>
                <a:gd name="T26" fmla="*/ 129 w 257"/>
                <a:gd name="T27" fmla="*/ 216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7" h="258">
                  <a:moveTo>
                    <a:pt x="129" y="42"/>
                  </a:moveTo>
                  <a:cubicBezTo>
                    <a:pt x="169" y="42"/>
                    <a:pt x="204" y="70"/>
                    <a:pt x="213" y="108"/>
                  </a:cubicBezTo>
                  <a:cubicBezTo>
                    <a:pt x="44" y="108"/>
                    <a:pt x="44" y="108"/>
                    <a:pt x="44" y="108"/>
                  </a:cubicBezTo>
                  <a:cubicBezTo>
                    <a:pt x="53" y="70"/>
                    <a:pt x="88" y="42"/>
                    <a:pt x="129" y="42"/>
                  </a:cubicBezTo>
                  <a:moveTo>
                    <a:pt x="129" y="216"/>
                  </a:moveTo>
                  <a:cubicBezTo>
                    <a:pt x="88" y="216"/>
                    <a:pt x="53" y="188"/>
                    <a:pt x="44" y="150"/>
                  </a:cubicBezTo>
                  <a:cubicBezTo>
                    <a:pt x="257" y="150"/>
                    <a:pt x="257" y="150"/>
                    <a:pt x="257" y="150"/>
                  </a:cubicBezTo>
                  <a:cubicBezTo>
                    <a:pt x="257" y="129"/>
                    <a:pt x="257" y="129"/>
                    <a:pt x="257" y="129"/>
                  </a:cubicBezTo>
                  <a:cubicBezTo>
                    <a:pt x="257" y="58"/>
                    <a:pt x="200" y="0"/>
                    <a:pt x="129" y="0"/>
                  </a:cubicBezTo>
                  <a:cubicBezTo>
                    <a:pt x="57" y="0"/>
                    <a:pt x="0" y="58"/>
                    <a:pt x="0" y="129"/>
                  </a:cubicBezTo>
                  <a:cubicBezTo>
                    <a:pt x="0" y="200"/>
                    <a:pt x="57" y="258"/>
                    <a:pt x="129" y="258"/>
                  </a:cubicBezTo>
                  <a:cubicBezTo>
                    <a:pt x="177" y="258"/>
                    <a:pt x="221" y="231"/>
                    <a:pt x="243" y="189"/>
                  </a:cubicBezTo>
                  <a:cubicBezTo>
                    <a:pt x="191" y="189"/>
                    <a:pt x="191" y="189"/>
                    <a:pt x="191" y="189"/>
                  </a:cubicBezTo>
                  <a:cubicBezTo>
                    <a:pt x="175" y="206"/>
                    <a:pt x="153" y="216"/>
                    <a:pt x="129" y="216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18"/>
            <p:cNvSpPr>
              <a:spLocks/>
            </p:cNvSpPr>
            <p:nvPr userDrawn="1"/>
          </p:nvSpPr>
          <p:spPr bwMode="auto">
            <a:xfrm>
              <a:off x="0" y="1492"/>
              <a:ext cx="1315" cy="1336"/>
            </a:xfrm>
            <a:custGeom>
              <a:avLst/>
              <a:gdLst>
                <a:gd name="T0" fmla="*/ 0 w 1315"/>
                <a:gd name="T1" fmla="*/ 0 h 1336"/>
                <a:gd name="T2" fmla="*/ 229 w 1315"/>
                <a:gd name="T3" fmla="*/ 0 h 1336"/>
                <a:gd name="T4" fmla="*/ 659 w 1315"/>
                <a:gd name="T5" fmla="*/ 873 h 1336"/>
                <a:gd name="T6" fmla="*/ 1090 w 1315"/>
                <a:gd name="T7" fmla="*/ 0 h 1336"/>
                <a:gd name="T8" fmla="*/ 1315 w 1315"/>
                <a:gd name="T9" fmla="*/ 0 h 1336"/>
                <a:gd name="T10" fmla="*/ 659 w 1315"/>
                <a:gd name="T11" fmla="*/ 1336 h 1336"/>
                <a:gd name="T12" fmla="*/ 0 w 1315"/>
                <a:gd name="T13" fmla="*/ 0 h 1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15" h="1336">
                  <a:moveTo>
                    <a:pt x="0" y="0"/>
                  </a:moveTo>
                  <a:lnTo>
                    <a:pt x="229" y="0"/>
                  </a:lnTo>
                  <a:lnTo>
                    <a:pt x="659" y="873"/>
                  </a:lnTo>
                  <a:lnTo>
                    <a:pt x="1090" y="0"/>
                  </a:lnTo>
                  <a:lnTo>
                    <a:pt x="1315" y="0"/>
                  </a:lnTo>
                  <a:lnTo>
                    <a:pt x="659" y="13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Freeform 19"/>
            <p:cNvSpPr>
              <a:spLocks/>
            </p:cNvSpPr>
            <p:nvPr userDrawn="1"/>
          </p:nvSpPr>
          <p:spPr bwMode="auto">
            <a:xfrm>
              <a:off x="360" y="1492"/>
              <a:ext cx="594" cy="595"/>
            </a:xfrm>
            <a:custGeom>
              <a:avLst/>
              <a:gdLst>
                <a:gd name="T0" fmla="*/ 0 w 135"/>
                <a:gd name="T1" fmla="*/ 0 h 135"/>
                <a:gd name="T2" fmla="*/ 68 w 135"/>
                <a:gd name="T3" fmla="*/ 135 h 135"/>
                <a:gd name="T4" fmla="*/ 135 w 135"/>
                <a:gd name="T5" fmla="*/ 0 h 135"/>
                <a:gd name="T6" fmla="*/ 0 w 135"/>
                <a:gd name="T7" fmla="*/ 0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5" h="135">
                  <a:moveTo>
                    <a:pt x="0" y="0"/>
                  </a:moveTo>
                  <a:cubicBezTo>
                    <a:pt x="68" y="135"/>
                    <a:pt x="68" y="135"/>
                    <a:pt x="68" y="13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135" y="0"/>
                    <a:pt x="0" y="0"/>
                    <a:pt x="0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8496335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break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ctrTitle" hasCustomPrompt="1"/>
          </p:nvPr>
        </p:nvSpPr>
        <p:spPr>
          <a:xfrm>
            <a:off x="1524000" y="1631148"/>
            <a:ext cx="9144000" cy="2387600"/>
          </a:xfrm>
        </p:spPr>
        <p:txBody>
          <a:bodyPr anchor="b"/>
          <a:lstStyle>
            <a:lvl1pPr algn="ctr">
              <a:defRPr sz="54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Section Break Title</a:t>
            </a:r>
          </a:p>
        </p:txBody>
      </p:sp>
      <p:sp>
        <p:nvSpPr>
          <p:cNvPr id="21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05543" y="3930200"/>
            <a:ext cx="10580914" cy="892630"/>
          </a:xfrm>
        </p:spPr>
        <p:txBody>
          <a:bodyPr>
            <a:normAutofit/>
          </a:bodyPr>
          <a:lstStyle>
            <a:lvl1pPr marL="0" indent="0" algn="ctr">
              <a:lnSpc>
                <a:spcPct val="80000"/>
              </a:lnSpc>
              <a:buNone/>
              <a:defRPr sz="3600">
                <a:solidFill>
                  <a:schemeClr val="tx2">
                    <a:lumMod val="20000"/>
                    <a:lumOff val="80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22" name="Group 21"/>
          <p:cNvGrpSpPr>
            <a:grpSpLocks noChangeAspect="1"/>
          </p:cNvGrpSpPr>
          <p:nvPr userDrawn="1"/>
        </p:nvGrpSpPr>
        <p:grpSpPr>
          <a:xfrm>
            <a:off x="5645986" y="1412969"/>
            <a:ext cx="900028" cy="914400"/>
            <a:chOff x="5127584" y="2099392"/>
            <a:chExt cx="555329" cy="564197"/>
          </a:xfrm>
        </p:grpSpPr>
        <p:sp>
          <p:nvSpPr>
            <p:cNvPr id="23" name="Freeform 18"/>
            <p:cNvSpPr>
              <a:spLocks/>
            </p:cNvSpPr>
            <p:nvPr userDrawn="1"/>
          </p:nvSpPr>
          <p:spPr bwMode="auto">
            <a:xfrm>
              <a:off x="5127584" y="2099392"/>
              <a:ext cx="555329" cy="564197"/>
            </a:xfrm>
            <a:custGeom>
              <a:avLst/>
              <a:gdLst>
                <a:gd name="T0" fmla="*/ 0 w 1315"/>
                <a:gd name="T1" fmla="*/ 0 h 1336"/>
                <a:gd name="T2" fmla="*/ 229 w 1315"/>
                <a:gd name="T3" fmla="*/ 0 h 1336"/>
                <a:gd name="T4" fmla="*/ 659 w 1315"/>
                <a:gd name="T5" fmla="*/ 873 h 1336"/>
                <a:gd name="T6" fmla="*/ 1090 w 1315"/>
                <a:gd name="T7" fmla="*/ 0 h 1336"/>
                <a:gd name="T8" fmla="*/ 1315 w 1315"/>
                <a:gd name="T9" fmla="*/ 0 h 1336"/>
                <a:gd name="T10" fmla="*/ 659 w 1315"/>
                <a:gd name="T11" fmla="*/ 1336 h 1336"/>
                <a:gd name="T12" fmla="*/ 0 w 1315"/>
                <a:gd name="T13" fmla="*/ 0 h 1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15" h="1336">
                  <a:moveTo>
                    <a:pt x="0" y="0"/>
                  </a:moveTo>
                  <a:lnTo>
                    <a:pt x="229" y="0"/>
                  </a:lnTo>
                  <a:lnTo>
                    <a:pt x="659" y="873"/>
                  </a:lnTo>
                  <a:lnTo>
                    <a:pt x="1090" y="0"/>
                  </a:lnTo>
                  <a:lnTo>
                    <a:pt x="1315" y="0"/>
                  </a:lnTo>
                  <a:lnTo>
                    <a:pt x="659" y="13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19"/>
            <p:cNvSpPr>
              <a:spLocks/>
            </p:cNvSpPr>
            <p:nvPr userDrawn="1"/>
          </p:nvSpPr>
          <p:spPr bwMode="auto">
            <a:xfrm>
              <a:off x="5279613" y="2099392"/>
              <a:ext cx="250848" cy="251270"/>
            </a:xfrm>
            <a:custGeom>
              <a:avLst/>
              <a:gdLst>
                <a:gd name="T0" fmla="*/ 0 w 135"/>
                <a:gd name="T1" fmla="*/ 0 h 135"/>
                <a:gd name="T2" fmla="*/ 68 w 135"/>
                <a:gd name="T3" fmla="*/ 135 h 135"/>
                <a:gd name="T4" fmla="*/ 135 w 135"/>
                <a:gd name="T5" fmla="*/ 0 h 135"/>
                <a:gd name="T6" fmla="*/ 0 w 135"/>
                <a:gd name="T7" fmla="*/ 0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5" h="135">
                  <a:moveTo>
                    <a:pt x="0" y="0"/>
                  </a:moveTo>
                  <a:cubicBezTo>
                    <a:pt x="68" y="135"/>
                    <a:pt x="68" y="135"/>
                    <a:pt x="68" y="13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135" y="0"/>
                    <a:pt x="0" y="0"/>
                    <a:pt x="0" y="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15017633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eaker Slide with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389245" y="3731425"/>
            <a:ext cx="7453649" cy="892630"/>
          </a:xfrm>
        </p:spPr>
        <p:txBody>
          <a:bodyPr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tx2">
                    <a:lumMod val="20000"/>
                    <a:lumOff val="80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36" name="Picture Placeholder 26"/>
          <p:cNvSpPr>
            <a:spLocks noGrp="1"/>
          </p:cNvSpPr>
          <p:nvPr>
            <p:ph type="pic" sz="quarter" idx="12" hasCustomPrompt="1"/>
          </p:nvPr>
        </p:nvSpPr>
        <p:spPr>
          <a:xfrm>
            <a:off x="1492517" y="1984189"/>
            <a:ext cx="2532888" cy="2532888"/>
          </a:xfrm>
          <a:prstGeom prst="ellipse">
            <a:avLst/>
          </a:prstGeo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1:1 ratio photo</a:t>
            </a: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4390006" y="2819716"/>
            <a:ext cx="7432568" cy="899331"/>
          </a:xfrm>
        </p:spPr>
        <p:txBody>
          <a:bodyPr anchor="b" anchorCtr="0"/>
          <a:lstStyle>
            <a:lvl1pPr algn="l">
              <a:defRPr sz="44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909A45-7F0F-474B-A549-6CF350A75D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89245" y="2215965"/>
            <a:ext cx="2427582" cy="57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14636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peaker Slide with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7">
            <a:extLst>
              <a:ext uri="{FF2B5EF4-FFF2-40B4-BE49-F238E27FC236}">
                <a16:creationId xmlns:a16="http://schemas.microsoft.com/office/drawing/2014/main" id="{627C41CD-C3E8-4A4A-BAE1-3E2630AB0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9245" y="1710671"/>
            <a:ext cx="6994966" cy="986568"/>
          </a:xfrm>
        </p:spPr>
        <p:txBody>
          <a:bodyPr anchor="b"/>
          <a:lstStyle>
            <a:lvl1pPr algn="l">
              <a:defRPr sz="44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22">
            <a:extLst>
              <a:ext uri="{FF2B5EF4-FFF2-40B4-BE49-F238E27FC236}">
                <a16:creationId xmlns:a16="http://schemas.microsoft.com/office/drawing/2014/main" id="{B1769B74-46AD-4300-A534-D94F7FB06B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387786" y="2726844"/>
            <a:ext cx="5807676" cy="749029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Picture Placeholder 26">
            <a:extLst>
              <a:ext uri="{FF2B5EF4-FFF2-40B4-BE49-F238E27FC236}">
                <a16:creationId xmlns:a16="http://schemas.microsoft.com/office/drawing/2014/main" id="{683B06B6-BA77-45F6-84FA-0E6E2118588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2794096" y="1993570"/>
            <a:ext cx="1243584" cy="1243584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1:1 ratio photo</a:t>
            </a:r>
          </a:p>
        </p:txBody>
      </p:sp>
      <p:sp>
        <p:nvSpPr>
          <p:cNvPr id="11" name="Picture Placeholder 26">
            <a:extLst>
              <a:ext uri="{FF2B5EF4-FFF2-40B4-BE49-F238E27FC236}">
                <a16:creationId xmlns:a16="http://schemas.microsoft.com/office/drawing/2014/main" id="{F07E65ED-DF60-40C0-817A-EEDB6334D44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94096" y="3541777"/>
            <a:ext cx="1243584" cy="1243584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1:1 ratio photo</a:t>
            </a:r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C8E68FAB-8310-4F7E-A7AC-0D1D1F041C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6327" y="4288888"/>
            <a:ext cx="5807676" cy="749029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Text Placeholder 37">
            <a:extLst>
              <a:ext uri="{FF2B5EF4-FFF2-40B4-BE49-F238E27FC236}">
                <a16:creationId xmlns:a16="http://schemas.microsoft.com/office/drawing/2014/main" id="{98C2C319-BC07-473E-8C5A-DC55B7D0271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86327" y="3237154"/>
            <a:ext cx="7006603" cy="1015581"/>
          </a:xfrm>
        </p:spPr>
        <p:txBody>
          <a:bodyPr anchor="b"/>
          <a:lstStyle>
            <a:lvl1pPr marL="0" indent="0">
              <a:buNone/>
              <a:defRPr sz="44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Click to edit Master title style</a:t>
            </a:r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5EBE134B-80D1-4C1E-AA51-4304BF835D1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579537" y="6394621"/>
            <a:ext cx="1032926" cy="241526"/>
            <a:chOff x="2556" y="1860"/>
            <a:chExt cx="2566" cy="600"/>
          </a:xfrm>
        </p:grpSpPr>
        <p:sp>
          <p:nvSpPr>
            <p:cNvPr id="15" name="AutoShape 3">
              <a:extLst>
                <a:ext uri="{FF2B5EF4-FFF2-40B4-BE49-F238E27FC236}">
                  <a16:creationId xmlns:a16="http://schemas.microsoft.com/office/drawing/2014/main" id="{ABC46395-EAC1-413C-90F5-55779AAC6307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2558" y="1860"/>
              <a:ext cx="2564" cy="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4302AD76-7EF3-4456-85AD-A5C05D3284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124" y="1938"/>
              <a:ext cx="517" cy="522"/>
            </a:xfrm>
            <a:custGeom>
              <a:avLst/>
              <a:gdLst>
                <a:gd name="T0" fmla="*/ 253 w 253"/>
                <a:gd name="T1" fmla="*/ 0 h 253"/>
                <a:gd name="T2" fmla="*/ 206 w 253"/>
                <a:gd name="T3" fmla="*/ 0 h 253"/>
                <a:gd name="T4" fmla="*/ 126 w 253"/>
                <a:gd name="T5" fmla="*/ 159 h 253"/>
                <a:gd name="T6" fmla="*/ 46 w 253"/>
                <a:gd name="T7" fmla="*/ 0 h 253"/>
                <a:gd name="T8" fmla="*/ 0 w 253"/>
                <a:gd name="T9" fmla="*/ 0 h 253"/>
                <a:gd name="T10" fmla="*/ 126 w 253"/>
                <a:gd name="T11" fmla="*/ 253 h 253"/>
                <a:gd name="T12" fmla="*/ 253 w 253"/>
                <a:gd name="T13" fmla="*/ 0 h 2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3" h="253">
                  <a:moveTo>
                    <a:pt x="253" y="0"/>
                  </a:moveTo>
                  <a:cubicBezTo>
                    <a:pt x="206" y="0"/>
                    <a:pt x="206" y="0"/>
                    <a:pt x="206" y="0"/>
                  </a:cubicBezTo>
                  <a:cubicBezTo>
                    <a:pt x="126" y="159"/>
                    <a:pt x="126" y="159"/>
                    <a:pt x="126" y="159"/>
                  </a:cubicBezTo>
                  <a:cubicBezTo>
                    <a:pt x="46" y="0"/>
                    <a:pt x="46" y="0"/>
                    <a:pt x="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0" y="100"/>
                    <a:pt x="126" y="253"/>
                    <a:pt x="126" y="253"/>
                  </a:cubicBezTo>
                  <a:lnTo>
                    <a:pt x="2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B86F0A19-B5CE-40B0-BC9B-9784C39B157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42" y="1934"/>
              <a:ext cx="505" cy="507"/>
            </a:xfrm>
            <a:custGeom>
              <a:avLst/>
              <a:gdLst>
                <a:gd name="T0" fmla="*/ 124 w 247"/>
                <a:gd name="T1" fmla="*/ 206 h 246"/>
                <a:gd name="T2" fmla="*/ 43 w 247"/>
                <a:gd name="T3" fmla="*/ 143 h 246"/>
                <a:gd name="T4" fmla="*/ 247 w 247"/>
                <a:gd name="T5" fmla="*/ 143 h 246"/>
                <a:gd name="T6" fmla="*/ 247 w 247"/>
                <a:gd name="T7" fmla="*/ 123 h 246"/>
                <a:gd name="T8" fmla="*/ 124 w 247"/>
                <a:gd name="T9" fmla="*/ 0 h 246"/>
                <a:gd name="T10" fmla="*/ 0 w 247"/>
                <a:gd name="T11" fmla="*/ 123 h 246"/>
                <a:gd name="T12" fmla="*/ 124 w 247"/>
                <a:gd name="T13" fmla="*/ 246 h 246"/>
                <a:gd name="T14" fmla="*/ 233 w 247"/>
                <a:gd name="T15" fmla="*/ 181 h 246"/>
                <a:gd name="T16" fmla="*/ 184 w 247"/>
                <a:gd name="T17" fmla="*/ 181 h 246"/>
                <a:gd name="T18" fmla="*/ 124 w 247"/>
                <a:gd name="T19" fmla="*/ 206 h 246"/>
                <a:gd name="T20" fmla="*/ 124 w 247"/>
                <a:gd name="T21" fmla="*/ 40 h 246"/>
                <a:gd name="T22" fmla="*/ 205 w 247"/>
                <a:gd name="T23" fmla="*/ 103 h 246"/>
                <a:gd name="T24" fmla="*/ 43 w 247"/>
                <a:gd name="T25" fmla="*/ 103 h 246"/>
                <a:gd name="T26" fmla="*/ 124 w 247"/>
                <a:gd name="T27" fmla="*/ 40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7" h="246">
                  <a:moveTo>
                    <a:pt x="124" y="206"/>
                  </a:moveTo>
                  <a:cubicBezTo>
                    <a:pt x="85" y="206"/>
                    <a:pt x="52" y="179"/>
                    <a:pt x="43" y="143"/>
                  </a:cubicBezTo>
                  <a:cubicBezTo>
                    <a:pt x="247" y="143"/>
                    <a:pt x="247" y="143"/>
                    <a:pt x="247" y="143"/>
                  </a:cubicBezTo>
                  <a:cubicBezTo>
                    <a:pt x="247" y="123"/>
                    <a:pt x="247" y="123"/>
                    <a:pt x="247" y="123"/>
                  </a:cubicBezTo>
                  <a:cubicBezTo>
                    <a:pt x="247" y="55"/>
                    <a:pt x="192" y="0"/>
                    <a:pt x="124" y="0"/>
                  </a:cubicBezTo>
                  <a:cubicBezTo>
                    <a:pt x="56" y="0"/>
                    <a:pt x="0" y="55"/>
                    <a:pt x="0" y="123"/>
                  </a:cubicBezTo>
                  <a:cubicBezTo>
                    <a:pt x="0" y="191"/>
                    <a:pt x="56" y="246"/>
                    <a:pt x="124" y="246"/>
                  </a:cubicBezTo>
                  <a:cubicBezTo>
                    <a:pt x="170" y="246"/>
                    <a:pt x="212" y="220"/>
                    <a:pt x="233" y="181"/>
                  </a:cubicBezTo>
                  <a:cubicBezTo>
                    <a:pt x="184" y="181"/>
                    <a:pt x="184" y="181"/>
                    <a:pt x="184" y="181"/>
                  </a:cubicBezTo>
                  <a:cubicBezTo>
                    <a:pt x="169" y="197"/>
                    <a:pt x="147" y="206"/>
                    <a:pt x="124" y="206"/>
                  </a:cubicBezTo>
                  <a:moveTo>
                    <a:pt x="124" y="40"/>
                  </a:moveTo>
                  <a:cubicBezTo>
                    <a:pt x="163" y="40"/>
                    <a:pt x="196" y="67"/>
                    <a:pt x="205" y="103"/>
                  </a:cubicBezTo>
                  <a:cubicBezTo>
                    <a:pt x="43" y="103"/>
                    <a:pt x="43" y="103"/>
                    <a:pt x="43" y="103"/>
                  </a:cubicBezTo>
                  <a:cubicBezTo>
                    <a:pt x="52" y="67"/>
                    <a:pt x="85" y="40"/>
                    <a:pt x="124" y="4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A64A2FC0-8A2B-4F94-BBE8-2A6E06637DB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17" y="1936"/>
              <a:ext cx="503" cy="507"/>
            </a:xfrm>
            <a:custGeom>
              <a:avLst/>
              <a:gdLst>
                <a:gd name="T0" fmla="*/ 246 w 246"/>
                <a:gd name="T1" fmla="*/ 123 h 246"/>
                <a:gd name="T2" fmla="*/ 246 w 246"/>
                <a:gd name="T3" fmla="*/ 122 h 246"/>
                <a:gd name="T4" fmla="*/ 246 w 246"/>
                <a:gd name="T5" fmla="*/ 2 h 246"/>
                <a:gd name="T6" fmla="*/ 206 w 246"/>
                <a:gd name="T7" fmla="*/ 2 h 246"/>
                <a:gd name="T8" fmla="*/ 206 w 246"/>
                <a:gd name="T9" fmla="*/ 32 h 246"/>
                <a:gd name="T10" fmla="*/ 123 w 246"/>
                <a:gd name="T11" fmla="*/ 0 h 246"/>
                <a:gd name="T12" fmla="*/ 0 w 246"/>
                <a:gd name="T13" fmla="*/ 123 h 246"/>
                <a:gd name="T14" fmla="*/ 123 w 246"/>
                <a:gd name="T15" fmla="*/ 246 h 246"/>
                <a:gd name="T16" fmla="*/ 206 w 246"/>
                <a:gd name="T17" fmla="*/ 214 h 246"/>
                <a:gd name="T18" fmla="*/ 206 w 246"/>
                <a:gd name="T19" fmla="*/ 244 h 246"/>
                <a:gd name="T20" fmla="*/ 246 w 246"/>
                <a:gd name="T21" fmla="*/ 244 h 246"/>
                <a:gd name="T22" fmla="*/ 246 w 246"/>
                <a:gd name="T23" fmla="*/ 124 h 246"/>
                <a:gd name="T24" fmla="*/ 246 w 246"/>
                <a:gd name="T25" fmla="*/ 123 h 246"/>
                <a:gd name="T26" fmla="*/ 123 w 246"/>
                <a:gd name="T27" fmla="*/ 206 h 246"/>
                <a:gd name="T28" fmla="*/ 40 w 246"/>
                <a:gd name="T29" fmla="*/ 123 h 246"/>
                <a:gd name="T30" fmla="*/ 123 w 246"/>
                <a:gd name="T31" fmla="*/ 40 h 246"/>
                <a:gd name="T32" fmla="*/ 206 w 246"/>
                <a:gd name="T33" fmla="*/ 122 h 246"/>
                <a:gd name="T34" fmla="*/ 206 w 246"/>
                <a:gd name="T35" fmla="*/ 124 h 246"/>
                <a:gd name="T36" fmla="*/ 123 w 246"/>
                <a:gd name="T37" fmla="*/ 206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46" h="246">
                  <a:moveTo>
                    <a:pt x="246" y="123"/>
                  </a:moveTo>
                  <a:cubicBezTo>
                    <a:pt x="246" y="123"/>
                    <a:pt x="246" y="122"/>
                    <a:pt x="246" y="122"/>
                  </a:cubicBezTo>
                  <a:cubicBezTo>
                    <a:pt x="246" y="2"/>
                    <a:pt x="246" y="2"/>
                    <a:pt x="246" y="2"/>
                  </a:cubicBezTo>
                  <a:cubicBezTo>
                    <a:pt x="206" y="2"/>
                    <a:pt x="206" y="2"/>
                    <a:pt x="206" y="2"/>
                  </a:cubicBezTo>
                  <a:cubicBezTo>
                    <a:pt x="206" y="32"/>
                    <a:pt x="206" y="32"/>
                    <a:pt x="206" y="32"/>
                  </a:cubicBezTo>
                  <a:cubicBezTo>
                    <a:pt x="184" y="12"/>
                    <a:pt x="155" y="0"/>
                    <a:pt x="123" y="0"/>
                  </a:cubicBezTo>
                  <a:cubicBezTo>
                    <a:pt x="55" y="0"/>
                    <a:pt x="0" y="55"/>
                    <a:pt x="0" y="123"/>
                  </a:cubicBezTo>
                  <a:cubicBezTo>
                    <a:pt x="0" y="191"/>
                    <a:pt x="55" y="246"/>
                    <a:pt x="123" y="246"/>
                  </a:cubicBezTo>
                  <a:cubicBezTo>
                    <a:pt x="155" y="246"/>
                    <a:pt x="184" y="234"/>
                    <a:pt x="206" y="214"/>
                  </a:cubicBezTo>
                  <a:cubicBezTo>
                    <a:pt x="206" y="244"/>
                    <a:pt x="206" y="244"/>
                    <a:pt x="206" y="244"/>
                  </a:cubicBezTo>
                  <a:cubicBezTo>
                    <a:pt x="246" y="244"/>
                    <a:pt x="246" y="244"/>
                    <a:pt x="246" y="244"/>
                  </a:cubicBezTo>
                  <a:cubicBezTo>
                    <a:pt x="246" y="124"/>
                    <a:pt x="246" y="124"/>
                    <a:pt x="246" y="124"/>
                  </a:cubicBezTo>
                  <a:cubicBezTo>
                    <a:pt x="246" y="124"/>
                    <a:pt x="246" y="123"/>
                    <a:pt x="246" y="123"/>
                  </a:cubicBezTo>
                  <a:moveTo>
                    <a:pt x="123" y="206"/>
                  </a:moveTo>
                  <a:cubicBezTo>
                    <a:pt x="77" y="206"/>
                    <a:pt x="40" y="169"/>
                    <a:pt x="40" y="123"/>
                  </a:cubicBezTo>
                  <a:cubicBezTo>
                    <a:pt x="40" y="77"/>
                    <a:pt x="77" y="40"/>
                    <a:pt x="123" y="40"/>
                  </a:cubicBezTo>
                  <a:cubicBezTo>
                    <a:pt x="169" y="40"/>
                    <a:pt x="206" y="76"/>
                    <a:pt x="206" y="122"/>
                  </a:cubicBezTo>
                  <a:cubicBezTo>
                    <a:pt x="206" y="124"/>
                    <a:pt x="206" y="124"/>
                    <a:pt x="206" y="124"/>
                  </a:cubicBezTo>
                  <a:cubicBezTo>
                    <a:pt x="206" y="170"/>
                    <a:pt x="169" y="206"/>
                    <a:pt x="123" y="206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96CB07EA-81A4-4338-A1EE-4A1B4B4415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81" y="1934"/>
              <a:ext cx="505" cy="507"/>
            </a:xfrm>
            <a:custGeom>
              <a:avLst/>
              <a:gdLst>
                <a:gd name="T0" fmla="*/ 124 w 247"/>
                <a:gd name="T1" fmla="*/ 206 h 246"/>
                <a:gd name="T2" fmla="*/ 43 w 247"/>
                <a:gd name="T3" fmla="*/ 143 h 246"/>
                <a:gd name="T4" fmla="*/ 247 w 247"/>
                <a:gd name="T5" fmla="*/ 143 h 246"/>
                <a:gd name="T6" fmla="*/ 247 w 247"/>
                <a:gd name="T7" fmla="*/ 123 h 246"/>
                <a:gd name="T8" fmla="*/ 124 w 247"/>
                <a:gd name="T9" fmla="*/ 0 h 246"/>
                <a:gd name="T10" fmla="*/ 0 w 247"/>
                <a:gd name="T11" fmla="*/ 123 h 246"/>
                <a:gd name="T12" fmla="*/ 124 w 247"/>
                <a:gd name="T13" fmla="*/ 246 h 246"/>
                <a:gd name="T14" fmla="*/ 233 w 247"/>
                <a:gd name="T15" fmla="*/ 181 h 246"/>
                <a:gd name="T16" fmla="*/ 184 w 247"/>
                <a:gd name="T17" fmla="*/ 181 h 246"/>
                <a:gd name="T18" fmla="*/ 124 w 247"/>
                <a:gd name="T19" fmla="*/ 206 h 246"/>
                <a:gd name="T20" fmla="*/ 124 w 247"/>
                <a:gd name="T21" fmla="*/ 40 h 246"/>
                <a:gd name="T22" fmla="*/ 205 w 247"/>
                <a:gd name="T23" fmla="*/ 103 h 246"/>
                <a:gd name="T24" fmla="*/ 43 w 247"/>
                <a:gd name="T25" fmla="*/ 103 h 246"/>
                <a:gd name="T26" fmla="*/ 124 w 247"/>
                <a:gd name="T27" fmla="*/ 40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7" h="246">
                  <a:moveTo>
                    <a:pt x="124" y="206"/>
                  </a:moveTo>
                  <a:cubicBezTo>
                    <a:pt x="85" y="206"/>
                    <a:pt x="52" y="179"/>
                    <a:pt x="43" y="143"/>
                  </a:cubicBezTo>
                  <a:cubicBezTo>
                    <a:pt x="247" y="143"/>
                    <a:pt x="247" y="143"/>
                    <a:pt x="247" y="143"/>
                  </a:cubicBezTo>
                  <a:cubicBezTo>
                    <a:pt x="247" y="123"/>
                    <a:pt x="247" y="123"/>
                    <a:pt x="247" y="123"/>
                  </a:cubicBezTo>
                  <a:cubicBezTo>
                    <a:pt x="247" y="55"/>
                    <a:pt x="192" y="0"/>
                    <a:pt x="124" y="0"/>
                  </a:cubicBezTo>
                  <a:cubicBezTo>
                    <a:pt x="56" y="0"/>
                    <a:pt x="0" y="55"/>
                    <a:pt x="0" y="123"/>
                  </a:cubicBezTo>
                  <a:cubicBezTo>
                    <a:pt x="0" y="191"/>
                    <a:pt x="56" y="246"/>
                    <a:pt x="124" y="246"/>
                  </a:cubicBezTo>
                  <a:cubicBezTo>
                    <a:pt x="171" y="246"/>
                    <a:pt x="212" y="220"/>
                    <a:pt x="233" y="181"/>
                  </a:cubicBezTo>
                  <a:cubicBezTo>
                    <a:pt x="184" y="181"/>
                    <a:pt x="184" y="181"/>
                    <a:pt x="184" y="181"/>
                  </a:cubicBezTo>
                  <a:cubicBezTo>
                    <a:pt x="169" y="197"/>
                    <a:pt x="147" y="206"/>
                    <a:pt x="124" y="206"/>
                  </a:cubicBezTo>
                  <a:moveTo>
                    <a:pt x="124" y="40"/>
                  </a:moveTo>
                  <a:cubicBezTo>
                    <a:pt x="163" y="40"/>
                    <a:pt x="196" y="67"/>
                    <a:pt x="205" y="103"/>
                  </a:cubicBezTo>
                  <a:cubicBezTo>
                    <a:pt x="43" y="103"/>
                    <a:pt x="43" y="103"/>
                    <a:pt x="43" y="103"/>
                  </a:cubicBezTo>
                  <a:cubicBezTo>
                    <a:pt x="52" y="67"/>
                    <a:pt x="85" y="40"/>
                    <a:pt x="124" y="4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345BCDC0-8A9B-4220-8C2D-02A35AAB44E5}"/>
                </a:ext>
              </a:extLst>
            </p:cNvPr>
            <p:cNvSpPr>
              <a:spLocks/>
            </p:cNvSpPr>
            <p:nvPr/>
          </p:nvSpPr>
          <p:spPr bwMode="auto">
            <a:xfrm>
              <a:off x="2556" y="1862"/>
              <a:ext cx="585" cy="598"/>
            </a:xfrm>
            <a:custGeom>
              <a:avLst/>
              <a:gdLst>
                <a:gd name="T0" fmla="*/ 0 w 585"/>
                <a:gd name="T1" fmla="*/ 0 h 598"/>
                <a:gd name="T2" fmla="*/ 102 w 585"/>
                <a:gd name="T3" fmla="*/ 0 h 598"/>
                <a:gd name="T4" fmla="*/ 294 w 585"/>
                <a:gd name="T5" fmla="*/ 390 h 598"/>
                <a:gd name="T6" fmla="*/ 487 w 585"/>
                <a:gd name="T7" fmla="*/ 0 h 598"/>
                <a:gd name="T8" fmla="*/ 585 w 585"/>
                <a:gd name="T9" fmla="*/ 0 h 598"/>
                <a:gd name="T10" fmla="*/ 294 w 585"/>
                <a:gd name="T11" fmla="*/ 598 h 598"/>
                <a:gd name="T12" fmla="*/ 0 w 585"/>
                <a:gd name="T13" fmla="*/ 0 h 5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5" h="598">
                  <a:moveTo>
                    <a:pt x="0" y="0"/>
                  </a:moveTo>
                  <a:lnTo>
                    <a:pt x="102" y="0"/>
                  </a:lnTo>
                  <a:lnTo>
                    <a:pt x="294" y="390"/>
                  </a:lnTo>
                  <a:lnTo>
                    <a:pt x="487" y="0"/>
                  </a:lnTo>
                  <a:lnTo>
                    <a:pt x="585" y="0"/>
                  </a:lnTo>
                  <a:lnTo>
                    <a:pt x="294" y="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E0FC14A4-477F-4426-B922-4D655E4BD035}"/>
                </a:ext>
              </a:extLst>
            </p:cNvPr>
            <p:cNvSpPr>
              <a:spLocks/>
            </p:cNvSpPr>
            <p:nvPr/>
          </p:nvSpPr>
          <p:spPr bwMode="auto">
            <a:xfrm>
              <a:off x="2556" y="1862"/>
              <a:ext cx="585" cy="598"/>
            </a:xfrm>
            <a:custGeom>
              <a:avLst/>
              <a:gdLst>
                <a:gd name="T0" fmla="*/ 0 w 585"/>
                <a:gd name="T1" fmla="*/ 0 h 598"/>
                <a:gd name="T2" fmla="*/ 102 w 585"/>
                <a:gd name="T3" fmla="*/ 0 h 598"/>
                <a:gd name="T4" fmla="*/ 294 w 585"/>
                <a:gd name="T5" fmla="*/ 390 h 598"/>
                <a:gd name="T6" fmla="*/ 487 w 585"/>
                <a:gd name="T7" fmla="*/ 0 h 598"/>
                <a:gd name="T8" fmla="*/ 585 w 585"/>
                <a:gd name="T9" fmla="*/ 0 h 598"/>
                <a:gd name="T10" fmla="*/ 294 w 585"/>
                <a:gd name="T11" fmla="*/ 598 h 598"/>
                <a:gd name="T12" fmla="*/ 0 w 585"/>
                <a:gd name="T13" fmla="*/ 0 h 5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5" h="598">
                  <a:moveTo>
                    <a:pt x="0" y="0"/>
                  </a:moveTo>
                  <a:lnTo>
                    <a:pt x="102" y="0"/>
                  </a:lnTo>
                  <a:lnTo>
                    <a:pt x="294" y="390"/>
                  </a:lnTo>
                  <a:lnTo>
                    <a:pt x="487" y="0"/>
                  </a:lnTo>
                  <a:lnTo>
                    <a:pt x="585" y="0"/>
                  </a:lnTo>
                  <a:lnTo>
                    <a:pt x="294" y="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AA43B426-E2D9-422C-9506-4BAF81946C8E}"/>
                </a:ext>
              </a:extLst>
            </p:cNvPr>
            <p:cNvSpPr>
              <a:spLocks/>
            </p:cNvSpPr>
            <p:nvPr/>
          </p:nvSpPr>
          <p:spPr bwMode="auto">
            <a:xfrm>
              <a:off x="2718" y="1862"/>
              <a:ext cx="263" cy="266"/>
            </a:xfrm>
            <a:custGeom>
              <a:avLst/>
              <a:gdLst>
                <a:gd name="T0" fmla="*/ 0 w 129"/>
                <a:gd name="T1" fmla="*/ 0 h 129"/>
                <a:gd name="T2" fmla="*/ 64 w 129"/>
                <a:gd name="T3" fmla="*/ 129 h 129"/>
                <a:gd name="T4" fmla="*/ 129 w 129"/>
                <a:gd name="T5" fmla="*/ 0 h 129"/>
                <a:gd name="T6" fmla="*/ 0 w 129"/>
                <a:gd name="T7" fmla="*/ 0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9" h="129">
                  <a:moveTo>
                    <a:pt x="0" y="0"/>
                  </a:moveTo>
                  <a:cubicBezTo>
                    <a:pt x="64" y="129"/>
                    <a:pt x="64" y="129"/>
                    <a:pt x="64" y="129"/>
                  </a:cubicBezTo>
                  <a:cubicBezTo>
                    <a:pt x="129" y="0"/>
                    <a:pt x="129" y="0"/>
                    <a:pt x="129" y="0"/>
                  </a:cubicBezTo>
                  <a:cubicBezTo>
                    <a:pt x="129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0365154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276303" y="96275"/>
            <a:ext cx="11639394" cy="9705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826623" y="1066800"/>
            <a:ext cx="11089073" cy="5410200"/>
          </a:xfrm>
        </p:spPr>
        <p:txBody>
          <a:bodyPr/>
          <a:lstStyle>
            <a:lvl1pPr>
              <a:lnSpc>
                <a:spcPct val="80000"/>
              </a:lnSpc>
              <a:spcBef>
                <a:spcPts val="1000"/>
              </a:spcBef>
              <a:defRPr/>
            </a:lvl1pPr>
            <a:lvl2pPr>
              <a:lnSpc>
                <a:spcPct val="80000"/>
              </a:lnSpc>
              <a:spcBef>
                <a:spcPts val="600"/>
              </a:spcBef>
              <a:defRPr/>
            </a:lvl2pPr>
            <a:lvl3pPr>
              <a:lnSpc>
                <a:spcPct val="80000"/>
              </a:lnSpc>
              <a:spcBef>
                <a:spcPts val="600"/>
              </a:spcBef>
              <a:defRPr/>
            </a:lvl3pPr>
            <a:lvl4pPr>
              <a:lnSpc>
                <a:spcPct val="80000"/>
              </a:lnSpc>
              <a:spcBef>
                <a:spcPts val="600"/>
              </a:spcBef>
              <a:defRPr/>
            </a:lvl4pPr>
            <a:lvl5pPr>
              <a:lnSpc>
                <a:spcPct val="80000"/>
              </a:lnSpc>
              <a:spcBef>
                <a:spcPts val="600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561646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826624" y="1371600"/>
            <a:ext cx="11098676" cy="5105400"/>
          </a:xfrm>
        </p:spPr>
        <p:txBody>
          <a:bodyPr/>
          <a:lstStyle>
            <a:lvl1pPr>
              <a:lnSpc>
                <a:spcPct val="80000"/>
              </a:lnSpc>
              <a:spcBef>
                <a:spcPts val="1000"/>
              </a:spcBef>
              <a:defRPr/>
            </a:lvl1pPr>
            <a:lvl2pPr>
              <a:lnSpc>
                <a:spcPct val="80000"/>
              </a:lnSpc>
              <a:spcBef>
                <a:spcPts val="600"/>
              </a:spcBef>
              <a:defRPr/>
            </a:lvl2pPr>
            <a:lvl3pPr>
              <a:lnSpc>
                <a:spcPct val="80000"/>
              </a:lnSpc>
              <a:spcBef>
                <a:spcPts val="600"/>
              </a:spcBef>
              <a:defRPr/>
            </a:lvl3pPr>
            <a:lvl4pPr>
              <a:lnSpc>
                <a:spcPct val="80000"/>
              </a:lnSpc>
              <a:spcBef>
                <a:spcPts val="600"/>
              </a:spcBef>
              <a:defRPr/>
            </a:lvl4pPr>
            <a:lvl5pPr>
              <a:lnSpc>
                <a:spcPct val="80000"/>
              </a:lnSpc>
              <a:spcBef>
                <a:spcPts val="600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276303" y="907082"/>
            <a:ext cx="11639394" cy="579664"/>
          </a:xfrm>
        </p:spPr>
        <p:txBody>
          <a:bodyPr>
            <a:noAutofit/>
          </a:bodyPr>
          <a:lstStyle>
            <a:lvl1pPr marL="0" indent="0" algn="ctr">
              <a:buNone/>
              <a:defRPr sz="2600">
                <a:solidFill>
                  <a:srgbClr val="87888D"/>
                </a:solidFill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76303" y="96275"/>
            <a:ext cx="11639394" cy="9705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375260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371600"/>
            <a:ext cx="5181600" cy="5105400"/>
          </a:xfrm>
        </p:spPr>
        <p:txBody>
          <a:bodyPr/>
          <a:lstStyle>
            <a:lvl1pPr>
              <a:lnSpc>
                <a:spcPct val="80000"/>
              </a:lnSpc>
              <a:spcBef>
                <a:spcPts val="1000"/>
              </a:spcBef>
              <a:defRPr/>
            </a:lvl1pPr>
            <a:lvl2pPr>
              <a:lnSpc>
                <a:spcPct val="80000"/>
              </a:lnSpc>
              <a:spcBef>
                <a:spcPts val="600"/>
              </a:spcBef>
              <a:defRPr/>
            </a:lvl2pPr>
            <a:lvl3pPr>
              <a:lnSpc>
                <a:spcPct val="80000"/>
              </a:lnSpc>
              <a:spcBef>
                <a:spcPts val="600"/>
              </a:spcBef>
              <a:defRPr/>
            </a:lvl3pPr>
            <a:lvl4pPr>
              <a:lnSpc>
                <a:spcPct val="80000"/>
              </a:lnSpc>
              <a:spcBef>
                <a:spcPts val="600"/>
              </a:spcBef>
              <a:defRPr/>
            </a:lvl4pPr>
            <a:lvl5pPr>
              <a:lnSpc>
                <a:spcPct val="80000"/>
              </a:lnSpc>
              <a:spcBef>
                <a:spcPts val="600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371600"/>
            <a:ext cx="5181600" cy="5105400"/>
          </a:xfrm>
        </p:spPr>
        <p:txBody>
          <a:bodyPr/>
          <a:lstStyle>
            <a:lvl1pPr>
              <a:lnSpc>
                <a:spcPct val="80000"/>
              </a:lnSpc>
              <a:spcBef>
                <a:spcPts val="1000"/>
              </a:spcBef>
              <a:defRPr/>
            </a:lvl1pPr>
            <a:lvl2pPr>
              <a:lnSpc>
                <a:spcPct val="80000"/>
              </a:lnSpc>
              <a:spcBef>
                <a:spcPts val="600"/>
              </a:spcBef>
              <a:defRPr/>
            </a:lvl2pPr>
            <a:lvl3pPr>
              <a:lnSpc>
                <a:spcPct val="80000"/>
              </a:lnSpc>
              <a:spcBef>
                <a:spcPts val="600"/>
              </a:spcBef>
              <a:defRPr/>
            </a:lvl3pPr>
            <a:lvl4pPr>
              <a:lnSpc>
                <a:spcPct val="80000"/>
              </a:lnSpc>
              <a:spcBef>
                <a:spcPts val="600"/>
              </a:spcBef>
              <a:defRPr/>
            </a:lvl4pPr>
            <a:lvl5pPr>
              <a:lnSpc>
                <a:spcPct val="80000"/>
              </a:lnSpc>
              <a:spcBef>
                <a:spcPts val="600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C576A4-4C87-4B34-BF22-44DA60DFC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2915755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303" y="96276"/>
            <a:ext cx="11639394" cy="9705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2AC331BD-B2D2-49AA-B79F-08337B3E34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5969" y="907082"/>
            <a:ext cx="10660063" cy="579664"/>
          </a:xfrm>
        </p:spPr>
        <p:txBody>
          <a:bodyPr>
            <a:noAutofit/>
          </a:bodyPr>
          <a:lstStyle>
            <a:lvl1pPr marL="0" indent="0" algn="ctr">
              <a:buNone/>
              <a:defRPr sz="2600">
                <a:solidFill>
                  <a:srgbClr val="87888D"/>
                </a:solidFill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61756098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303" y="96276"/>
            <a:ext cx="11639394" cy="98288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700111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1530935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Oran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4771A77B-1F44-4C45-9FC1-E6BDBA049088}"/>
              </a:ext>
            </a:extLst>
          </p:cNvPr>
          <p:cNvGrpSpPr/>
          <p:nvPr userDrawn="1"/>
        </p:nvGrpSpPr>
        <p:grpSpPr>
          <a:xfrm>
            <a:off x="234968" y="6519734"/>
            <a:ext cx="244893" cy="248803"/>
            <a:chOff x="2666237" y="2584432"/>
            <a:chExt cx="864026" cy="877824"/>
          </a:xfrm>
          <a:solidFill>
            <a:schemeClr val="tx2"/>
          </a:solidFill>
        </p:grpSpPr>
        <p:sp>
          <p:nvSpPr>
            <p:cNvPr id="17" name="Freeform 18">
              <a:extLst>
                <a:ext uri="{FF2B5EF4-FFF2-40B4-BE49-F238E27FC236}">
                  <a16:creationId xmlns:a16="http://schemas.microsoft.com/office/drawing/2014/main" id="{FD72028D-DDA7-4967-A2CE-0329296D9D38}"/>
                </a:ext>
              </a:extLst>
            </p:cNvPr>
            <p:cNvSpPr>
              <a:spLocks/>
            </p:cNvSpPr>
            <p:nvPr/>
          </p:nvSpPr>
          <p:spPr bwMode="auto">
            <a:xfrm>
              <a:off x="2666237" y="2584432"/>
              <a:ext cx="864026" cy="877824"/>
            </a:xfrm>
            <a:custGeom>
              <a:avLst/>
              <a:gdLst>
                <a:gd name="T0" fmla="*/ 0 w 1315"/>
                <a:gd name="T1" fmla="*/ 0 h 1336"/>
                <a:gd name="T2" fmla="*/ 229 w 1315"/>
                <a:gd name="T3" fmla="*/ 0 h 1336"/>
                <a:gd name="T4" fmla="*/ 659 w 1315"/>
                <a:gd name="T5" fmla="*/ 873 h 1336"/>
                <a:gd name="T6" fmla="*/ 1090 w 1315"/>
                <a:gd name="T7" fmla="*/ 0 h 1336"/>
                <a:gd name="T8" fmla="*/ 1315 w 1315"/>
                <a:gd name="T9" fmla="*/ 0 h 1336"/>
                <a:gd name="T10" fmla="*/ 659 w 1315"/>
                <a:gd name="T11" fmla="*/ 1336 h 1336"/>
                <a:gd name="T12" fmla="*/ 0 w 1315"/>
                <a:gd name="T13" fmla="*/ 0 h 1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15" h="1336">
                  <a:moveTo>
                    <a:pt x="0" y="0"/>
                  </a:moveTo>
                  <a:lnTo>
                    <a:pt x="229" y="0"/>
                  </a:lnTo>
                  <a:lnTo>
                    <a:pt x="659" y="873"/>
                  </a:lnTo>
                  <a:lnTo>
                    <a:pt x="1090" y="0"/>
                  </a:lnTo>
                  <a:lnTo>
                    <a:pt x="1315" y="0"/>
                  </a:lnTo>
                  <a:lnTo>
                    <a:pt x="659" y="13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19">
              <a:extLst>
                <a:ext uri="{FF2B5EF4-FFF2-40B4-BE49-F238E27FC236}">
                  <a16:creationId xmlns:a16="http://schemas.microsoft.com/office/drawing/2014/main" id="{0B14393C-DF94-435E-A3D5-4C4618382F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902776" y="2584432"/>
              <a:ext cx="390290" cy="390947"/>
            </a:xfrm>
            <a:custGeom>
              <a:avLst/>
              <a:gdLst>
                <a:gd name="T0" fmla="*/ 0 w 135"/>
                <a:gd name="T1" fmla="*/ 0 h 135"/>
                <a:gd name="T2" fmla="*/ 68 w 135"/>
                <a:gd name="T3" fmla="*/ 135 h 135"/>
                <a:gd name="T4" fmla="*/ 135 w 135"/>
                <a:gd name="T5" fmla="*/ 0 h 135"/>
                <a:gd name="T6" fmla="*/ 0 w 135"/>
                <a:gd name="T7" fmla="*/ 0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5" h="135">
                  <a:moveTo>
                    <a:pt x="0" y="0"/>
                  </a:moveTo>
                  <a:cubicBezTo>
                    <a:pt x="68" y="135"/>
                    <a:pt x="68" y="135"/>
                    <a:pt x="68" y="13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135" y="0"/>
                    <a:pt x="0" y="0"/>
                    <a:pt x="0" y="0"/>
                  </a:cubicBezTo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6ACBAAB-B5D4-4EFE-94DD-62E2364FDB44}"/>
              </a:ext>
            </a:extLst>
          </p:cNvPr>
          <p:cNvSpPr txBox="1"/>
          <p:nvPr userDrawn="1"/>
        </p:nvSpPr>
        <p:spPr>
          <a:xfrm>
            <a:off x="11017792" y="6521025"/>
            <a:ext cx="10195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44515CC9-B04E-49D1-8DBC-3EBC45FAC8C9}" type="slidenum">
              <a:rPr lang="en-US" sz="1000" kern="1200" smtClean="0">
                <a:solidFill>
                  <a:schemeClr val="tx2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en-US" sz="1000" kern="1200" dirty="0">
              <a:solidFill>
                <a:schemeClr val="tx2">
                  <a:lumMod val="40000"/>
                  <a:lumOff val="60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12BFF4-1D13-4C5F-BB0E-FB5A71F3558D}"/>
              </a:ext>
            </a:extLst>
          </p:cNvPr>
          <p:cNvSpPr txBox="1"/>
          <p:nvPr userDrawn="1"/>
        </p:nvSpPr>
        <p:spPr>
          <a:xfrm>
            <a:off x="4392560" y="6530550"/>
            <a:ext cx="34068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kern="600" dirty="0">
                <a:solidFill>
                  <a:schemeClr val="bg1"/>
                </a:solidFill>
                <a:latin typeface="+mn-lt"/>
                <a:ea typeface="ＭＳ Ｐゴシック" charset="0"/>
              </a:rPr>
              <a:t>Copyright © Veeva Systems 2019</a:t>
            </a:r>
          </a:p>
        </p:txBody>
      </p:sp>
    </p:spTree>
    <p:extLst>
      <p:ext uri="{BB962C8B-B14F-4D97-AF65-F5344CB8AC3E}">
        <p14:creationId xmlns:p14="http://schemas.microsoft.com/office/powerpoint/2010/main" val="192737253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EC544-7AFA-441A-88D1-CC648E4AF892}"/>
              </a:ext>
            </a:extLst>
          </p:cNvPr>
          <p:cNvSpPr/>
          <p:nvPr userDrawn="1"/>
        </p:nvSpPr>
        <p:spPr>
          <a:xfrm>
            <a:off x="5173362" y="6519734"/>
            <a:ext cx="3188043" cy="3382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 userDrawn="1"/>
        </p:nvSpPr>
        <p:spPr>
          <a:xfrm>
            <a:off x="0" y="0"/>
            <a:ext cx="493579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303" y="2673884"/>
            <a:ext cx="4423516" cy="1101213"/>
          </a:xfrm>
        </p:spPr>
        <p:txBody>
          <a:bodyPr anchor="ctr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5358808" y="1485900"/>
            <a:ext cx="6368904" cy="4991099"/>
          </a:xfrm>
        </p:spPr>
        <p:txBody>
          <a:bodyPr/>
          <a:lstStyle>
            <a:lvl1pPr>
              <a:lnSpc>
                <a:spcPct val="80000"/>
              </a:lnSpc>
              <a:spcBef>
                <a:spcPts val="1000"/>
              </a:spcBef>
              <a:defRPr/>
            </a:lvl1pPr>
            <a:lvl2pPr>
              <a:lnSpc>
                <a:spcPct val="80000"/>
              </a:lnSpc>
              <a:spcBef>
                <a:spcPts val="600"/>
              </a:spcBef>
              <a:defRPr/>
            </a:lvl2pPr>
            <a:lvl3pPr>
              <a:lnSpc>
                <a:spcPct val="80000"/>
              </a:lnSpc>
              <a:spcBef>
                <a:spcPts val="600"/>
              </a:spcBef>
              <a:defRPr/>
            </a:lvl3pPr>
            <a:lvl4pPr>
              <a:lnSpc>
                <a:spcPct val="80000"/>
              </a:lnSpc>
              <a:spcBef>
                <a:spcPts val="600"/>
              </a:spcBef>
              <a:defRPr/>
            </a:lvl4pPr>
            <a:lvl5pPr>
              <a:lnSpc>
                <a:spcPct val="80000"/>
              </a:lnSpc>
              <a:spcBef>
                <a:spcPts val="600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4CAE1D1-110B-4886-9EA2-83D162148686}"/>
              </a:ext>
            </a:extLst>
          </p:cNvPr>
          <p:cNvGrpSpPr/>
          <p:nvPr userDrawn="1"/>
        </p:nvGrpSpPr>
        <p:grpSpPr>
          <a:xfrm>
            <a:off x="234968" y="6519734"/>
            <a:ext cx="244893" cy="248803"/>
            <a:chOff x="2666237" y="2584432"/>
            <a:chExt cx="864026" cy="877824"/>
          </a:xfrm>
          <a:solidFill>
            <a:schemeClr val="tx2"/>
          </a:solidFill>
        </p:grpSpPr>
        <p:sp>
          <p:nvSpPr>
            <p:cNvPr id="11" name="Freeform 18">
              <a:extLst>
                <a:ext uri="{FF2B5EF4-FFF2-40B4-BE49-F238E27FC236}">
                  <a16:creationId xmlns:a16="http://schemas.microsoft.com/office/drawing/2014/main" id="{AE293493-C613-4580-9BA7-41575CA85802}"/>
                </a:ext>
              </a:extLst>
            </p:cNvPr>
            <p:cNvSpPr>
              <a:spLocks/>
            </p:cNvSpPr>
            <p:nvPr/>
          </p:nvSpPr>
          <p:spPr bwMode="auto">
            <a:xfrm>
              <a:off x="2666237" y="2584432"/>
              <a:ext cx="864026" cy="877824"/>
            </a:xfrm>
            <a:custGeom>
              <a:avLst/>
              <a:gdLst>
                <a:gd name="T0" fmla="*/ 0 w 1315"/>
                <a:gd name="T1" fmla="*/ 0 h 1336"/>
                <a:gd name="T2" fmla="*/ 229 w 1315"/>
                <a:gd name="T3" fmla="*/ 0 h 1336"/>
                <a:gd name="T4" fmla="*/ 659 w 1315"/>
                <a:gd name="T5" fmla="*/ 873 h 1336"/>
                <a:gd name="T6" fmla="*/ 1090 w 1315"/>
                <a:gd name="T7" fmla="*/ 0 h 1336"/>
                <a:gd name="T8" fmla="*/ 1315 w 1315"/>
                <a:gd name="T9" fmla="*/ 0 h 1336"/>
                <a:gd name="T10" fmla="*/ 659 w 1315"/>
                <a:gd name="T11" fmla="*/ 1336 h 1336"/>
                <a:gd name="T12" fmla="*/ 0 w 1315"/>
                <a:gd name="T13" fmla="*/ 0 h 1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15" h="1336">
                  <a:moveTo>
                    <a:pt x="0" y="0"/>
                  </a:moveTo>
                  <a:lnTo>
                    <a:pt x="229" y="0"/>
                  </a:lnTo>
                  <a:lnTo>
                    <a:pt x="659" y="873"/>
                  </a:lnTo>
                  <a:lnTo>
                    <a:pt x="1090" y="0"/>
                  </a:lnTo>
                  <a:lnTo>
                    <a:pt x="1315" y="0"/>
                  </a:lnTo>
                  <a:lnTo>
                    <a:pt x="659" y="13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19">
              <a:extLst>
                <a:ext uri="{FF2B5EF4-FFF2-40B4-BE49-F238E27FC236}">
                  <a16:creationId xmlns:a16="http://schemas.microsoft.com/office/drawing/2014/main" id="{BBAB441E-7D65-4517-91F3-48D6BF6B29C8}"/>
                </a:ext>
              </a:extLst>
            </p:cNvPr>
            <p:cNvSpPr>
              <a:spLocks/>
            </p:cNvSpPr>
            <p:nvPr/>
          </p:nvSpPr>
          <p:spPr bwMode="auto">
            <a:xfrm>
              <a:off x="2902776" y="2584432"/>
              <a:ext cx="390290" cy="390947"/>
            </a:xfrm>
            <a:custGeom>
              <a:avLst/>
              <a:gdLst>
                <a:gd name="T0" fmla="*/ 0 w 135"/>
                <a:gd name="T1" fmla="*/ 0 h 135"/>
                <a:gd name="T2" fmla="*/ 68 w 135"/>
                <a:gd name="T3" fmla="*/ 135 h 135"/>
                <a:gd name="T4" fmla="*/ 135 w 135"/>
                <a:gd name="T5" fmla="*/ 0 h 135"/>
                <a:gd name="T6" fmla="*/ 0 w 135"/>
                <a:gd name="T7" fmla="*/ 0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5" h="135">
                  <a:moveTo>
                    <a:pt x="0" y="0"/>
                  </a:moveTo>
                  <a:cubicBezTo>
                    <a:pt x="68" y="135"/>
                    <a:pt x="68" y="135"/>
                    <a:pt x="68" y="13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135" y="0"/>
                    <a:pt x="0" y="0"/>
                    <a:pt x="0" y="0"/>
                  </a:cubicBezTo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CDA9090-28C5-41C1-88D4-65CD1E01E794}"/>
              </a:ext>
            </a:extLst>
          </p:cNvPr>
          <p:cNvSpPr txBox="1"/>
          <p:nvPr userDrawn="1"/>
        </p:nvSpPr>
        <p:spPr>
          <a:xfrm>
            <a:off x="4392560" y="6530550"/>
            <a:ext cx="34068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kern="600" dirty="0">
                <a:solidFill>
                  <a:schemeClr val="bg2">
                    <a:lumMod val="75000"/>
                  </a:schemeClr>
                </a:solidFill>
                <a:latin typeface="+mn-lt"/>
                <a:ea typeface="ＭＳ Ｐゴシック" charset="0"/>
              </a:rPr>
              <a:t>Copyright © Veeva Systems 2019</a:t>
            </a:r>
          </a:p>
        </p:txBody>
      </p:sp>
    </p:spTree>
    <p:extLst>
      <p:ext uri="{BB962C8B-B14F-4D97-AF65-F5344CB8AC3E}">
        <p14:creationId xmlns:p14="http://schemas.microsoft.com/office/powerpoint/2010/main" val="4147469638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e Orange Whi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1917" indent="-121917" algn="ctr">
              <a:spcBef>
                <a:spcPts val="1600"/>
              </a:spcBef>
              <a:buClr>
                <a:schemeClr val="tx2"/>
              </a:buClr>
            </a:pPr>
            <a:endParaRPr lang="en-US" sz="2400" dirty="0" err="1">
              <a:solidFill>
                <a:schemeClr val="bg1"/>
              </a:solidFill>
              <a:latin typeface="Calibri Light" panose="020F0302020204030204" pitchFamily="34" charset="0"/>
            </a:endParaRPr>
          </a:p>
        </p:txBody>
      </p:sp>
      <p:sp>
        <p:nvSpPr>
          <p:cNvPr id="3" name="Isosceles Triangle 2"/>
          <p:cNvSpPr/>
          <p:nvPr userDrawn="1"/>
        </p:nvSpPr>
        <p:spPr>
          <a:xfrm rot="5400000">
            <a:off x="5876152" y="3287625"/>
            <a:ext cx="668859" cy="282753"/>
          </a:xfrm>
          <a:prstGeom prst="triangle">
            <a:avLst/>
          </a:prstGeom>
          <a:solidFill>
            <a:schemeClr val="tx2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1917" indent="-121917" algn="ctr">
              <a:spcBef>
                <a:spcPts val="1600"/>
              </a:spcBef>
              <a:buClr>
                <a:schemeClr val="tx2"/>
              </a:buClr>
            </a:pPr>
            <a:endParaRPr lang="en-US" sz="2400" dirty="0" err="1">
              <a:solidFill>
                <a:schemeClr val="bg1"/>
              </a:solidFill>
              <a:latin typeface="Calibri Light" panose="020F03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C821FF-59B0-451F-99EC-ABE653651042}"/>
              </a:ext>
            </a:extLst>
          </p:cNvPr>
          <p:cNvSpPr txBox="1"/>
          <p:nvPr userDrawn="1"/>
        </p:nvSpPr>
        <p:spPr>
          <a:xfrm>
            <a:off x="11017792" y="6509749"/>
            <a:ext cx="10195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44515CC9-B04E-49D1-8DBC-3EBC45FAC8C9}" type="slidenum">
              <a:rPr lang="en-US" sz="10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en-US" sz="10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6D334D4-AB3F-4686-9455-4C8D903CFD6B}"/>
              </a:ext>
            </a:extLst>
          </p:cNvPr>
          <p:cNvGrpSpPr/>
          <p:nvPr userDrawn="1"/>
        </p:nvGrpSpPr>
        <p:grpSpPr>
          <a:xfrm>
            <a:off x="234968" y="6519734"/>
            <a:ext cx="244893" cy="248803"/>
            <a:chOff x="2666237" y="2584432"/>
            <a:chExt cx="864026" cy="877824"/>
          </a:xfrm>
          <a:solidFill>
            <a:schemeClr val="tx2"/>
          </a:solidFill>
        </p:grpSpPr>
        <p:sp>
          <p:nvSpPr>
            <p:cNvPr id="12" name="Freeform 18">
              <a:extLst>
                <a:ext uri="{FF2B5EF4-FFF2-40B4-BE49-F238E27FC236}">
                  <a16:creationId xmlns:a16="http://schemas.microsoft.com/office/drawing/2014/main" id="{C4A3D158-6A70-49C8-A017-6296AE756AE2}"/>
                </a:ext>
              </a:extLst>
            </p:cNvPr>
            <p:cNvSpPr>
              <a:spLocks/>
            </p:cNvSpPr>
            <p:nvPr/>
          </p:nvSpPr>
          <p:spPr bwMode="auto">
            <a:xfrm>
              <a:off x="2666237" y="2584432"/>
              <a:ext cx="864026" cy="877824"/>
            </a:xfrm>
            <a:custGeom>
              <a:avLst/>
              <a:gdLst>
                <a:gd name="T0" fmla="*/ 0 w 1315"/>
                <a:gd name="T1" fmla="*/ 0 h 1336"/>
                <a:gd name="T2" fmla="*/ 229 w 1315"/>
                <a:gd name="T3" fmla="*/ 0 h 1336"/>
                <a:gd name="T4" fmla="*/ 659 w 1315"/>
                <a:gd name="T5" fmla="*/ 873 h 1336"/>
                <a:gd name="T6" fmla="*/ 1090 w 1315"/>
                <a:gd name="T7" fmla="*/ 0 h 1336"/>
                <a:gd name="T8" fmla="*/ 1315 w 1315"/>
                <a:gd name="T9" fmla="*/ 0 h 1336"/>
                <a:gd name="T10" fmla="*/ 659 w 1315"/>
                <a:gd name="T11" fmla="*/ 1336 h 1336"/>
                <a:gd name="T12" fmla="*/ 0 w 1315"/>
                <a:gd name="T13" fmla="*/ 0 h 1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15" h="1336">
                  <a:moveTo>
                    <a:pt x="0" y="0"/>
                  </a:moveTo>
                  <a:lnTo>
                    <a:pt x="229" y="0"/>
                  </a:lnTo>
                  <a:lnTo>
                    <a:pt x="659" y="873"/>
                  </a:lnTo>
                  <a:lnTo>
                    <a:pt x="1090" y="0"/>
                  </a:lnTo>
                  <a:lnTo>
                    <a:pt x="1315" y="0"/>
                  </a:lnTo>
                  <a:lnTo>
                    <a:pt x="659" y="13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19">
              <a:extLst>
                <a:ext uri="{FF2B5EF4-FFF2-40B4-BE49-F238E27FC236}">
                  <a16:creationId xmlns:a16="http://schemas.microsoft.com/office/drawing/2014/main" id="{D0EA5D8A-C207-48A8-937A-A511EBC8E5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02776" y="2584432"/>
              <a:ext cx="390290" cy="390947"/>
            </a:xfrm>
            <a:custGeom>
              <a:avLst/>
              <a:gdLst>
                <a:gd name="T0" fmla="*/ 0 w 135"/>
                <a:gd name="T1" fmla="*/ 0 h 135"/>
                <a:gd name="T2" fmla="*/ 68 w 135"/>
                <a:gd name="T3" fmla="*/ 135 h 135"/>
                <a:gd name="T4" fmla="*/ 135 w 135"/>
                <a:gd name="T5" fmla="*/ 0 h 135"/>
                <a:gd name="T6" fmla="*/ 0 w 135"/>
                <a:gd name="T7" fmla="*/ 0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5" h="135">
                  <a:moveTo>
                    <a:pt x="0" y="0"/>
                  </a:moveTo>
                  <a:cubicBezTo>
                    <a:pt x="68" y="135"/>
                    <a:pt x="68" y="135"/>
                    <a:pt x="68" y="13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135" y="0"/>
                    <a:pt x="0" y="0"/>
                    <a:pt x="0" y="0"/>
                  </a:cubicBezTo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9607FDE7-CC18-4E6F-9A0C-7AC645F19F87}"/>
              </a:ext>
            </a:extLst>
          </p:cNvPr>
          <p:cNvSpPr txBox="1"/>
          <p:nvPr userDrawn="1"/>
        </p:nvSpPr>
        <p:spPr>
          <a:xfrm>
            <a:off x="11017792" y="6521025"/>
            <a:ext cx="10195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44515CC9-B04E-49D1-8DBC-3EBC45FAC8C9}" type="slidenum">
              <a:rPr lang="en-US" sz="1000" kern="1200" smtClean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en-US" sz="1000" kern="1200" dirty="0">
              <a:solidFill>
                <a:schemeClr val="bg1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4DE950-F935-480D-8424-3DB7CE040452}"/>
              </a:ext>
            </a:extLst>
          </p:cNvPr>
          <p:cNvSpPr txBox="1"/>
          <p:nvPr userDrawn="1"/>
        </p:nvSpPr>
        <p:spPr>
          <a:xfrm>
            <a:off x="5430523" y="6530550"/>
            <a:ext cx="34068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kern="600" dirty="0">
                <a:solidFill>
                  <a:schemeClr val="bg2">
                    <a:lumMod val="75000"/>
                  </a:schemeClr>
                </a:solidFill>
                <a:latin typeface="+mn-lt"/>
                <a:ea typeface="ＭＳ Ｐゴシック" charset="0"/>
              </a:rPr>
              <a:t>Copyright © Veeva Systems 2019</a:t>
            </a:r>
          </a:p>
        </p:txBody>
      </p:sp>
    </p:spTree>
    <p:extLst>
      <p:ext uri="{BB962C8B-B14F-4D97-AF65-F5344CB8AC3E}">
        <p14:creationId xmlns:p14="http://schemas.microsoft.com/office/powerpoint/2010/main" val="2663470894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are Orange Whi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1917" indent="-121917" algn="ctr">
              <a:spcBef>
                <a:spcPts val="1600"/>
              </a:spcBef>
              <a:buClr>
                <a:schemeClr val="tx2"/>
              </a:buClr>
            </a:pPr>
            <a:endParaRPr lang="en-US" sz="2400" dirty="0" err="1">
              <a:solidFill>
                <a:schemeClr val="bg1"/>
              </a:solidFill>
              <a:latin typeface="Calibri Light" panose="020F030202020403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6D334D4-AB3F-4686-9455-4C8D903CFD6B}"/>
              </a:ext>
            </a:extLst>
          </p:cNvPr>
          <p:cNvGrpSpPr/>
          <p:nvPr userDrawn="1"/>
        </p:nvGrpSpPr>
        <p:grpSpPr>
          <a:xfrm>
            <a:off x="234968" y="6519734"/>
            <a:ext cx="244893" cy="248803"/>
            <a:chOff x="2666237" y="2584432"/>
            <a:chExt cx="864026" cy="877824"/>
          </a:xfrm>
          <a:solidFill>
            <a:schemeClr val="tx2"/>
          </a:solidFill>
        </p:grpSpPr>
        <p:sp>
          <p:nvSpPr>
            <p:cNvPr id="12" name="Freeform 18">
              <a:extLst>
                <a:ext uri="{FF2B5EF4-FFF2-40B4-BE49-F238E27FC236}">
                  <a16:creationId xmlns:a16="http://schemas.microsoft.com/office/drawing/2014/main" id="{C4A3D158-6A70-49C8-A017-6296AE756AE2}"/>
                </a:ext>
              </a:extLst>
            </p:cNvPr>
            <p:cNvSpPr>
              <a:spLocks/>
            </p:cNvSpPr>
            <p:nvPr/>
          </p:nvSpPr>
          <p:spPr bwMode="auto">
            <a:xfrm>
              <a:off x="2666237" y="2584432"/>
              <a:ext cx="864026" cy="877824"/>
            </a:xfrm>
            <a:custGeom>
              <a:avLst/>
              <a:gdLst>
                <a:gd name="T0" fmla="*/ 0 w 1315"/>
                <a:gd name="T1" fmla="*/ 0 h 1336"/>
                <a:gd name="T2" fmla="*/ 229 w 1315"/>
                <a:gd name="T3" fmla="*/ 0 h 1336"/>
                <a:gd name="T4" fmla="*/ 659 w 1315"/>
                <a:gd name="T5" fmla="*/ 873 h 1336"/>
                <a:gd name="T6" fmla="*/ 1090 w 1315"/>
                <a:gd name="T7" fmla="*/ 0 h 1336"/>
                <a:gd name="T8" fmla="*/ 1315 w 1315"/>
                <a:gd name="T9" fmla="*/ 0 h 1336"/>
                <a:gd name="T10" fmla="*/ 659 w 1315"/>
                <a:gd name="T11" fmla="*/ 1336 h 1336"/>
                <a:gd name="T12" fmla="*/ 0 w 1315"/>
                <a:gd name="T13" fmla="*/ 0 h 1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15" h="1336">
                  <a:moveTo>
                    <a:pt x="0" y="0"/>
                  </a:moveTo>
                  <a:lnTo>
                    <a:pt x="229" y="0"/>
                  </a:lnTo>
                  <a:lnTo>
                    <a:pt x="659" y="873"/>
                  </a:lnTo>
                  <a:lnTo>
                    <a:pt x="1090" y="0"/>
                  </a:lnTo>
                  <a:lnTo>
                    <a:pt x="1315" y="0"/>
                  </a:lnTo>
                  <a:lnTo>
                    <a:pt x="659" y="13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19">
              <a:extLst>
                <a:ext uri="{FF2B5EF4-FFF2-40B4-BE49-F238E27FC236}">
                  <a16:creationId xmlns:a16="http://schemas.microsoft.com/office/drawing/2014/main" id="{D0EA5D8A-C207-48A8-937A-A511EBC8E5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02776" y="2584432"/>
              <a:ext cx="390290" cy="390947"/>
            </a:xfrm>
            <a:custGeom>
              <a:avLst/>
              <a:gdLst>
                <a:gd name="T0" fmla="*/ 0 w 135"/>
                <a:gd name="T1" fmla="*/ 0 h 135"/>
                <a:gd name="T2" fmla="*/ 68 w 135"/>
                <a:gd name="T3" fmla="*/ 135 h 135"/>
                <a:gd name="T4" fmla="*/ 135 w 135"/>
                <a:gd name="T5" fmla="*/ 0 h 135"/>
                <a:gd name="T6" fmla="*/ 0 w 135"/>
                <a:gd name="T7" fmla="*/ 0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5" h="135">
                  <a:moveTo>
                    <a:pt x="0" y="0"/>
                  </a:moveTo>
                  <a:cubicBezTo>
                    <a:pt x="68" y="135"/>
                    <a:pt x="68" y="135"/>
                    <a:pt x="68" y="13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135" y="0"/>
                    <a:pt x="0" y="0"/>
                    <a:pt x="0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47675E-6477-4288-8C9D-57958BC1D6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639869" y="1333500"/>
            <a:ext cx="4794250" cy="4128186"/>
          </a:xfrm>
        </p:spPr>
        <p:txBody>
          <a:bodyPr anchor="ctr"/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“Insert quote here if you want to include an image to the left side of the slide.”</a:t>
            </a:r>
          </a:p>
          <a:p>
            <a:pPr lvl="0"/>
            <a:endParaRPr lang="en-US" dirty="0"/>
          </a:p>
          <a:p>
            <a:pPr lvl="0"/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35433F-BFD5-45B4-9B19-FA85C81FC7F9}"/>
              </a:ext>
            </a:extLst>
          </p:cNvPr>
          <p:cNvSpPr txBox="1"/>
          <p:nvPr userDrawn="1"/>
        </p:nvSpPr>
        <p:spPr>
          <a:xfrm>
            <a:off x="11017792" y="6521025"/>
            <a:ext cx="10195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44515CC9-B04E-49D1-8DBC-3EBC45FAC8C9}" type="slidenum">
              <a:rPr lang="en-US" sz="1000" kern="1200" smtClean="0">
                <a:solidFill>
                  <a:schemeClr val="tx2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en-US" sz="1000" kern="1200" dirty="0">
              <a:solidFill>
                <a:schemeClr val="tx2">
                  <a:lumMod val="40000"/>
                  <a:lumOff val="60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6D538A-0A93-4AB3-8B6C-ABA08FF06752}"/>
              </a:ext>
            </a:extLst>
          </p:cNvPr>
          <p:cNvSpPr txBox="1"/>
          <p:nvPr userDrawn="1"/>
        </p:nvSpPr>
        <p:spPr>
          <a:xfrm>
            <a:off x="5430523" y="6530550"/>
            <a:ext cx="34068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kern="600" dirty="0">
                <a:solidFill>
                  <a:schemeClr val="bg1"/>
                </a:solidFill>
                <a:latin typeface="+mn-lt"/>
                <a:ea typeface="ＭＳ Ｐゴシック" charset="0"/>
              </a:rPr>
              <a:t>Copyright © Veeva Systems 2019</a:t>
            </a:r>
          </a:p>
        </p:txBody>
      </p:sp>
    </p:spTree>
    <p:extLst>
      <p:ext uri="{BB962C8B-B14F-4D97-AF65-F5344CB8AC3E}">
        <p14:creationId xmlns:p14="http://schemas.microsoft.com/office/powerpoint/2010/main" val="179753361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estion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/>
          <p:cNvSpPr>
            <a:spLocks noEditPoints="1"/>
          </p:cNvSpPr>
          <p:nvPr userDrawn="1"/>
        </p:nvSpPr>
        <p:spPr bwMode="auto">
          <a:xfrm>
            <a:off x="5156200" y="1813011"/>
            <a:ext cx="1879600" cy="1870075"/>
          </a:xfrm>
          <a:custGeom>
            <a:avLst/>
            <a:gdLst>
              <a:gd name="T0" fmla="*/ 113 w 226"/>
              <a:gd name="T1" fmla="*/ 0 h 226"/>
              <a:gd name="T2" fmla="*/ 0 w 226"/>
              <a:gd name="T3" fmla="*/ 113 h 226"/>
              <a:gd name="T4" fmla="*/ 19 w 226"/>
              <a:gd name="T5" fmla="*/ 175 h 226"/>
              <a:gd name="T6" fmla="*/ 7 w 226"/>
              <a:gd name="T7" fmla="*/ 217 h 226"/>
              <a:gd name="T8" fmla="*/ 49 w 226"/>
              <a:gd name="T9" fmla="*/ 206 h 226"/>
              <a:gd name="T10" fmla="*/ 113 w 226"/>
              <a:gd name="T11" fmla="*/ 226 h 226"/>
              <a:gd name="T12" fmla="*/ 226 w 226"/>
              <a:gd name="T13" fmla="*/ 113 h 226"/>
              <a:gd name="T14" fmla="*/ 113 w 226"/>
              <a:gd name="T15" fmla="*/ 0 h 226"/>
              <a:gd name="T16" fmla="*/ 111 w 226"/>
              <a:gd name="T17" fmla="*/ 182 h 226"/>
              <a:gd name="T18" fmla="*/ 92 w 226"/>
              <a:gd name="T19" fmla="*/ 164 h 226"/>
              <a:gd name="T20" fmla="*/ 111 w 226"/>
              <a:gd name="T21" fmla="*/ 145 h 226"/>
              <a:gd name="T22" fmla="*/ 130 w 226"/>
              <a:gd name="T23" fmla="*/ 164 h 226"/>
              <a:gd name="T24" fmla="*/ 111 w 226"/>
              <a:gd name="T25" fmla="*/ 182 h 226"/>
              <a:gd name="T26" fmla="*/ 128 w 226"/>
              <a:gd name="T27" fmla="*/ 127 h 226"/>
              <a:gd name="T28" fmla="*/ 128 w 226"/>
              <a:gd name="T29" fmla="*/ 138 h 226"/>
              <a:gd name="T30" fmla="*/ 96 w 226"/>
              <a:gd name="T31" fmla="*/ 138 h 226"/>
              <a:gd name="T32" fmla="*/ 96 w 226"/>
              <a:gd name="T33" fmla="*/ 123 h 226"/>
              <a:gd name="T34" fmla="*/ 123 w 226"/>
              <a:gd name="T35" fmla="*/ 85 h 226"/>
              <a:gd name="T36" fmla="*/ 110 w 226"/>
              <a:gd name="T37" fmla="*/ 73 h 226"/>
              <a:gd name="T38" fmla="*/ 91 w 226"/>
              <a:gd name="T39" fmla="*/ 87 h 226"/>
              <a:gd name="T40" fmla="*/ 71 w 226"/>
              <a:gd name="T41" fmla="*/ 69 h 226"/>
              <a:gd name="T42" fmla="*/ 114 w 226"/>
              <a:gd name="T43" fmla="*/ 44 h 226"/>
              <a:gd name="T44" fmla="*/ 155 w 226"/>
              <a:gd name="T45" fmla="*/ 85 h 226"/>
              <a:gd name="T46" fmla="*/ 128 w 226"/>
              <a:gd name="T47" fmla="*/ 127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226" h="226">
                <a:moveTo>
                  <a:pt x="113" y="0"/>
                </a:moveTo>
                <a:cubicBezTo>
                  <a:pt x="51" y="0"/>
                  <a:pt x="0" y="51"/>
                  <a:pt x="0" y="113"/>
                </a:cubicBezTo>
                <a:cubicBezTo>
                  <a:pt x="0" y="136"/>
                  <a:pt x="7" y="157"/>
                  <a:pt x="19" y="175"/>
                </a:cubicBezTo>
                <a:cubicBezTo>
                  <a:pt x="7" y="217"/>
                  <a:pt x="7" y="217"/>
                  <a:pt x="7" y="217"/>
                </a:cubicBezTo>
                <a:cubicBezTo>
                  <a:pt x="49" y="206"/>
                  <a:pt x="49" y="206"/>
                  <a:pt x="49" y="206"/>
                </a:cubicBezTo>
                <a:cubicBezTo>
                  <a:pt x="67" y="218"/>
                  <a:pt x="89" y="226"/>
                  <a:pt x="113" y="226"/>
                </a:cubicBezTo>
                <a:cubicBezTo>
                  <a:pt x="175" y="226"/>
                  <a:pt x="226" y="175"/>
                  <a:pt x="226" y="113"/>
                </a:cubicBezTo>
                <a:cubicBezTo>
                  <a:pt x="226" y="51"/>
                  <a:pt x="175" y="0"/>
                  <a:pt x="113" y="0"/>
                </a:cubicBezTo>
                <a:close/>
                <a:moveTo>
                  <a:pt x="111" y="182"/>
                </a:moveTo>
                <a:cubicBezTo>
                  <a:pt x="101" y="182"/>
                  <a:pt x="92" y="174"/>
                  <a:pt x="92" y="164"/>
                </a:cubicBezTo>
                <a:cubicBezTo>
                  <a:pt x="92" y="153"/>
                  <a:pt x="101" y="145"/>
                  <a:pt x="111" y="145"/>
                </a:cubicBezTo>
                <a:cubicBezTo>
                  <a:pt x="121" y="145"/>
                  <a:pt x="130" y="153"/>
                  <a:pt x="130" y="164"/>
                </a:cubicBezTo>
                <a:cubicBezTo>
                  <a:pt x="130" y="174"/>
                  <a:pt x="121" y="182"/>
                  <a:pt x="111" y="182"/>
                </a:cubicBezTo>
                <a:close/>
                <a:moveTo>
                  <a:pt x="128" y="127"/>
                </a:moveTo>
                <a:cubicBezTo>
                  <a:pt x="128" y="138"/>
                  <a:pt x="128" y="138"/>
                  <a:pt x="128" y="138"/>
                </a:cubicBezTo>
                <a:cubicBezTo>
                  <a:pt x="96" y="138"/>
                  <a:pt x="96" y="138"/>
                  <a:pt x="96" y="138"/>
                </a:cubicBezTo>
                <a:cubicBezTo>
                  <a:pt x="96" y="123"/>
                  <a:pt x="96" y="123"/>
                  <a:pt x="96" y="123"/>
                </a:cubicBezTo>
                <a:cubicBezTo>
                  <a:pt x="96" y="105"/>
                  <a:pt x="123" y="95"/>
                  <a:pt x="123" y="85"/>
                </a:cubicBezTo>
                <a:cubicBezTo>
                  <a:pt x="123" y="78"/>
                  <a:pt x="116" y="73"/>
                  <a:pt x="110" y="73"/>
                </a:cubicBezTo>
                <a:cubicBezTo>
                  <a:pt x="103" y="73"/>
                  <a:pt x="97" y="80"/>
                  <a:pt x="91" y="87"/>
                </a:cubicBezTo>
                <a:cubicBezTo>
                  <a:pt x="71" y="69"/>
                  <a:pt x="71" y="69"/>
                  <a:pt x="71" y="69"/>
                </a:cubicBezTo>
                <a:cubicBezTo>
                  <a:pt x="83" y="53"/>
                  <a:pt x="97" y="44"/>
                  <a:pt x="114" y="44"/>
                </a:cubicBezTo>
                <a:cubicBezTo>
                  <a:pt x="137" y="44"/>
                  <a:pt x="155" y="60"/>
                  <a:pt x="155" y="85"/>
                </a:cubicBezTo>
                <a:cubicBezTo>
                  <a:pt x="155" y="110"/>
                  <a:pt x="128" y="116"/>
                  <a:pt x="128" y="127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" name="TextBox 2"/>
          <p:cNvSpPr txBox="1"/>
          <p:nvPr userDrawn="1"/>
        </p:nvSpPr>
        <p:spPr>
          <a:xfrm>
            <a:off x="4099368" y="4244406"/>
            <a:ext cx="3993265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1"/>
                </a:solidFill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69396941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 userDrawn="1"/>
        </p:nvSpPr>
        <p:spPr>
          <a:xfrm>
            <a:off x="4099368" y="4244406"/>
            <a:ext cx="3993265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1"/>
                </a:solidFill>
              </a:rPr>
              <a:t>Thank you</a:t>
            </a:r>
          </a:p>
        </p:txBody>
      </p:sp>
      <p:grpSp>
        <p:nvGrpSpPr>
          <p:cNvPr id="9" name="Group 4"/>
          <p:cNvGrpSpPr>
            <a:grpSpLocks noChangeAspect="1"/>
          </p:cNvGrpSpPr>
          <p:nvPr userDrawn="1"/>
        </p:nvGrpSpPr>
        <p:grpSpPr bwMode="auto">
          <a:xfrm>
            <a:off x="5363368" y="2079884"/>
            <a:ext cx="1465263" cy="1498600"/>
            <a:chOff x="5098" y="1275"/>
            <a:chExt cx="923" cy="944"/>
          </a:xfrm>
        </p:grpSpPr>
        <p:sp>
          <p:nvSpPr>
            <p:cNvPr id="10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098" y="1275"/>
              <a:ext cx="923" cy="9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0"/>
            <p:cNvSpPr>
              <a:spLocks/>
            </p:cNvSpPr>
            <p:nvPr userDrawn="1"/>
          </p:nvSpPr>
          <p:spPr bwMode="auto">
            <a:xfrm>
              <a:off x="5098" y="1276"/>
              <a:ext cx="923" cy="942"/>
            </a:xfrm>
            <a:custGeom>
              <a:avLst/>
              <a:gdLst>
                <a:gd name="T0" fmla="*/ 0 w 923"/>
                <a:gd name="T1" fmla="*/ 0 h 942"/>
                <a:gd name="T2" fmla="*/ 160 w 923"/>
                <a:gd name="T3" fmla="*/ 0 h 942"/>
                <a:gd name="T4" fmla="*/ 464 w 923"/>
                <a:gd name="T5" fmla="*/ 616 h 942"/>
                <a:gd name="T6" fmla="*/ 765 w 923"/>
                <a:gd name="T7" fmla="*/ 0 h 942"/>
                <a:gd name="T8" fmla="*/ 923 w 923"/>
                <a:gd name="T9" fmla="*/ 0 h 942"/>
                <a:gd name="T10" fmla="*/ 463 w 923"/>
                <a:gd name="T11" fmla="*/ 942 h 942"/>
                <a:gd name="T12" fmla="*/ 0 w 923"/>
                <a:gd name="T13" fmla="*/ 0 h 9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23" h="942">
                  <a:moveTo>
                    <a:pt x="0" y="0"/>
                  </a:moveTo>
                  <a:lnTo>
                    <a:pt x="160" y="0"/>
                  </a:lnTo>
                  <a:lnTo>
                    <a:pt x="464" y="616"/>
                  </a:lnTo>
                  <a:lnTo>
                    <a:pt x="765" y="0"/>
                  </a:lnTo>
                  <a:lnTo>
                    <a:pt x="923" y="0"/>
                  </a:lnTo>
                  <a:lnTo>
                    <a:pt x="463" y="9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6"/>
            <p:cNvSpPr>
              <a:spLocks/>
            </p:cNvSpPr>
            <p:nvPr userDrawn="1"/>
          </p:nvSpPr>
          <p:spPr bwMode="auto">
            <a:xfrm>
              <a:off x="5352" y="1278"/>
              <a:ext cx="415" cy="417"/>
            </a:xfrm>
            <a:custGeom>
              <a:avLst/>
              <a:gdLst>
                <a:gd name="T0" fmla="*/ 0 w 340"/>
                <a:gd name="T1" fmla="*/ 1 h 340"/>
                <a:gd name="T2" fmla="*/ 170 w 340"/>
                <a:gd name="T3" fmla="*/ 340 h 340"/>
                <a:gd name="T4" fmla="*/ 340 w 340"/>
                <a:gd name="T5" fmla="*/ 1 h 340"/>
                <a:gd name="T6" fmla="*/ 0 w 340"/>
                <a:gd name="T7" fmla="*/ 1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0" h="340">
                  <a:moveTo>
                    <a:pt x="0" y="1"/>
                  </a:moveTo>
                  <a:cubicBezTo>
                    <a:pt x="170" y="340"/>
                    <a:pt x="170" y="340"/>
                    <a:pt x="170" y="340"/>
                  </a:cubicBezTo>
                  <a:cubicBezTo>
                    <a:pt x="340" y="1"/>
                    <a:pt x="340" y="1"/>
                    <a:pt x="340" y="1"/>
                  </a:cubicBezTo>
                  <a:cubicBezTo>
                    <a:pt x="340" y="1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5512380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6624" y="1082843"/>
            <a:ext cx="11098676" cy="5394158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6303" y="96276"/>
            <a:ext cx="11639394" cy="98656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234968" y="6519734"/>
            <a:ext cx="244893" cy="248803"/>
            <a:chOff x="2666237" y="2584432"/>
            <a:chExt cx="864026" cy="877824"/>
          </a:xfrm>
          <a:solidFill>
            <a:schemeClr val="tx2"/>
          </a:solidFill>
        </p:grpSpPr>
        <p:sp>
          <p:nvSpPr>
            <p:cNvPr id="8" name="Freeform 18"/>
            <p:cNvSpPr>
              <a:spLocks/>
            </p:cNvSpPr>
            <p:nvPr/>
          </p:nvSpPr>
          <p:spPr bwMode="auto">
            <a:xfrm>
              <a:off x="2666237" y="2584432"/>
              <a:ext cx="864026" cy="877824"/>
            </a:xfrm>
            <a:custGeom>
              <a:avLst/>
              <a:gdLst>
                <a:gd name="T0" fmla="*/ 0 w 1315"/>
                <a:gd name="T1" fmla="*/ 0 h 1336"/>
                <a:gd name="T2" fmla="*/ 229 w 1315"/>
                <a:gd name="T3" fmla="*/ 0 h 1336"/>
                <a:gd name="T4" fmla="*/ 659 w 1315"/>
                <a:gd name="T5" fmla="*/ 873 h 1336"/>
                <a:gd name="T6" fmla="*/ 1090 w 1315"/>
                <a:gd name="T7" fmla="*/ 0 h 1336"/>
                <a:gd name="T8" fmla="*/ 1315 w 1315"/>
                <a:gd name="T9" fmla="*/ 0 h 1336"/>
                <a:gd name="T10" fmla="*/ 659 w 1315"/>
                <a:gd name="T11" fmla="*/ 1336 h 1336"/>
                <a:gd name="T12" fmla="*/ 0 w 1315"/>
                <a:gd name="T13" fmla="*/ 0 h 1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15" h="1336">
                  <a:moveTo>
                    <a:pt x="0" y="0"/>
                  </a:moveTo>
                  <a:lnTo>
                    <a:pt x="229" y="0"/>
                  </a:lnTo>
                  <a:lnTo>
                    <a:pt x="659" y="873"/>
                  </a:lnTo>
                  <a:lnTo>
                    <a:pt x="1090" y="0"/>
                  </a:lnTo>
                  <a:lnTo>
                    <a:pt x="1315" y="0"/>
                  </a:lnTo>
                  <a:lnTo>
                    <a:pt x="659" y="13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19"/>
            <p:cNvSpPr>
              <a:spLocks/>
            </p:cNvSpPr>
            <p:nvPr/>
          </p:nvSpPr>
          <p:spPr bwMode="auto">
            <a:xfrm>
              <a:off x="2902776" y="2584432"/>
              <a:ext cx="390290" cy="390947"/>
            </a:xfrm>
            <a:custGeom>
              <a:avLst/>
              <a:gdLst>
                <a:gd name="T0" fmla="*/ 0 w 135"/>
                <a:gd name="T1" fmla="*/ 0 h 135"/>
                <a:gd name="T2" fmla="*/ 68 w 135"/>
                <a:gd name="T3" fmla="*/ 135 h 135"/>
                <a:gd name="T4" fmla="*/ 135 w 135"/>
                <a:gd name="T5" fmla="*/ 0 h 135"/>
                <a:gd name="T6" fmla="*/ 0 w 135"/>
                <a:gd name="T7" fmla="*/ 0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5" h="135">
                  <a:moveTo>
                    <a:pt x="0" y="0"/>
                  </a:moveTo>
                  <a:cubicBezTo>
                    <a:pt x="68" y="135"/>
                    <a:pt x="68" y="135"/>
                    <a:pt x="68" y="13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135" y="0"/>
                    <a:pt x="0" y="0"/>
                    <a:pt x="0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75D4C3E-9815-4041-A1C2-934F4867CA55}"/>
              </a:ext>
            </a:extLst>
          </p:cNvPr>
          <p:cNvSpPr txBox="1"/>
          <p:nvPr userDrawn="1"/>
        </p:nvSpPr>
        <p:spPr>
          <a:xfrm>
            <a:off x="11017792" y="6521025"/>
            <a:ext cx="10195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44515CC9-B04E-49D1-8DBC-3EBC45FAC8C9}" type="slidenum">
              <a:rPr lang="en-US" sz="10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en-US" sz="10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5A4684-0963-4276-BCD0-F5FB7C7646B5}"/>
              </a:ext>
            </a:extLst>
          </p:cNvPr>
          <p:cNvSpPr txBox="1"/>
          <p:nvPr userDrawn="1"/>
        </p:nvSpPr>
        <p:spPr>
          <a:xfrm>
            <a:off x="4392560" y="6530550"/>
            <a:ext cx="34068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kern="600" dirty="0">
                <a:solidFill>
                  <a:schemeClr val="bg2">
                    <a:lumMod val="75000"/>
                  </a:schemeClr>
                </a:solidFill>
                <a:latin typeface="+mn-lt"/>
                <a:ea typeface="ＭＳ Ｐゴシック" charset="0"/>
              </a:rPr>
              <a:t>Copyright © Veeva Systems 2019</a:t>
            </a:r>
          </a:p>
        </p:txBody>
      </p:sp>
    </p:spTree>
    <p:extLst>
      <p:ext uri="{BB962C8B-B14F-4D97-AF65-F5344CB8AC3E}">
        <p14:creationId xmlns:p14="http://schemas.microsoft.com/office/powerpoint/2010/main" val="128268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706" r:id="rId2"/>
    <p:sldLayoutId id="2147483685" r:id="rId3"/>
    <p:sldLayoutId id="2147483704" r:id="rId4"/>
    <p:sldLayoutId id="2147483708" r:id="rId5"/>
    <p:sldLayoutId id="2147483680" r:id="rId6"/>
    <p:sldLayoutId id="2147483654" r:id="rId7"/>
    <p:sldLayoutId id="2147483652" r:id="rId8"/>
    <p:sldLayoutId id="2147483675" r:id="rId9"/>
    <p:sldLayoutId id="2147483678" r:id="rId10"/>
    <p:sldLayoutId id="2147483655" r:id="rId11"/>
    <p:sldLayoutId id="2147483679" r:id="rId12"/>
    <p:sldLayoutId id="2147483687" r:id="rId13"/>
    <p:sldLayoutId id="2147483705" r:id="rId14"/>
    <p:sldLayoutId id="2147483707" r:id="rId15"/>
    <p:sldLayoutId id="2147483681" r:id="rId16"/>
    <p:sldLayoutId id="2147483682" r:id="rId17"/>
  </p:sldLayoutIdLst>
  <p:transition>
    <p:fade/>
  </p:transition>
  <p:hf sldNum="0" hdr="0" ftr="0" dt="0"/>
  <p:txStyles>
    <p:titleStyle>
      <a:lvl1pPr algn="ctr" defTabSz="914400" rtl="0" eaLnBrk="1" latinLnBrk="0" hangingPunct="1">
        <a:lnSpc>
          <a:spcPct val="7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80000"/>
        </a:lnSpc>
        <a:spcBef>
          <a:spcPts val="1000"/>
        </a:spcBef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80000"/>
        </a:lnSpc>
        <a:spcBef>
          <a:spcPts val="600"/>
        </a:spcBef>
        <a:buFont typeface="Calibri" panose="020F0502020204030204" pitchFamily="34" charset="0"/>
        <a:buChar char="−"/>
        <a:defRPr sz="1900" kern="1200">
          <a:solidFill>
            <a:schemeClr val="tx1">
              <a:lumMod val="7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8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8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8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672" userDrawn="1">
          <p15:clr>
            <a:srgbClr val="F26B43"/>
          </p15:clr>
        </p15:guide>
        <p15:guide id="4" orient="horz" pos="4080" userDrawn="1">
          <p15:clr>
            <a:srgbClr val="F26B43"/>
          </p15:clr>
        </p15:guide>
        <p15:guide id="5" pos="168" userDrawn="1">
          <p15:clr>
            <a:srgbClr val="F26B43"/>
          </p15:clr>
        </p15:guide>
        <p15:guide id="6" pos="751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diagramData" Target="../diagrams/data3.xml"/><Relationship Id="rId18" Type="http://schemas.openxmlformats.org/officeDocument/2006/relationships/diagramData" Target="../diagrams/data4.xml"/><Relationship Id="rId26" Type="http://schemas.openxmlformats.org/officeDocument/2006/relationships/diagramColors" Target="../diagrams/colors5.xml"/><Relationship Id="rId39" Type="http://schemas.openxmlformats.org/officeDocument/2006/relationships/diagramData" Target="../diagrams/data8.xml"/><Relationship Id="rId21" Type="http://schemas.openxmlformats.org/officeDocument/2006/relationships/diagramColors" Target="../diagrams/colors4.xml"/><Relationship Id="rId34" Type="http://schemas.openxmlformats.org/officeDocument/2006/relationships/diagramLayout" Target="../diagrams/layout7.xml"/><Relationship Id="rId42" Type="http://schemas.openxmlformats.org/officeDocument/2006/relationships/diagramColors" Target="../diagrams/colors8.xml"/><Relationship Id="rId47" Type="http://schemas.openxmlformats.org/officeDocument/2006/relationships/diagramColors" Target="../diagrams/colors9.xml"/><Relationship Id="rId50" Type="http://schemas.openxmlformats.org/officeDocument/2006/relationships/diagramLayout" Target="../diagrams/layout10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6" Type="http://schemas.openxmlformats.org/officeDocument/2006/relationships/diagramColors" Target="../diagrams/colors3.xml"/><Relationship Id="rId29" Type="http://schemas.openxmlformats.org/officeDocument/2006/relationships/diagramLayout" Target="../diagrams/layout6.xml"/><Relationship Id="rId11" Type="http://schemas.openxmlformats.org/officeDocument/2006/relationships/diagramColors" Target="../diagrams/colors2.xml"/><Relationship Id="rId24" Type="http://schemas.openxmlformats.org/officeDocument/2006/relationships/diagramLayout" Target="../diagrams/layout5.xml"/><Relationship Id="rId32" Type="http://schemas.microsoft.com/office/2007/relationships/diagramDrawing" Target="../diagrams/drawing6.xml"/><Relationship Id="rId37" Type="http://schemas.microsoft.com/office/2007/relationships/diagramDrawing" Target="../diagrams/drawing7.xml"/><Relationship Id="rId40" Type="http://schemas.openxmlformats.org/officeDocument/2006/relationships/diagramLayout" Target="../diagrams/layout8.xml"/><Relationship Id="rId45" Type="http://schemas.openxmlformats.org/officeDocument/2006/relationships/diagramLayout" Target="../diagrams/layout9.xml"/><Relationship Id="rId53" Type="http://schemas.microsoft.com/office/2007/relationships/diagramDrawing" Target="../diagrams/drawing10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19" Type="http://schemas.openxmlformats.org/officeDocument/2006/relationships/diagramLayout" Target="../diagrams/layout4.xml"/><Relationship Id="rId31" Type="http://schemas.openxmlformats.org/officeDocument/2006/relationships/diagramColors" Target="../diagrams/colors6.xml"/><Relationship Id="rId44" Type="http://schemas.openxmlformats.org/officeDocument/2006/relationships/diagramData" Target="../diagrams/data9.xml"/><Relationship Id="rId52" Type="http://schemas.openxmlformats.org/officeDocument/2006/relationships/diagramColors" Target="../diagrams/colors10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Relationship Id="rId22" Type="http://schemas.microsoft.com/office/2007/relationships/diagramDrawing" Target="../diagrams/drawing4.xml"/><Relationship Id="rId27" Type="http://schemas.microsoft.com/office/2007/relationships/diagramDrawing" Target="../diagrams/drawing5.xml"/><Relationship Id="rId30" Type="http://schemas.openxmlformats.org/officeDocument/2006/relationships/diagramQuickStyle" Target="../diagrams/quickStyle6.xml"/><Relationship Id="rId35" Type="http://schemas.openxmlformats.org/officeDocument/2006/relationships/diagramQuickStyle" Target="../diagrams/quickStyle7.xml"/><Relationship Id="rId43" Type="http://schemas.microsoft.com/office/2007/relationships/diagramDrawing" Target="../diagrams/drawing8.xml"/><Relationship Id="rId48" Type="http://schemas.microsoft.com/office/2007/relationships/diagramDrawing" Target="../diagrams/drawing9.xml"/><Relationship Id="rId8" Type="http://schemas.openxmlformats.org/officeDocument/2006/relationships/diagramData" Target="../diagrams/data2.xml"/><Relationship Id="rId51" Type="http://schemas.openxmlformats.org/officeDocument/2006/relationships/diagramQuickStyle" Target="../diagrams/quickStyle10.xml"/><Relationship Id="rId3" Type="http://schemas.openxmlformats.org/officeDocument/2006/relationships/diagramData" Target="../diagrams/data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5" Type="http://schemas.openxmlformats.org/officeDocument/2006/relationships/diagramQuickStyle" Target="../diagrams/quickStyle5.xml"/><Relationship Id="rId33" Type="http://schemas.openxmlformats.org/officeDocument/2006/relationships/diagramData" Target="../diagrams/data7.xml"/><Relationship Id="rId38" Type="http://schemas.openxmlformats.org/officeDocument/2006/relationships/image" Target="../media/image2.png"/><Relationship Id="rId46" Type="http://schemas.openxmlformats.org/officeDocument/2006/relationships/diagramQuickStyle" Target="../diagrams/quickStyle9.xml"/><Relationship Id="rId20" Type="http://schemas.openxmlformats.org/officeDocument/2006/relationships/diagramQuickStyle" Target="../diagrams/quickStyle4.xml"/><Relationship Id="rId41" Type="http://schemas.openxmlformats.org/officeDocument/2006/relationships/diagramQuickStyle" Target="../diagrams/quickStyle8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15" Type="http://schemas.openxmlformats.org/officeDocument/2006/relationships/diagramQuickStyle" Target="../diagrams/quickStyle3.xml"/><Relationship Id="rId23" Type="http://schemas.openxmlformats.org/officeDocument/2006/relationships/diagramData" Target="../diagrams/data5.xml"/><Relationship Id="rId28" Type="http://schemas.openxmlformats.org/officeDocument/2006/relationships/diagramData" Target="../diagrams/data6.xml"/><Relationship Id="rId36" Type="http://schemas.openxmlformats.org/officeDocument/2006/relationships/diagramColors" Target="../diagrams/colors7.xml"/><Relationship Id="rId49" Type="http://schemas.openxmlformats.org/officeDocument/2006/relationships/diagramData" Target="../diagrams/data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" name="Diagram 35">
            <a:extLst>
              <a:ext uri="{FF2B5EF4-FFF2-40B4-BE49-F238E27FC236}">
                <a16:creationId xmlns:a16="http://schemas.microsoft.com/office/drawing/2014/main" id="{61B8D9A7-2B52-9C15-36EC-0203CC8BD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3164101"/>
              </p:ext>
            </p:extLst>
          </p:nvPr>
        </p:nvGraphicFramePr>
        <p:xfrm>
          <a:off x="276303" y="96275"/>
          <a:ext cx="11639394" cy="970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5" name="Diagram 34">
            <a:extLst>
              <a:ext uri="{FF2B5EF4-FFF2-40B4-BE49-F238E27FC236}">
                <a16:creationId xmlns:a16="http://schemas.microsoft.com/office/drawing/2014/main" id="{08A7010B-F981-FEC2-A850-E59F4BDBFF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4077554"/>
              </p:ext>
            </p:extLst>
          </p:nvPr>
        </p:nvGraphicFramePr>
        <p:xfrm>
          <a:off x="5456668" y="5857248"/>
          <a:ext cx="1297174" cy="50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E91A83CB-21F2-6F74-76AF-9BBBEB1774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8567369"/>
              </p:ext>
            </p:extLst>
          </p:nvPr>
        </p:nvGraphicFramePr>
        <p:xfrm>
          <a:off x="7646043" y="2254161"/>
          <a:ext cx="2463123" cy="776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D3AF1ABF-4034-650D-E09F-954300D48D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66171640"/>
              </p:ext>
            </p:extLst>
          </p:nvPr>
        </p:nvGraphicFramePr>
        <p:xfrm>
          <a:off x="2010071" y="4272445"/>
          <a:ext cx="1773684" cy="9669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8" r:lo="rId19" r:qs="rId20" r:cs="rId21"/>
          </a:graphicData>
        </a:graphic>
      </p:graphicFrame>
      <p:sp>
        <p:nvSpPr>
          <p:cNvPr id="9" name="Oval 8">
            <a:extLst>
              <a:ext uri="{FF2B5EF4-FFF2-40B4-BE49-F238E27FC236}">
                <a16:creationId xmlns:a16="http://schemas.microsoft.com/office/drawing/2014/main" id="{D49917C7-4CC5-4483-BF1C-AF340CD87DD0}"/>
              </a:ext>
            </a:extLst>
          </p:cNvPr>
          <p:cNvSpPr/>
          <p:nvPr/>
        </p:nvSpPr>
        <p:spPr>
          <a:xfrm>
            <a:off x="3524447" y="2426838"/>
            <a:ext cx="1441494" cy="1441494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12132559-A5E5-D0AD-BBBF-D679AA4775A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9238780"/>
              </p:ext>
            </p:extLst>
          </p:nvPr>
        </p:nvGraphicFramePr>
        <p:xfrm>
          <a:off x="4761007" y="1129458"/>
          <a:ext cx="2669985" cy="17774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3" r:lo="rId24" r:qs="rId25" r:cs="rId26"/>
          </a:graphicData>
        </a:graphic>
      </p:graphicFrame>
      <p:sp>
        <p:nvSpPr>
          <p:cNvPr id="11" name="Oval 10">
            <a:extLst>
              <a:ext uri="{FF2B5EF4-FFF2-40B4-BE49-F238E27FC236}">
                <a16:creationId xmlns:a16="http://schemas.microsoft.com/office/drawing/2014/main" id="{A43817ED-3B87-446F-94CC-6A96CC385B9C}"/>
              </a:ext>
            </a:extLst>
          </p:cNvPr>
          <p:cNvSpPr/>
          <p:nvPr/>
        </p:nvSpPr>
        <p:spPr>
          <a:xfrm>
            <a:off x="7925183" y="4167418"/>
            <a:ext cx="1054187" cy="10541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048F47BE-CA52-983F-7F7C-05776DB766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2485223"/>
              </p:ext>
            </p:extLst>
          </p:nvPr>
        </p:nvGraphicFramePr>
        <p:xfrm>
          <a:off x="8723516" y="4513551"/>
          <a:ext cx="1477778" cy="7258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8" r:lo="rId29" r:qs="rId30" r:cs="rId31"/>
          </a:graphicData>
        </a:graphic>
      </p:graphicFrame>
      <p:graphicFrame>
        <p:nvGraphicFramePr>
          <p:cNvPr id="25" name="Diagram 24">
            <a:extLst>
              <a:ext uri="{FF2B5EF4-FFF2-40B4-BE49-F238E27FC236}">
                <a16:creationId xmlns:a16="http://schemas.microsoft.com/office/drawing/2014/main" id="{C12A799C-6CC9-8787-B94F-FCD5F4B423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59874520"/>
              </p:ext>
            </p:extLst>
          </p:nvPr>
        </p:nvGraphicFramePr>
        <p:xfrm>
          <a:off x="2633382" y="2248481"/>
          <a:ext cx="2300777" cy="11263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3" r:lo="rId34" r:qs="rId35" r:cs="rId36"/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32EA004-4216-4A66-8A63-2B51EB6AD0E9}"/>
              </a:ext>
            </a:extLst>
          </p:cNvPr>
          <p:cNvCxnSpPr/>
          <p:nvPr/>
        </p:nvCxnSpPr>
        <p:spPr>
          <a:xfrm flipV="1">
            <a:off x="6420525" y="1840562"/>
            <a:ext cx="924049" cy="2237567"/>
          </a:xfrm>
          <a:prstGeom prst="line">
            <a:avLst/>
          </a:prstGeom>
          <a:ln w="9525">
            <a:solidFill>
              <a:schemeClr val="accent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485A0B6-7BB1-494B-9B7A-42C793F8821E}"/>
              </a:ext>
            </a:extLst>
          </p:cNvPr>
          <p:cNvCxnSpPr/>
          <p:nvPr/>
        </p:nvCxnSpPr>
        <p:spPr>
          <a:xfrm flipV="1">
            <a:off x="6690733" y="3349920"/>
            <a:ext cx="3805387" cy="1154666"/>
          </a:xfrm>
          <a:prstGeom prst="line">
            <a:avLst/>
          </a:prstGeom>
          <a:ln w="9525">
            <a:solidFill>
              <a:schemeClr val="accent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5863887-2370-4849-AA5D-DE5BAA888A75}"/>
              </a:ext>
            </a:extLst>
          </p:cNvPr>
          <p:cNvCxnSpPr/>
          <p:nvPr/>
        </p:nvCxnSpPr>
        <p:spPr>
          <a:xfrm flipH="1" flipV="1">
            <a:off x="4812366" y="1840561"/>
            <a:ext cx="924049" cy="2237567"/>
          </a:xfrm>
          <a:prstGeom prst="line">
            <a:avLst/>
          </a:prstGeom>
          <a:ln w="9525">
            <a:solidFill>
              <a:schemeClr val="accent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992EB6-CA98-46F6-A6FE-E666690CF45A}"/>
              </a:ext>
            </a:extLst>
          </p:cNvPr>
          <p:cNvCxnSpPr/>
          <p:nvPr/>
        </p:nvCxnSpPr>
        <p:spPr>
          <a:xfrm flipH="1" flipV="1">
            <a:off x="1648294" y="3299816"/>
            <a:ext cx="3805387" cy="1154666"/>
          </a:xfrm>
          <a:prstGeom prst="line">
            <a:avLst/>
          </a:prstGeom>
          <a:ln w="9525">
            <a:solidFill>
              <a:schemeClr val="accent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F6B5AF08-4D6D-4A8F-AD8F-A0C4A53ECCFF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572624" y="4419847"/>
            <a:ext cx="1065262" cy="1380895"/>
          </a:xfrm>
          <a:prstGeom prst="rect">
            <a:avLst/>
          </a:prstGeom>
        </p:spPr>
      </p:pic>
      <p:graphicFrame>
        <p:nvGraphicFramePr>
          <p:cNvPr id="27" name="Diagram 26">
            <a:extLst>
              <a:ext uri="{FF2B5EF4-FFF2-40B4-BE49-F238E27FC236}">
                <a16:creationId xmlns:a16="http://schemas.microsoft.com/office/drawing/2014/main" id="{59F07789-0E48-5BA4-A3AA-AA3EF2FEC9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5120026"/>
              </p:ext>
            </p:extLst>
          </p:nvPr>
        </p:nvGraphicFramePr>
        <p:xfrm>
          <a:off x="6598164" y="4637621"/>
          <a:ext cx="1963802" cy="3471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9" r:lo="rId40" r:qs="rId41" r:cs="rId42"/>
          </a:graphicData>
        </a:graphic>
      </p:graphicFrame>
      <p:graphicFrame>
        <p:nvGraphicFramePr>
          <p:cNvPr id="28" name="Diagram 27">
            <a:extLst>
              <a:ext uri="{FF2B5EF4-FFF2-40B4-BE49-F238E27FC236}">
                <a16:creationId xmlns:a16="http://schemas.microsoft.com/office/drawing/2014/main" id="{4879C246-7CC4-A842-89E9-9DAF93D96AD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5763318"/>
              </p:ext>
            </p:extLst>
          </p:nvPr>
        </p:nvGraphicFramePr>
        <p:xfrm>
          <a:off x="3656298" y="3669519"/>
          <a:ext cx="1963802" cy="3471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4" r:lo="rId45" r:qs="rId46" r:cs="rId47"/>
          </a:graphicData>
        </a:graphic>
      </p:graphicFrame>
      <p:graphicFrame>
        <p:nvGraphicFramePr>
          <p:cNvPr id="29" name="Diagram 28">
            <a:extLst>
              <a:ext uri="{FF2B5EF4-FFF2-40B4-BE49-F238E27FC236}">
                <a16:creationId xmlns:a16="http://schemas.microsoft.com/office/drawing/2014/main" id="{0E7BB76A-8072-0F1C-9F09-995BFA6D48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9477954"/>
              </p:ext>
            </p:extLst>
          </p:nvPr>
        </p:nvGraphicFramePr>
        <p:xfrm>
          <a:off x="3705009" y="4630170"/>
          <a:ext cx="1890039" cy="3471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9" r:lo="rId50" r:qs="rId51" r:cs="rId52"/>
          </a:graphicData>
        </a:graphic>
      </p:graphicFrame>
      <p:sp>
        <p:nvSpPr>
          <p:cNvPr id="30" name="Left Arrow 29">
            <a:extLst>
              <a:ext uri="{FF2B5EF4-FFF2-40B4-BE49-F238E27FC236}">
                <a16:creationId xmlns:a16="http://schemas.microsoft.com/office/drawing/2014/main" id="{1BC795E6-6F66-4658-36F1-17D9CB9046F6}"/>
              </a:ext>
            </a:extLst>
          </p:cNvPr>
          <p:cNvSpPr/>
          <p:nvPr/>
        </p:nvSpPr>
        <p:spPr>
          <a:xfrm rot="5400000">
            <a:off x="5455511" y="3420815"/>
            <a:ext cx="1306030" cy="347132"/>
          </a:xfrm>
          <a:prstGeom prst="leftArrow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Left Arrow 30">
            <a:extLst>
              <a:ext uri="{FF2B5EF4-FFF2-40B4-BE49-F238E27FC236}">
                <a16:creationId xmlns:a16="http://schemas.microsoft.com/office/drawing/2014/main" id="{5B9FFE33-2FD9-E6F5-E327-55419E9B4C6D}"/>
              </a:ext>
            </a:extLst>
          </p:cNvPr>
          <p:cNvSpPr/>
          <p:nvPr/>
        </p:nvSpPr>
        <p:spPr>
          <a:xfrm rot="8688960">
            <a:off x="6355163" y="3678169"/>
            <a:ext cx="1831441" cy="347132"/>
          </a:xfrm>
          <a:prstGeom prst="leftArrow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523107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Veeva Template (external)">
  <a:themeElements>
    <a:clrScheme name="Veeva template colors">
      <a:dk1>
        <a:srgbClr val="646569"/>
      </a:dk1>
      <a:lt1>
        <a:sysClr val="window" lastClr="FFFFFF"/>
      </a:lt1>
      <a:dk2>
        <a:srgbClr val="FF9E16"/>
      </a:dk2>
      <a:lt2>
        <a:srgbClr val="E7E6E6"/>
      </a:lt2>
      <a:accent1>
        <a:srgbClr val="FF9E16"/>
      </a:accent1>
      <a:accent2>
        <a:srgbClr val="8B8C8E"/>
      </a:accent2>
      <a:accent3>
        <a:srgbClr val="4F86A0"/>
      </a:accent3>
      <a:accent4>
        <a:srgbClr val="63A70A"/>
      </a:accent4>
      <a:accent5>
        <a:srgbClr val="DD5F13"/>
      </a:accent5>
      <a:accent6>
        <a:srgbClr val="61B4E4"/>
      </a:accent6>
      <a:hlink>
        <a:srgbClr val="FF9E16"/>
      </a:hlink>
      <a:folHlink>
        <a:srgbClr val="B4B4B8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R="0" indent="-182880" algn="l" defTabSz="914400" rtl="0" eaLnBrk="1" fontAlgn="auto" latinLnBrk="0" hangingPunct="1">
          <a:lnSpc>
            <a:spcPct val="80000"/>
          </a:lnSpc>
          <a:spcBef>
            <a:spcPts val="120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•"/>
          <a:tabLst/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1D4BE314-CD5C-4A7F-BAAF-078882C1E060}" vid="{D8D50820-8439-47A6-B962-52A1769CD3B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Veeva Template (2019) - Core Base</Template>
  <TotalTime>746</TotalTime>
  <Words>26</Words>
  <Application>Microsoft Macintosh PowerPoint</Application>
  <PresentationFormat>Widescreen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Veeva Template (external)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Niina Rodrigues</dc:creator>
  <cp:lastModifiedBy>Michael Ofengenden</cp:lastModifiedBy>
  <cp:revision>35</cp:revision>
  <cp:lastPrinted>2017-12-14T03:08:06Z</cp:lastPrinted>
  <dcterms:created xsi:type="dcterms:W3CDTF">2018-12-18T22:22:03Z</dcterms:created>
  <dcterms:modified xsi:type="dcterms:W3CDTF">2025-09-08T20:36:34Z</dcterms:modified>
</cp:coreProperties>
</file>