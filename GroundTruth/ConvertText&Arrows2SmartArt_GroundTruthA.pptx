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142" r:id="rId2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omi Boyd" initials="NB" lastIdx="7" clrIdx="0">
    <p:extLst>
      <p:ext uri="{19B8F6BF-5375-455C-9EA6-DF929625EA0E}">
        <p15:presenceInfo xmlns:p15="http://schemas.microsoft.com/office/powerpoint/2012/main" userId="Naomi Boy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8C8E"/>
    <a:srgbClr val="FF9E16"/>
    <a:srgbClr val="8A8A8D"/>
    <a:srgbClr val="4F86A0"/>
    <a:srgbClr val="FFFFFF"/>
    <a:srgbClr val="B3EB8D"/>
    <a:srgbClr val="3FBFAD"/>
    <a:srgbClr val="DD5F13"/>
    <a:srgbClr val="64656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0" autoAdjust="0"/>
    <p:restoredTop sz="81781" autoAdjust="0"/>
  </p:normalViewPr>
  <p:slideViewPr>
    <p:cSldViewPr snapToGrid="0">
      <p:cViewPr>
        <p:scale>
          <a:sx n="70" d="100"/>
          <a:sy n="70" d="100"/>
        </p:scale>
        <p:origin x="2632" y="8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51195A-12B1-364E-AACB-AE3FADBF481E}" type="doc">
      <dgm:prSet loTypeId="urn:microsoft.com/office/officeart/2005/8/layout/radial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28DCCD-29A8-9546-B9BA-59A548931EE7}">
      <dgm:prSet phldrT="[Text]"/>
      <dgm:spPr/>
      <dgm:t>
        <a:bodyPr/>
        <a:lstStyle/>
        <a:p>
          <a:pPr rtl="0"/>
          <a:r>
            <a:rPr lang="en-US" dirty="0"/>
            <a:t>IT and the Implementation Team</a:t>
          </a:r>
        </a:p>
      </dgm:t>
    </dgm:pt>
    <dgm:pt modelId="{9C999A11-DDF5-444B-A0CC-FF8164590A58}" type="parTrans" cxnId="{CC47449E-13EC-5248-91D9-C0DA2AFAE4FE}">
      <dgm:prSet/>
      <dgm:spPr/>
      <dgm:t>
        <a:bodyPr/>
        <a:lstStyle/>
        <a:p>
          <a:endParaRPr lang="en-US"/>
        </a:p>
      </dgm:t>
    </dgm:pt>
    <dgm:pt modelId="{F12DD5C9-6640-724F-9AA7-50CFB0462ED8}" type="sibTrans" cxnId="{CC47449E-13EC-5248-91D9-C0DA2AFAE4FE}">
      <dgm:prSet/>
      <dgm:spPr/>
      <dgm:t>
        <a:bodyPr/>
        <a:lstStyle/>
        <a:p>
          <a:endParaRPr lang="en-US"/>
        </a:p>
      </dgm:t>
    </dgm:pt>
    <dgm:pt modelId="{57A6E7E8-283F-E944-AE68-3C0470494DC8}">
      <dgm:prSet phldrT="[Text]"/>
      <dgm:spPr/>
      <dgm:t>
        <a:bodyPr/>
        <a:lstStyle/>
        <a:p>
          <a:pPr rtl="0"/>
          <a:r>
            <a:rPr lang="en-US" dirty="0"/>
            <a:t>Creative Agencies</a:t>
          </a:r>
        </a:p>
      </dgm:t>
    </dgm:pt>
    <dgm:pt modelId="{543495F3-CA6D-1348-B98D-1173A0D1A01A}" type="parTrans" cxnId="{B114300D-4F9C-934E-A40C-4B4466350640}">
      <dgm:prSet/>
      <dgm:spPr/>
      <dgm:t>
        <a:bodyPr/>
        <a:lstStyle/>
        <a:p>
          <a:endParaRPr lang="en-US"/>
        </a:p>
      </dgm:t>
    </dgm:pt>
    <dgm:pt modelId="{A55F69E6-0654-184F-A4CA-DE992FE03FCD}" type="sibTrans" cxnId="{B114300D-4F9C-934E-A40C-4B4466350640}">
      <dgm:prSet/>
      <dgm:spPr/>
      <dgm:t>
        <a:bodyPr/>
        <a:lstStyle/>
        <a:p>
          <a:endParaRPr lang="en-US"/>
        </a:p>
      </dgm:t>
    </dgm:pt>
    <dgm:pt modelId="{AF2F2E47-45E4-FC4E-AC70-152D0B5187D6}">
      <dgm:prSet phldrT="[Text]"/>
      <dgm:spPr/>
      <dgm:t>
        <a:bodyPr/>
        <a:lstStyle/>
        <a:p>
          <a:pPr rtl="0"/>
          <a:r>
            <a:rPr lang="en-US" dirty="0"/>
            <a:t>Current Users of Zinc MAPS (Originators and Reviewers)</a:t>
          </a:r>
        </a:p>
      </dgm:t>
    </dgm:pt>
    <dgm:pt modelId="{1D495E23-4DE6-434F-B062-819F8D082DA3}" type="parTrans" cxnId="{A4AF5686-5595-6746-91B6-AAEA5A5E215D}">
      <dgm:prSet/>
      <dgm:spPr/>
      <dgm:t>
        <a:bodyPr/>
        <a:lstStyle/>
        <a:p>
          <a:endParaRPr lang="en-US"/>
        </a:p>
      </dgm:t>
    </dgm:pt>
    <dgm:pt modelId="{A635B003-6351-E547-9780-06CE03DC189B}" type="sibTrans" cxnId="{A4AF5686-5595-6746-91B6-AAEA5A5E215D}">
      <dgm:prSet/>
      <dgm:spPr/>
      <dgm:t>
        <a:bodyPr/>
        <a:lstStyle/>
        <a:p>
          <a:endParaRPr lang="en-US"/>
        </a:p>
      </dgm:t>
    </dgm:pt>
    <dgm:pt modelId="{2D3B42BE-A578-2642-9B61-77D444554668}">
      <dgm:prSet phldrT="[Text]"/>
      <dgm:spPr/>
      <dgm:t>
        <a:bodyPr/>
        <a:lstStyle/>
        <a:p>
          <a:pPr rtl="0"/>
          <a:r>
            <a:rPr lang="en-US" dirty="0"/>
            <a:t>Content Consumers</a:t>
          </a:r>
        </a:p>
      </dgm:t>
    </dgm:pt>
    <dgm:pt modelId="{2A9339B6-3560-F547-8E03-2FD65705A65E}" type="parTrans" cxnId="{8F50C9AF-EFF4-CF47-A727-8032CBDFEF21}">
      <dgm:prSet/>
      <dgm:spPr/>
      <dgm:t>
        <a:bodyPr/>
        <a:lstStyle/>
        <a:p>
          <a:endParaRPr lang="en-US"/>
        </a:p>
      </dgm:t>
    </dgm:pt>
    <dgm:pt modelId="{54CE6284-3984-2F48-A860-B175AE3936C6}" type="sibTrans" cxnId="{8F50C9AF-EFF4-CF47-A727-8032CBDFEF21}">
      <dgm:prSet/>
      <dgm:spPr/>
      <dgm:t>
        <a:bodyPr/>
        <a:lstStyle/>
        <a:p>
          <a:endParaRPr lang="en-US"/>
        </a:p>
      </dgm:t>
    </dgm:pt>
    <dgm:pt modelId="{3AEECEAC-6FBE-D247-85CB-ED38DF9C7169}">
      <dgm:prSet phldrT="[Text]"/>
      <dgm:spPr/>
      <dgm:t>
        <a:bodyPr/>
        <a:lstStyle/>
        <a:p>
          <a:pPr rtl="0"/>
          <a:r>
            <a:rPr lang="en-US" dirty="0"/>
            <a:t>Senior Leaders</a:t>
          </a:r>
        </a:p>
      </dgm:t>
    </dgm:pt>
    <dgm:pt modelId="{89305AE4-8627-2543-9C10-73F0731A5DA0}" type="parTrans" cxnId="{AC1A6B49-7CE9-E446-B909-626119D76B4C}">
      <dgm:prSet/>
      <dgm:spPr/>
      <dgm:t>
        <a:bodyPr/>
        <a:lstStyle/>
        <a:p>
          <a:endParaRPr lang="en-US"/>
        </a:p>
      </dgm:t>
    </dgm:pt>
    <dgm:pt modelId="{0A05A0CD-25C1-C545-8816-50464628C3E8}" type="sibTrans" cxnId="{AC1A6B49-7CE9-E446-B909-626119D76B4C}">
      <dgm:prSet/>
      <dgm:spPr/>
      <dgm:t>
        <a:bodyPr/>
        <a:lstStyle/>
        <a:p>
          <a:endParaRPr lang="en-US"/>
        </a:p>
      </dgm:t>
    </dgm:pt>
    <dgm:pt modelId="{B654FEB0-9C67-264A-A6F9-198B9356AC5D}">
      <dgm:prSet phldrT="[Text]" phldr="1"/>
      <dgm:spPr>
        <a:noFill/>
      </dgm:spPr>
      <dgm:t>
        <a:bodyPr/>
        <a:lstStyle/>
        <a:p>
          <a:pPr rtl="0"/>
          <a:endParaRPr lang="en-US" dirty="0">
            <a:noFill/>
          </a:endParaRPr>
        </a:p>
      </dgm:t>
    </dgm:pt>
    <dgm:pt modelId="{5A189C65-C083-544E-A0B2-637914EA64D1}" type="sibTrans" cxnId="{F6E3765E-C324-3147-8029-D4865807DD01}">
      <dgm:prSet/>
      <dgm:spPr/>
      <dgm:t>
        <a:bodyPr/>
        <a:lstStyle/>
        <a:p>
          <a:endParaRPr lang="en-US"/>
        </a:p>
      </dgm:t>
    </dgm:pt>
    <dgm:pt modelId="{3AA40170-CFB5-3E41-AC70-E7083566330D}" type="parTrans" cxnId="{F6E3765E-C324-3147-8029-D4865807DD01}">
      <dgm:prSet/>
      <dgm:spPr/>
      <dgm:t>
        <a:bodyPr/>
        <a:lstStyle/>
        <a:p>
          <a:endParaRPr lang="en-US"/>
        </a:p>
      </dgm:t>
    </dgm:pt>
    <dgm:pt modelId="{E0DF2919-323A-1940-8BAF-2CEDF986B796}" type="pres">
      <dgm:prSet presAssocID="{FE51195A-12B1-364E-AACB-AE3FADBF481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2EFA76D-0AA5-4F45-8E33-C735FA40DFF6}" type="pres">
      <dgm:prSet presAssocID="{B654FEB0-9C67-264A-A6F9-198B9356AC5D}" presName="centerShape" presStyleLbl="node0" presStyleIdx="0" presStyleCnt="1"/>
      <dgm:spPr/>
    </dgm:pt>
    <dgm:pt modelId="{F383EF77-C0AD-4B49-ACD5-6C62F491E4B7}" type="pres">
      <dgm:prSet presAssocID="{9C999A11-DDF5-444B-A0CC-FF8164590A58}" presName="parTrans" presStyleLbl="bgSibTrans2D1" presStyleIdx="0" presStyleCnt="5"/>
      <dgm:spPr/>
    </dgm:pt>
    <dgm:pt modelId="{47A5AEA5-1B1A-1F44-A6CA-16C9EF9B4265}" type="pres">
      <dgm:prSet presAssocID="{0628DCCD-29A8-9546-B9BA-59A548931EE7}" presName="node" presStyleLbl="node1" presStyleIdx="0" presStyleCnt="5">
        <dgm:presLayoutVars>
          <dgm:bulletEnabled val="1"/>
        </dgm:presLayoutVars>
      </dgm:prSet>
      <dgm:spPr/>
    </dgm:pt>
    <dgm:pt modelId="{1085C78F-888F-7F4D-9DD4-C2279AF749A4}" type="pres">
      <dgm:prSet presAssocID="{543495F3-CA6D-1348-B98D-1173A0D1A01A}" presName="parTrans" presStyleLbl="bgSibTrans2D1" presStyleIdx="1" presStyleCnt="5"/>
      <dgm:spPr/>
    </dgm:pt>
    <dgm:pt modelId="{47EBD88D-5BF3-7040-B91C-9CE334F26F3F}" type="pres">
      <dgm:prSet presAssocID="{57A6E7E8-283F-E944-AE68-3C0470494DC8}" presName="node" presStyleLbl="node1" presStyleIdx="1" presStyleCnt="5">
        <dgm:presLayoutVars>
          <dgm:bulletEnabled val="1"/>
        </dgm:presLayoutVars>
      </dgm:prSet>
      <dgm:spPr/>
    </dgm:pt>
    <dgm:pt modelId="{3D7C1D41-F9C9-AF4A-AE2C-F734563B8626}" type="pres">
      <dgm:prSet presAssocID="{1D495E23-4DE6-434F-B062-819F8D082DA3}" presName="parTrans" presStyleLbl="bgSibTrans2D1" presStyleIdx="2" presStyleCnt="5"/>
      <dgm:spPr/>
    </dgm:pt>
    <dgm:pt modelId="{01428250-7A3B-1748-B314-71CE8A5B0199}" type="pres">
      <dgm:prSet presAssocID="{AF2F2E47-45E4-FC4E-AC70-152D0B5187D6}" presName="node" presStyleLbl="node1" presStyleIdx="2" presStyleCnt="5">
        <dgm:presLayoutVars>
          <dgm:bulletEnabled val="1"/>
        </dgm:presLayoutVars>
      </dgm:prSet>
      <dgm:spPr/>
    </dgm:pt>
    <dgm:pt modelId="{E623B96E-A590-6349-B7D3-AB76A6C00EFD}" type="pres">
      <dgm:prSet presAssocID="{2A9339B6-3560-F547-8E03-2FD65705A65E}" presName="parTrans" presStyleLbl="bgSibTrans2D1" presStyleIdx="3" presStyleCnt="5"/>
      <dgm:spPr/>
    </dgm:pt>
    <dgm:pt modelId="{36592CB5-CE99-A44B-8AB6-EB3FBC677E84}" type="pres">
      <dgm:prSet presAssocID="{2D3B42BE-A578-2642-9B61-77D444554668}" presName="node" presStyleLbl="node1" presStyleIdx="3" presStyleCnt="5">
        <dgm:presLayoutVars>
          <dgm:bulletEnabled val="1"/>
        </dgm:presLayoutVars>
      </dgm:prSet>
      <dgm:spPr/>
    </dgm:pt>
    <dgm:pt modelId="{AB8B9FB7-43CE-4445-89F9-FDB3966629E9}" type="pres">
      <dgm:prSet presAssocID="{89305AE4-8627-2543-9C10-73F0731A5DA0}" presName="parTrans" presStyleLbl="bgSibTrans2D1" presStyleIdx="4" presStyleCnt="5"/>
      <dgm:spPr/>
    </dgm:pt>
    <dgm:pt modelId="{C366ABF7-11B1-D245-8DD1-C5A40304589A}" type="pres">
      <dgm:prSet presAssocID="{3AEECEAC-6FBE-D247-85CB-ED38DF9C7169}" presName="node" presStyleLbl="node1" presStyleIdx="4" presStyleCnt="5">
        <dgm:presLayoutVars>
          <dgm:bulletEnabled val="1"/>
        </dgm:presLayoutVars>
      </dgm:prSet>
      <dgm:spPr/>
    </dgm:pt>
  </dgm:ptLst>
  <dgm:cxnLst>
    <dgm:cxn modelId="{E4661E04-CDC5-E443-9523-64AE94D81607}" type="presOf" srcId="{57A6E7E8-283F-E944-AE68-3C0470494DC8}" destId="{47EBD88D-5BF3-7040-B91C-9CE334F26F3F}" srcOrd="0" destOrd="0" presId="urn:microsoft.com/office/officeart/2005/8/layout/radial4"/>
    <dgm:cxn modelId="{B114300D-4F9C-934E-A40C-4B4466350640}" srcId="{B654FEB0-9C67-264A-A6F9-198B9356AC5D}" destId="{57A6E7E8-283F-E944-AE68-3C0470494DC8}" srcOrd="1" destOrd="0" parTransId="{543495F3-CA6D-1348-B98D-1173A0D1A01A}" sibTransId="{A55F69E6-0654-184F-A4CA-DE992FE03FCD}"/>
    <dgm:cxn modelId="{36CBE71F-10BE-D84A-A710-A8805F6B539E}" type="presOf" srcId="{543495F3-CA6D-1348-B98D-1173A0D1A01A}" destId="{1085C78F-888F-7F4D-9DD4-C2279AF749A4}" srcOrd="0" destOrd="0" presId="urn:microsoft.com/office/officeart/2005/8/layout/radial4"/>
    <dgm:cxn modelId="{9CA2F025-92E0-7C44-B7D0-F32FA8C11E63}" type="presOf" srcId="{3AEECEAC-6FBE-D247-85CB-ED38DF9C7169}" destId="{C366ABF7-11B1-D245-8DD1-C5A40304589A}" srcOrd="0" destOrd="0" presId="urn:microsoft.com/office/officeart/2005/8/layout/radial4"/>
    <dgm:cxn modelId="{D54F3536-A1AE-AE4E-B246-861E401D76F3}" type="presOf" srcId="{FE51195A-12B1-364E-AACB-AE3FADBF481E}" destId="{E0DF2919-323A-1940-8BAF-2CEDF986B796}" srcOrd="0" destOrd="0" presId="urn:microsoft.com/office/officeart/2005/8/layout/radial4"/>
    <dgm:cxn modelId="{907C8238-C51E-9B43-96D6-D4767AFAE961}" type="presOf" srcId="{B654FEB0-9C67-264A-A6F9-198B9356AC5D}" destId="{22EFA76D-0AA5-4F45-8E33-C735FA40DFF6}" srcOrd="0" destOrd="0" presId="urn:microsoft.com/office/officeart/2005/8/layout/radial4"/>
    <dgm:cxn modelId="{AC1A6B49-7CE9-E446-B909-626119D76B4C}" srcId="{B654FEB0-9C67-264A-A6F9-198B9356AC5D}" destId="{3AEECEAC-6FBE-D247-85CB-ED38DF9C7169}" srcOrd="4" destOrd="0" parTransId="{89305AE4-8627-2543-9C10-73F0731A5DA0}" sibTransId="{0A05A0CD-25C1-C545-8816-50464628C3E8}"/>
    <dgm:cxn modelId="{F6E3765E-C324-3147-8029-D4865807DD01}" srcId="{FE51195A-12B1-364E-AACB-AE3FADBF481E}" destId="{B654FEB0-9C67-264A-A6F9-198B9356AC5D}" srcOrd="0" destOrd="0" parTransId="{3AA40170-CFB5-3E41-AC70-E7083566330D}" sibTransId="{5A189C65-C083-544E-A0B2-637914EA64D1}"/>
    <dgm:cxn modelId="{1391E65F-C934-3E43-AB4F-9C6AB3201AFF}" type="presOf" srcId="{0628DCCD-29A8-9546-B9BA-59A548931EE7}" destId="{47A5AEA5-1B1A-1F44-A6CA-16C9EF9B4265}" srcOrd="0" destOrd="0" presId="urn:microsoft.com/office/officeart/2005/8/layout/radial4"/>
    <dgm:cxn modelId="{A4AF5686-5595-6746-91B6-AAEA5A5E215D}" srcId="{B654FEB0-9C67-264A-A6F9-198B9356AC5D}" destId="{AF2F2E47-45E4-FC4E-AC70-152D0B5187D6}" srcOrd="2" destOrd="0" parTransId="{1D495E23-4DE6-434F-B062-819F8D082DA3}" sibTransId="{A635B003-6351-E547-9780-06CE03DC189B}"/>
    <dgm:cxn modelId="{EB9ACD9B-751F-364E-8A18-BF9E325A38F9}" type="presOf" srcId="{9C999A11-DDF5-444B-A0CC-FF8164590A58}" destId="{F383EF77-C0AD-4B49-ACD5-6C62F491E4B7}" srcOrd="0" destOrd="0" presId="urn:microsoft.com/office/officeart/2005/8/layout/radial4"/>
    <dgm:cxn modelId="{CC47449E-13EC-5248-91D9-C0DA2AFAE4FE}" srcId="{B654FEB0-9C67-264A-A6F9-198B9356AC5D}" destId="{0628DCCD-29A8-9546-B9BA-59A548931EE7}" srcOrd="0" destOrd="0" parTransId="{9C999A11-DDF5-444B-A0CC-FF8164590A58}" sibTransId="{F12DD5C9-6640-724F-9AA7-50CFB0462ED8}"/>
    <dgm:cxn modelId="{E499B1A4-6C4F-DC45-80D8-084604FAFED8}" type="presOf" srcId="{1D495E23-4DE6-434F-B062-819F8D082DA3}" destId="{3D7C1D41-F9C9-AF4A-AE2C-F734563B8626}" srcOrd="0" destOrd="0" presId="urn:microsoft.com/office/officeart/2005/8/layout/radial4"/>
    <dgm:cxn modelId="{8F50C9AF-EFF4-CF47-A727-8032CBDFEF21}" srcId="{B654FEB0-9C67-264A-A6F9-198B9356AC5D}" destId="{2D3B42BE-A578-2642-9B61-77D444554668}" srcOrd="3" destOrd="0" parTransId="{2A9339B6-3560-F547-8E03-2FD65705A65E}" sibTransId="{54CE6284-3984-2F48-A860-B175AE3936C6}"/>
    <dgm:cxn modelId="{050168D1-45F3-1D42-9060-D2FA9D8B16F4}" type="presOf" srcId="{2A9339B6-3560-F547-8E03-2FD65705A65E}" destId="{E623B96E-A590-6349-B7D3-AB76A6C00EFD}" srcOrd="0" destOrd="0" presId="urn:microsoft.com/office/officeart/2005/8/layout/radial4"/>
    <dgm:cxn modelId="{93C436D9-B2C6-A144-AAA4-414B8C69479B}" type="presOf" srcId="{2D3B42BE-A578-2642-9B61-77D444554668}" destId="{36592CB5-CE99-A44B-8AB6-EB3FBC677E84}" srcOrd="0" destOrd="0" presId="urn:microsoft.com/office/officeart/2005/8/layout/radial4"/>
    <dgm:cxn modelId="{BEE115DA-2A09-3D4F-ADD6-DCBC2273A989}" type="presOf" srcId="{89305AE4-8627-2543-9C10-73F0731A5DA0}" destId="{AB8B9FB7-43CE-4445-89F9-FDB3966629E9}" srcOrd="0" destOrd="0" presId="urn:microsoft.com/office/officeart/2005/8/layout/radial4"/>
    <dgm:cxn modelId="{682DC2DA-007A-D44E-9AA0-F99F0799F47E}" type="presOf" srcId="{AF2F2E47-45E4-FC4E-AC70-152D0B5187D6}" destId="{01428250-7A3B-1748-B314-71CE8A5B0199}" srcOrd="0" destOrd="0" presId="urn:microsoft.com/office/officeart/2005/8/layout/radial4"/>
    <dgm:cxn modelId="{B4C07D97-5FE7-E949-82C6-92881AE6B463}" type="presParOf" srcId="{E0DF2919-323A-1940-8BAF-2CEDF986B796}" destId="{22EFA76D-0AA5-4F45-8E33-C735FA40DFF6}" srcOrd="0" destOrd="0" presId="urn:microsoft.com/office/officeart/2005/8/layout/radial4"/>
    <dgm:cxn modelId="{CEDC5AE0-9406-3548-985F-56DB7486925A}" type="presParOf" srcId="{E0DF2919-323A-1940-8BAF-2CEDF986B796}" destId="{F383EF77-C0AD-4B49-ACD5-6C62F491E4B7}" srcOrd="1" destOrd="0" presId="urn:microsoft.com/office/officeart/2005/8/layout/radial4"/>
    <dgm:cxn modelId="{3B57C50D-8F25-024E-8828-B12F008EA381}" type="presParOf" srcId="{E0DF2919-323A-1940-8BAF-2CEDF986B796}" destId="{47A5AEA5-1B1A-1F44-A6CA-16C9EF9B4265}" srcOrd="2" destOrd="0" presId="urn:microsoft.com/office/officeart/2005/8/layout/radial4"/>
    <dgm:cxn modelId="{36172BE2-8202-B14F-AAF9-0E5D32863A77}" type="presParOf" srcId="{E0DF2919-323A-1940-8BAF-2CEDF986B796}" destId="{1085C78F-888F-7F4D-9DD4-C2279AF749A4}" srcOrd="3" destOrd="0" presId="urn:microsoft.com/office/officeart/2005/8/layout/radial4"/>
    <dgm:cxn modelId="{64ACB299-80F8-B846-8092-6E66E9E5A20C}" type="presParOf" srcId="{E0DF2919-323A-1940-8BAF-2CEDF986B796}" destId="{47EBD88D-5BF3-7040-B91C-9CE334F26F3F}" srcOrd="4" destOrd="0" presId="urn:microsoft.com/office/officeart/2005/8/layout/radial4"/>
    <dgm:cxn modelId="{F812140A-53D7-9440-AA22-4E50066BC829}" type="presParOf" srcId="{E0DF2919-323A-1940-8BAF-2CEDF986B796}" destId="{3D7C1D41-F9C9-AF4A-AE2C-F734563B8626}" srcOrd="5" destOrd="0" presId="urn:microsoft.com/office/officeart/2005/8/layout/radial4"/>
    <dgm:cxn modelId="{CADBDF2F-846F-704A-8399-4E282525E09A}" type="presParOf" srcId="{E0DF2919-323A-1940-8BAF-2CEDF986B796}" destId="{01428250-7A3B-1748-B314-71CE8A5B0199}" srcOrd="6" destOrd="0" presId="urn:microsoft.com/office/officeart/2005/8/layout/radial4"/>
    <dgm:cxn modelId="{20F7FB1F-88C0-914B-81E7-5401DA9F2CF7}" type="presParOf" srcId="{E0DF2919-323A-1940-8BAF-2CEDF986B796}" destId="{E623B96E-A590-6349-B7D3-AB76A6C00EFD}" srcOrd="7" destOrd="0" presId="urn:microsoft.com/office/officeart/2005/8/layout/radial4"/>
    <dgm:cxn modelId="{B27AFB24-DADD-5844-83B6-FBDCE94A3FE4}" type="presParOf" srcId="{E0DF2919-323A-1940-8BAF-2CEDF986B796}" destId="{36592CB5-CE99-A44B-8AB6-EB3FBC677E84}" srcOrd="8" destOrd="0" presId="urn:microsoft.com/office/officeart/2005/8/layout/radial4"/>
    <dgm:cxn modelId="{F12D9D85-453E-824B-9CE6-741A1E8017BE}" type="presParOf" srcId="{E0DF2919-323A-1940-8BAF-2CEDF986B796}" destId="{AB8B9FB7-43CE-4445-89F9-FDB3966629E9}" srcOrd="9" destOrd="0" presId="urn:microsoft.com/office/officeart/2005/8/layout/radial4"/>
    <dgm:cxn modelId="{9D4B3B71-4FF1-1E4C-96A5-DC830901DF0D}" type="presParOf" srcId="{E0DF2919-323A-1940-8BAF-2CEDF986B796}" destId="{C366ABF7-11B1-D245-8DD1-C5A40304589A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FA76D-0AA5-4F45-8E33-C735FA40DFF6}">
      <dsp:nvSpPr>
        <dsp:cNvPr id="0" name=""/>
        <dsp:cNvSpPr/>
      </dsp:nvSpPr>
      <dsp:spPr>
        <a:xfrm>
          <a:off x="3018155" y="3072899"/>
          <a:ext cx="2091690" cy="2091690"/>
        </a:xfrm>
        <a:prstGeom prst="ellipse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>
            <a:noFill/>
          </a:endParaRPr>
        </a:p>
      </dsp:txBody>
      <dsp:txXfrm>
        <a:off x="3324476" y="3379220"/>
        <a:ext cx="1479048" cy="1479048"/>
      </dsp:txXfrm>
    </dsp:sp>
    <dsp:sp modelId="{F383EF77-C0AD-4B49-ACD5-6C62F491E4B7}">
      <dsp:nvSpPr>
        <dsp:cNvPr id="0" name=""/>
        <dsp:cNvSpPr/>
      </dsp:nvSpPr>
      <dsp:spPr>
        <a:xfrm rot="10800000">
          <a:off x="994175" y="3820678"/>
          <a:ext cx="1912661" cy="59613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5AEA5-1B1A-1F44-A6CA-16C9EF9B4265}">
      <dsp:nvSpPr>
        <dsp:cNvPr id="0" name=""/>
        <dsp:cNvSpPr/>
      </dsp:nvSpPr>
      <dsp:spPr>
        <a:xfrm>
          <a:off x="622" y="3323902"/>
          <a:ext cx="1987105" cy="1589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IT and the Implementation Team</a:t>
          </a:r>
        </a:p>
      </dsp:txBody>
      <dsp:txXfrm>
        <a:off x="47182" y="3370462"/>
        <a:ext cx="1893985" cy="1496564"/>
      </dsp:txXfrm>
    </dsp:sp>
    <dsp:sp modelId="{1085C78F-888F-7F4D-9DD4-C2279AF749A4}">
      <dsp:nvSpPr>
        <dsp:cNvPr id="0" name=""/>
        <dsp:cNvSpPr/>
      </dsp:nvSpPr>
      <dsp:spPr>
        <a:xfrm rot="13500000">
          <a:off x="1613203" y="2326212"/>
          <a:ext cx="1912661" cy="59613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BD88D-5BF3-7040-B91C-9CE334F26F3F}">
      <dsp:nvSpPr>
        <dsp:cNvPr id="0" name=""/>
        <dsp:cNvSpPr/>
      </dsp:nvSpPr>
      <dsp:spPr>
        <a:xfrm>
          <a:off x="899753" y="1153208"/>
          <a:ext cx="1987105" cy="1589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Creative Agencies</a:t>
          </a:r>
        </a:p>
      </dsp:txBody>
      <dsp:txXfrm>
        <a:off x="946313" y="1199768"/>
        <a:ext cx="1893985" cy="1496564"/>
      </dsp:txXfrm>
    </dsp:sp>
    <dsp:sp modelId="{3D7C1D41-F9C9-AF4A-AE2C-F734563B8626}">
      <dsp:nvSpPr>
        <dsp:cNvPr id="0" name=""/>
        <dsp:cNvSpPr/>
      </dsp:nvSpPr>
      <dsp:spPr>
        <a:xfrm rot="16200000">
          <a:off x="3107669" y="1707184"/>
          <a:ext cx="1912661" cy="59613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28250-7A3B-1748-B314-71CE8A5B0199}">
      <dsp:nvSpPr>
        <dsp:cNvPr id="0" name=""/>
        <dsp:cNvSpPr/>
      </dsp:nvSpPr>
      <dsp:spPr>
        <a:xfrm>
          <a:off x="3070447" y="254077"/>
          <a:ext cx="1987105" cy="1589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Current Users of Zinc MAPS (Originators and Reviewers)</a:t>
          </a:r>
        </a:p>
      </dsp:txBody>
      <dsp:txXfrm>
        <a:off x="3117007" y="300637"/>
        <a:ext cx="1893985" cy="1496564"/>
      </dsp:txXfrm>
    </dsp:sp>
    <dsp:sp modelId="{E623B96E-A590-6349-B7D3-AB76A6C00EFD}">
      <dsp:nvSpPr>
        <dsp:cNvPr id="0" name=""/>
        <dsp:cNvSpPr/>
      </dsp:nvSpPr>
      <dsp:spPr>
        <a:xfrm rot="18900000">
          <a:off x="4602135" y="2326212"/>
          <a:ext cx="1912661" cy="59613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92CB5-CE99-A44B-8AB6-EB3FBC677E84}">
      <dsp:nvSpPr>
        <dsp:cNvPr id="0" name=""/>
        <dsp:cNvSpPr/>
      </dsp:nvSpPr>
      <dsp:spPr>
        <a:xfrm>
          <a:off x="5241141" y="1153208"/>
          <a:ext cx="1987105" cy="1589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Content Consumers</a:t>
          </a:r>
        </a:p>
      </dsp:txBody>
      <dsp:txXfrm>
        <a:off x="5287701" y="1199768"/>
        <a:ext cx="1893985" cy="1496564"/>
      </dsp:txXfrm>
    </dsp:sp>
    <dsp:sp modelId="{AB8B9FB7-43CE-4445-89F9-FDB3966629E9}">
      <dsp:nvSpPr>
        <dsp:cNvPr id="0" name=""/>
        <dsp:cNvSpPr/>
      </dsp:nvSpPr>
      <dsp:spPr>
        <a:xfrm>
          <a:off x="5221163" y="3820678"/>
          <a:ext cx="1912661" cy="59613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6ABF7-11B1-D245-8DD1-C5A40304589A}">
      <dsp:nvSpPr>
        <dsp:cNvPr id="0" name=""/>
        <dsp:cNvSpPr/>
      </dsp:nvSpPr>
      <dsp:spPr>
        <a:xfrm>
          <a:off x="6140272" y="3323902"/>
          <a:ext cx="1987105" cy="15896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Senior Leaders</a:t>
          </a:r>
        </a:p>
      </dsp:txBody>
      <dsp:txXfrm>
        <a:off x="6186832" y="3370462"/>
        <a:ext cx="1893985" cy="1496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83112-4CC5-420B-891E-1A03BDB84B55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95AA-23C2-4D6A-910E-6077D38FE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7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2BF4895-7314-4F40-8DF5-D49530122100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F51DB6-9766-45D9-9D9B-77298589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1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ev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3703814" y="2867487"/>
            <a:ext cx="4784373" cy="1109709"/>
            <a:chOff x="0" y="1492"/>
            <a:chExt cx="5760" cy="1336"/>
          </a:xfrm>
          <a:solidFill>
            <a:schemeClr val="bg1"/>
          </a:solidFill>
        </p:grpSpPr>
        <p:sp>
          <p:nvSpPr>
            <p:cNvPr id="8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315329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092222"/>
            <a:ext cx="9144000" cy="2299052"/>
          </a:xfrm>
        </p:spPr>
        <p:txBody>
          <a:bodyPr anchor="b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391274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40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13"/>
          <p:cNvGrpSpPr>
            <a:grpSpLocks noChangeAspect="1"/>
          </p:cNvGrpSpPr>
          <p:nvPr userDrawn="1"/>
        </p:nvGrpSpPr>
        <p:grpSpPr bwMode="auto">
          <a:xfrm>
            <a:off x="4879767" y="5158664"/>
            <a:ext cx="2432467" cy="564197"/>
            <a:chOff x="0" y="1492"/>
            <a:chExt cx="5760" cy="1336"/>
          </a:xfrm>
          <a:solidFill>
            <a:schemeClr val="bg1"/>
          </a:solidFill>
        </p:grpSpPr>
        <p:sp>
          <p:nvSpPr>
            <p:cNvPr id="27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49633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631148"/>
            <a:ext cx="9144000" cy="2387600"/>
          </a:xfr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Section Break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930200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36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5645986" y="1412969"/>
            <a:ext cx="900028" cy="914400"/>
            <a:chOff x="5127584" y="2099392"/>
            <a:chExt cx="555329" cy="564197"/>
          </a:xfrm>
        </p:grpSpPr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5127584" y="2099392"/>
              <a:ext cx="555329" cy="564197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5279613" y="2099392"/>
              <a:ext cx="250848" cy="251270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01763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9245" y="3731425"/>
            <a:ext cx="7453649" cy="892630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6" name="Picture Placeholder 26"/>
          <p:cNvSpPr>
            <a:spLocks noGrp="1"/>
          </p:cNvSpPr>
          <p:nvPr>
            <p:ph type="pic" sz="quarter" idx="12" hasCustomPrompt="1"/>
          </p:nvPr>
        </p:nvSpPr>
        <p:spPr>
          <a:xfrm>
            <a:off x="1492517" y="1984189"/>
            <a:ext cx="2532888" cy="2532888"/>
          </a:xfrm>
          <a:prstGeom prst="ellipse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90006" y="2819716"/>
            <a:ext cx="7432568" cy="899331"/>
          </a:xfrm>
        </p:spPr>
        <p:txBody>
          <a:bodyPr anchor="b" anchorCtr="0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09A45-7F0F-474B-A549-6CF350A75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9245" y="2215965"/>
            <a:ext cx="2427582" cy="5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4636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627C41CD-C3E8-4A4A-BAE1-3E2630AB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245" y="1710671"/>
            <a:ext cx="6994966" cy="986568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B1769B74-46AD-4300-A534-D94F7FB06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7786" y="2726844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icture Placeholder 26">
            <a:extLst>
              <a:ext uri="{FF2B5EF4-FFF2-40B4-BE49-F238E27FC236}">
                <a16:creationId xmlns:a16="http://schemas.microsoft.com/office/drawing/2014/main" id="{683B06B6-BA77-45F6-84FA-0E6E211858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94096" y="1993570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1" name="Picture Placeholder 26">
            <a:extLst>
              <a:ext uri="{FF2B5EF4-FFF2-40B4-BE49-F238E27FC236}">
                <a16:creationId xmlns:a16="http://schemas.microsoft.com/office/drawing/2014/main" id="{F07E65ED-DF60-40C0-817A-EEDB6334D4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94096" y="3541777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C8E68FAB-8310-4F7E-A7AC-0D1D1F041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6327" y="4288888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37">
            <a:extLst>
              <a:ext uri="{FF2B5EF4-FFF2-40B4-BE49-F238E27FC236}">
                <a16:creationId xmlns:a16="http://schemas.microsoft.com/office/drawing/2014/main" id="{98C2C319-BC07-473E-8C5A-DC55B7D027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86327" y="3237154"/>
            <a:ext cx="7006603" cy="1015581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EBE134B-80D1-4C1E-AA51-4304BF835D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579537" y="6394621"/>
            <a:ext cx="1032926" cy="241526"/>
            <a:chOff x="2556" y="1860"/>
            <a:chExt cx="2566" cy="600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ABC46395-EAC1-413C-90F5-55779AAC630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58" y="1860"/>
              <a:ext cx="2564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302AD76-7EF3-4456-85AD-A5C05D32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938"/>
              <a:ext cx="517" cy="522"/>
            </a:xfrm>
            <a:custGeom>
              <a:avLst/>
              <a:gdLst>
                <a:gd name="T0" fmla="*/ 253 w 253"/>
                <a:gd name="T1" fmla="*/ 0 h 253"/>
                <a:gd name="T2" fmla="*/ 206 w 253"/>
                <a:gd name="T3" fmla="*/ 0 h 253"/>
                <a:gd name="T4" fmla="*/ 126 w 253"/>
                <a:gd name="T5" fmla="*/ 159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86F0A19-B5CE-40B0-BC9B-9784C39B1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2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0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A64A2FC0-8A2B-4F94-BBE8-2A6E06637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7" y="1936"/>
              <a:ext cx="503" cy="507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2 h 246"/>
                <a:gd name="T4" fmla="*/ 246 w 246"/>
                <a:gd name="T5" fmla="*/ 2 h 246"/>
                <a:gd name="T6" fmla="*/ 206 w 246"/>
                <a:gd name="T7" fmla="*/ 2 h 246"/>
                <a:gd name="T8" fmla="*/ 206 w 246"/>
                <a:gd name="T9" fmla="*/ 32 h 246"/>
                <a:gd name="T10" fmla="*/ 123 w 246"/>
                <a:gd name="T11" fmla="*/ 0 h 246"/>
                <a:gd name="T12" fmla="*/ 0 w 246"/>
                <a:gd name="T13" fmla="*/ 123 h 246"/>
                <a:gd name="T14" fmla="*/ 123 w 246"/>
                <a:gd name="T15" fmla="*/ 246 h 246"/>
                <a:gd name="T16" fmla="*/ 206 w 246"/>
                <a:gd name="T17" fmla="*/ 214 h 246"/>
                <a:gd name="T18" fmla="*/ 206 w 246"/>
                <a:gd name="T19" fmla="*/ 244 h 246"/>
                <a:gd name="T20" fmla="*/ 246 w 246"/>
                <a:gd name="T21" fmla="*/ 244 h 246"/>
                <a:gd name="T22" fmla="*/ 246 w 246"/>
                <a:gd name="T23" fmla="*/ 124 h 246"/>
                <a:gd name="T24" fmla="*/ 246 w 246"/>
                <a:gd name="T25" fmla="*/ 123 h 246"/>
                <a:gd name="T26" fmla="*/ 123 w 246"/>
                <a:gd name="T27" fmla="*/ 206 h 246"/>
                <a:gd name="T28" fmla="*/ 40 w 246"/>
                <a:gd name="T29" fmla="*/ 123 h 246"/>
                <a:gd name="T30" fmla="*/ 123 w 246"/>
                <a:gd name="T31" fmla="*/ 40 h 246"/>
                <a:gd name="T32" fmla="*/ 206 w 246"/>
                <a:gd name="T33" fmla="*/ 122 h 246"/>
                <a:gd name="T34" fmla="*/ 206 w 246"/>
                <a:gd name="T35" fmla="*/ 124 h 246"/>
                <a:gd name="T36" fmla="*/ 123 w 246"/>
                <a:gd name="T37" fmla="*/ 20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cubicBezTo>
                    <a:pt x="246" y="123"/>
                    <a:pt x="246" y="122"/>
                    <a:pt x="246" y="12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184" y="12"/>
                    <a:pt x="155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6"/>
                    <a:pt x="123" y="246"/>
                  </a:cubicBezTo>
                  <a:cubicBezTo>
                    <a:pt x="155" y="246"/>
                    <a:pt x="184" y="234"/>
                    <a:pt x="206" y="214"/>
                  </a:cubicBezTo>
                  <a:cubicBezTo>
                    <a:pt x="206" y="244"/>
                    <a:pt x="206" y="244"/>
                    <a:pt x="206" y="244"/>
                  </a:cubicBezTo>
                  <a:cubicBezTo>
                    <a:pt x="246" y="244"/>
                    <a:pt x="246" y="244"/>
                    <a:pt x="246" y="244"/>
                  </a:cubicBezTo>
                  <a:cubicBezTo>
                    <a:pt x="246" y="124"/>
                    <a:pt x="246" y="124"/>
                    <a:pt x="246" y="124"/>
                  </a:cubicBezTo>
                  <a:cubicBezTo>
                    <a:pt x="246" y="124"/>
                    <a:pt x="246" y="123"/>
                    <a:pt x="246" y="123"/>
                  </a:cubicBezTo>
                  <a:moveTo>
                    <a:pt x="123" y="206"/>
                  </a:moveTo>
                  <a:cubicBezTo>
                    <a:pt x="77" y="206"/>
                    <a:pt x="40" y="169"/>
                    <a:pt x="40" y="123"/>
                  </a:cubicBezTo>
                  <a:cubicBezTo>
                    <a:pt x="40" y="77"/>
                    <a:pt x="77" y="40"/>
                    <a:pt x="123" y="40"/>
                  </a:cubicBezTo>
                  <a:cubicBezTo>
                    <a:pt x="169" y="40"/>
                    <a:pt x="206" y="76"/>
                    <a:pt x="206" y="122"/>
                  </a:cubicBezTo>
                  <a:cubicBezTo>
                    <a:pt x="206" y="124"/>
                    <a:pt x="206" y="124"/>
                    <a:pt x="206" y="124"/>
                  </a:cubicBezTo>
                  <a:cubicBezTo>
                    <a:pt x="206" y="170"/>
                    <a:pt x="169" y="206"/>
                    <a:pt x="123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6CB07EA-81A4-4338-A1EE-4A1B4B441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1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1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45BCDC0-8A9B-4220-8C2D-02A35AAB4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0FC14A4-477F-4426-B922-4D655E4B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AA43B426-E2D9-422C-9506-4BAF81946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1862"/>
              <a:ext cx="263" cy="266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6515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26623" y="1066800"/>
            <a:ext cx="11089073" cy="54102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1646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26624" y="1371600"/>
            <a:ext cx="11098676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76303" y="907082"/>
            <a:ext cx="11639394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5260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C576A4-4C87-4B34-BF22-44DA60DF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575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70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AC331BD-B2D2-49AA-B79F-08337B3E34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969" y="907082"/>
            <a:ext cx="10660063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75609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7001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53093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771A77B-1F44-4C45-9FC1-E6BDBA049088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FD72028D-DDA7-4967-A2CE-0329296D9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0B14393C-DF94-435E-A3D5-4C4618382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6ACBAAB-B5D4-4EFE-94DD-62E2364FDB44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2BFF4-1D13-4C5F-BB0E-FB5A71F3558D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9273725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EC544-7AFA-441A-88D1-CC648E4AF892}"/>
              </a:ext>
            </a:extLst>
          </p:cNvPr>
          <p:cNvSpPr/>
          <p:nvPr userDrawn="1"/>
        </p:nvSpPr>
        <p:spPr>
          <a:xfrm>
            <a:off x="5173362" y="6519734"/>
            <a:ext cx="3188043" cy="338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9357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2673884"/>
            <a:ext cx="4423516" cy="110121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58808" y="1485900"/>
            <a:ext cx="6368904" cy="4991099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CAE1D1-110B-4886-9EA2-83D162148686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AE293493-C613-4580-9BA7-41575CA85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BBAB441E-7D65-4517-91F3-48D6BF6B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DA9090-28C5-41C1-88D4-65CD1E01E794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41474696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5400000">
            <a:off x="5876152" y="3287625"/>
            <a:ext cx="668859" cy="282753"/>
          </a:xfrm>
          <a:prstGeom prst="triangl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821FF-59B0-451F-99EC-ABE653651042}"/>
              </a:ext>
            </a:extLst>
          </p:cNvPr>
          <p:cNvSpPr txBox="1"/>
          <p:nvPr userDrawn="1"/>
        </p:nvSpPr>
        <p:spPr>
          <a:xfrm>
            <a:off x="11017792" y="6509749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07FDE7-CC18-4E6F-9A0C-7AC645F19F87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DE950-F935-480D-8424-3DB7CE0404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266347089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7675E-6477-4288-8C9D-57958BC1D6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9869" y="1333500"/>
            <a:ext cx="4794250" cy="4128186"/>
          </a:xfrm>
        </p:spPr>
        <p:txBody>
          <a:bodyPr anchor="ctr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“Insert quote here if you want to include an image to the left side of the slide.”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5433F-BFD5-45B4-9B19-FA85C81FC7F9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D538A-0A93-4AB3-8B6C-ABA08FF067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79753361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>
            <a:spLocks noEditPoints="1"/>
          </p:cNvSpPr>
          <p:nvPr userDrawn="1"/>
        </p:nvSpPr>
        <p:spPr bwMode="auto">
          <a:xfrm>
            <a:off x="5156200" y="1813011"/>
            <a:ext cx="1879600" cy="1870075"/>
          </a:xfrm>
          <a:custGeom>
            <a:avLst/>
            <a:gdLst>
              <a:gd name="T0" fmla="*/ 113 w 226"/>
              <a:gd name="T1" fmla="*/ 0 h 226"/>
              <a:gd name="T2" fmla="*/ 0 w 226"/>
              <a:gd name="T3" fmla="*/ 113 h 226"/>
              <a:gd name="T4" fmla="*/ 19 w 226"/>
              <a:gd name="T5" fmla="*/ 175 h 226"/>
              <a:gd name="T6" fmla="*/ 7 w 226"/>
              <a:gd name="T7" fmla="*/ 217 h 226"/>
              <a:gd name="T8" fmla="*/ 49 w 226"/>
              <a:gd name="T9" fmla="*/ 206 h 226"/>
              <a:gd name="T10" fmla="*/ 113 w 226"/>
              <a:gd name="T11" fmla="*/ 226 h 226"/>
              <a:gd name="T12" fmla="*/ 226 w 226"/>
              <a:gd name="T13" fmla="*/ 113 h 226"/>
              <a:gd name="T14" fmla="*/ 113 w 226"/>
              <a:gd name="T15" fmla="*/ 0 h 226"/>
              <a:gd name="T16" fmla="*/ 111 w 226"/>
              <a:gd name="T17" fmla="*/ 182 h 226"/>
              <a:gd name="T18" fmla="*/ 92 w 226"/>
              <a:gd name="T19" fmla="*/ 164 h 226"/>
              <a:gd name="T20" fmla="*/ 111 w 226"/>
              <a:gd name="T21" fmla="*/ 145 h 226"/>
              <a:gd name="T22" fmla="*/ 130 w 226"/>
              <a:gd name="T23" fmla="*/ 164 h 226"/>
              <a:gd name="T24" fmla="*/ 111 w 226"/>
              <a:gd name="T25" fmla="*/ 182 h 226"/>
              <a:gd name="T26" fmla="*/ 128 w 226"/>
              <a:gd name="T27" fmla="*/ 127 h 226"/>
              <a:gd name="T28" fmla="*/ 128 w 226"/>
              <a:gd name="T29" fmla="*/ 138 h 226"/>
              <a:gd name="T30" fmla="*/ 96 w 226"/>
              <a:gd name="T31" fmla="*/ 138 h 226"/>
              <a:gd name="T32" fmla="*/ 96 w 226"/>
              <a:gd name="T33" fmla="*/ 123 h 226"/>
              <a:gd name="T34" fmla="*/ 123 w 226"/>
              <a:gd name="T35" fmla="*/ 85 h 226"/>
              <a:gd name="T36" fmla="*/ 110 w 226"/>
              <a:gd name="T37" fmla="*/ 73 h 226"/>
              <a:gd name="T38" fmla="*/ 91 w 226"/>
              <a:gd name="T39" fmla="*/ 87 h 226"/>
              <a:gd name="T40" fmla="*/ 71 w 226"/>
              <a:gd name="T41" fmla="*/ 69 h 226"/>
              <a:gd name="T42" fmla="*/ 114 w 226"/>
              <a:gd name="T43" fmla="*/ 44 h 226"/>
              <a:gd name="T44" fmla="*/ 155 w 226"/>
              <a:gd name="T45" fmla="*/ 85 h 226"/>
              <a:gd name="T46" fmla="*/ 128 w 226"/>
              <a:gd name="T47" fmla="*/ 127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26" h="226">
                <a:moveTo>
                  <a:pt x="113" y="0"/>
                </a:moveTo>
                <a:cubicBezTo>
                  <a:pt x="51" y="0"/>
                  <a:pt x="0" y="51"/>
                  <a:pt x="0" y="113"/>
                </a:cubicBezTo>
                <a:cubicBezTo>
                  <a:pt x="0" y="136"/>
                  <a:pt x="7" y="157"/>
                  <a:pt x="19" y="175"/>
                </a:cubicBezTo>
                <a:cubicBezTo>
                  <a:pt x="7" y="217"/>
                  <a:pt x="7" y="217"/>
                  <a:pt x="7" y="217"/>
                </a:cubicBezTo>
                <a:cubicBezTo>
                  <a:pt x="49" y="206"/>
                  <a:pt x="49" y="206"/>
                  <a:pt x="49" y="206"/>
                </a:cubicBezTo>
                <a:cubicBezTo>
                  <a:pt x="67" y="218"/>
                  <a:pt x="89" y="226"/>
                  <a:pt x="113" y="226"/>
                </a:cubicBezTo>
                <a:cubicBezTo>
                  <a:pt x="175" y="226"/>
                  <a:pt x="226" y="175"/>
                  <a:pt x="226" y="113"/>
                </a:cubicBezTo>
                <a:cubicBezTo>
                  <a:pt x="226" y="51"/>
                  <a:pt x="175" y="0"/>
                  <a:pt x="113" y="0"/>
                </a:cubicBezTo>
                <a:close/>
                <a:moveTo>
                  <a:pt x="111" y="182"/>
                </a:moveTo>
                <a:cubicBezTo>
                  <a:pt x="101" y="182"/>
                  <a:pt x="92" y="174"/>
                  <a:pt x="92" y="164"/>
                </a:cubicBezTo>
                <a:cubicBezTo>
                  <a:pt x="92" y="153"/>
                  <a:pt x="101" y="145"/>
                  <a:pt x="111" y="145"/>
                </a:cubicBezTo>
                <a:cubicBezTo>
                  <a:pt x="121" y="145"/>
                  <a:pt x="130" y="153"/>
                  <a:pt x="130" y="164"/>
                </a:cubicBezTo>
                <a:cubicBezTo>
                  <a:pt x="130" y="174"/>
                  <a:pt x="121" y="182"/>
                  <a:pt x="111" y="182"/>
                </a:cubicBezTo>
                <a:close/>
                <a:moveTo>
                  <a:pt x="128" y="127"/>
                </a:moveTo>
                <a:cubicBezTo>
                  <a:pt x="128" y="138"/>
                  <a:pt x="128" y="138"/>
                  <a:pt x="128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23"/>
                  <a:pt x="96" y="123"/>
                  <a:pt x="96" y="123"/>
                </a:cubicBezTo>
                <a:cubicBezTo>
                  <a:pt x="96" y="105"/>
                  <a:pt x="123" y="95"/>
                  <a:pt x="123" y="85"/>
                </a:cubicBezTo>
                <a:cubicBezTo>
                  <a:pt x="123" y="78"/>
                  <a:pt x="116" y="73"/>
                  <a:pt x="110" y="73"/>
                </a:cubicBezTo>
                <a:cubicBezTo>
                  <a:pt x="103" y="73"/>
                  <a:pt x="97" y="80"/>
                  <a:pt x="91" y="87"/>
                </a:cubicBezTo>
                <a:cubicBezTo>
                  <a:pt x="71" y="69"/>
                  <a:pt x="71" y="69"/>
                  <a:pt x="71" y="69"/>
                </a:cubicBezTo>
                <a:cubicBezTo>
                  <a:pt x="83" y="53"/>
                  <a:pt x="97" y="44"/>
                  <a:pt x="114" y="44"/>
                </a:cubicBezTo>
                <a:cubicBezTo>
                  <a:pt x="137" y="44"/>
                  <a:pt x="155" y="60"/>
                  <a:pt x="155" y="85"/>
                </a:cubicBezTo>
                <a:cubicBezTo>
                  <a:pt x="155" y="110"/>
                  <a:pt x="128" y="116"/>
                  <a:pt x="128" y="127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69396941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Thank you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auto">
          <a:xfrm>
            <a:off x="5363368" y="2079884"/>
            <a:ext cx="1465263" cy="1498600"/>
            <a:chOff x="5098" y="1275"/>
            <a:chExt cx="923" cy="944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098" y="1275"/>
              <a:ext cx="923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5098" y="1276"/>
              <a:ext cx="923" cy="942"/>
            </a:xfrm>
            <a:custGeom>
              <a:avLst/>
              <a:gdLst>
                <a:gd name="T0" fmla="*/ 0 w 923"/>
                <a:gd name="T1" fmla="*/ 0 h 942"/>
                <a:gd name="T2" fmla="*/ 160 w 923"/>
                <a:gd name="T3" fmla="*/ 0 h 942"/>
                <a:gd name="T4" fmla="*/ 464 w 923"/>
                <a:gd name="T5" fmla="*/ 616 h 942"/>
                <a:gd name="T6" fmla="*/ 765 w 923"/>
                <a:gd name="T7" fmla="*/ 0 h 942"/>
                <a:gd name="T8" fmla="*/ 923 w 923"/>
                <a:gd name="T9" fmla="*/ 0 h 942"/>
                <a:gd name="T10" fmla="*/ 463 w 923"/>
                <a:gd name="T11" fmla="*/ 942 h 942"/>
                <a:gd name="T12" fmla="*/ 0 w 923"/>
                <a:gd name="T13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942">
                  <a:moveTo>
                    <a:pt x="0" y="0"/>
                  </a:moveTo>
                  <a:lnTo>
                    <a:pt x="160" y="0"/>
                  </a:lnTo>
                  <a:lnTo>
                    <a:pt x="464" y="616"/>
                  </a:lnTo>
                  <a:lnTo>
                    <a:pt x="765" y="0"/>
                  </a:lnTo>
                  <a:lnTo>
                    <a:pt x="923" y="0"/>
                  </a:lnTo>
                  <a:lnTo>
                    <a:pt x="463" y="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5352" y="1278"/>
              <a:ext cx="415" cy="417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51238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24" y="1082843"/>
            <a:ext cx="11098676" cy="539415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86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9"/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5D4C3E-9815-4041-A1C2-934F4867CA55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A4684-0963-4276-BCD0-F5FB7C7646B5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2019</a:t>
            </a:r>
          </a:p>
        </p:txBody>
      </p:sp>
    </p:spTree>
    <p:extLst>
      <p:ext uri="{BB962C8B-B14F-4D97-AF65-F5344CB8AC3E}">
        <p14:creationId xmlns:p14="http://schemas.microsoft.com/office/powerpoint/2010/main" val="12826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6" r:id="rId2"/>
    <p:sldLayoutId id="2147483685" r:id="rId3"/>
    <p:sldLayoutId id="2147483704" r:id="rId4"/>
    <p:sldLayoutId id="2147483708" r:id="rId5"/>
    <p:sldLayoutId id="2147483680" r:id="rId6"/>
    <p:sldLayoutId id="2147483654" r:id="rId7"/>
    <p:sldLayoutId id="2147483652" r:id="rId8"/>
    <p:sldLayoutId id="2147483675" r:id="rId9"/>
    <p:sldLayoutId id="2147483678" r:id="rId10"/>
    <p:sldLayoutId id="2147483655" r:id="rId11"/>
    <p:sldLayoutId id="2147483679" r:id="rId12"/>
    <p:sldLayoutId id="2147483687" r:id="rId13"/>
    <p:sldLayoutId id="2147483705" r:id="rId14"/>
    <p:sldLayoutId id="2147483707" r:id="rId15"/>
    <p:sldLayoutId id="2147483681" r:id="rId16"/>
    <p:sldLayoutId id="2147483682" r:id="rId17"/>
  </p:sldLayoutIdLst>
  <p:transition>
    <p:fade/>
  </p:transition>
  <p:hf sldNum="0" hdr="0" ftr="0" dt="0"/>
  <p:txStyles>
    <p:titleStyle>
      <a:lvl1pPr algn="ctr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600"/>
        </a:spcBef>
        <a:buFont typeface="Calibri" panose="020F0502020204030204" pitchFamily="34" charset="0"/>
        <a:buChar char="−"/>
        <a:defRPr sz="19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4080" userDrawn="1">
          <p15:clr>
            <a:srgbClr val="F26B43"/>
          </p15:clr>
        </p15:guide>
        <p15:guide id="5" pos="168" userDrawn="1">
          <p15:clr>
            <a:srgbClr val="F26B43"/>
          </p15:clr>
        </p15:guide>
        <p15:guide id="6" pos="75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2B7E-2DAA-412A-B809-EADA0549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Who’s Involved?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6B5AF08-4D6D-4A8F-AD8F-A0C4A53EC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624" y="4419847"/>
            <a:ext cx="1065262" cy="138089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E393A77-D0D7-C612-5CF9-DF1B3F080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032190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1932034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eeva Template (external)">
  <a:themeElements>
    <a:clrScheme name="Veeva template colors">
      <a:dk1>
        <a:srgbClr val="646569"/>
      </a:dk1>
      <a:lt1>
        <a:sysClr val="window" lastClr="FFFFFF"/>
      </a:lt1>
      <a:dk2>
        <a:srgbClr val="FF9E16"/>
      </a:dk2>
      <a:lt2>
        <a:srgbClr val="E7E6E6"/>
      </a:lt2>
      <a:accent1>
        <a:srgbClr val="FF9E16"/>
      </a:accent1>
      <a:accent2>
        <a:srgbClr val="8B8C8E"/>
      </a:accent2>
      <a:accent3>
        <a:srgbClr val="4F86A0"/>
      </a:accent3>
      <a:accent4>
        <a:srgbClr val="63A70A"/>
      </a:accent4>
      <a:accent5>
        <a:srgbClr val="DD5F13"/>
      </a:accent5>
      <a:accent6>
        <a:srgbClr val="61B4E4"/>
      </a:accent6>
      <a:hlink>
        <a:srgbClr val="FF9E16"/>
      </a:hlink>
      <a:folHlink>
        <a:srgbClr val="B4B4B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R="0" indent="-182880" algn="l" defTabSz="914400" rtl="0" eaLnBrk="1" fontAlgn="auto" latinLnBrk="0" hangingPunct="1">
          <a:lnSpc>
            <a:spcPct val="80000"/>
          </a:lnSpc>
          <a:spcBef>
            <a:spcPts val="120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•"/>
          <a:tabLst/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D4BE314-CD5C-4A7F-BAAF-078882C1E060}" vid="{D8D50820-8439-47A6-B962-52A1769CD3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Veeva Template (2019) - Core Base</Template>
  <TotalTime>771</TotalTime>
  <Words>24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Veeva Template (external)</vt:lpstr>
      <vt:lpstr>Who’s Involved?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Niina Rodrigues</dc:creator>
  <cp:lastModifiedBy>Michael Ofengenden</cp:lastModifiedBy>
  <cp:revision>36</cp:revision>
  <cp:lastPrinted>2017-12-14T03:08:06Z</cp:lastPrinted>
  <dcterms:created xsi:type="dcterms:W3CDTF">2018-12-18T22:22:03Z</dcterms:created>
  <dcterms:modified xsi:type="dcterms:W3CDTF">2026-07-02T18:32:46Z</dcterms:modified>
</cp:coreProperties>
</file>