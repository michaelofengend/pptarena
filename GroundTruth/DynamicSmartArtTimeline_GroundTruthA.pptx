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62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5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24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18E308-8EE4-EC43-BDF7-58B55C14C8D7}" type="doc">
      <dgm:prSet loTypeId="urn:microsoft.com/office/officeart/2005/8/layout/hProcess11" loCatId="" qsTypeId="urn:microsoft.com/office/officeart/2005/8/quickstyle/simple1" qsCatId="simple" csTypeId="urn:microsoft.com/office/officeart/2005/8/colors/accent1_2" csCatId="accent1" phldr="1"/>
      <dgm:spPr/>
    </dgm:pt>
    <dgm:pt modelId="{D64F0452-B798-3A4F-B4A8-EB34891ECC16}">
      <dgm:prSet phldrT="[Text]"/>
      <dgm:spPr/>
      <dgm:t>
        <a:bodyPr/>
        <a:lstStyle/>
        <a:p>
          <a:r>
            <a:rPr lang="en-US" dirty="0"/>
            <a:t>Project Charter Approved (Jan 05)</a:t>
          </a:r>
        </a:p>
      </dgm:t>
    </dgm:pt>
    <dgm:pt modelId="{882AE446-F3DD-704E-B524-E7CCC8FD309D}" type="parTrans" cxnId="{C1481139-D6B2-324B-A0AA-D1E8B4E6DA34}">
      <dgm:prSet/>
      <dgm:spPr/>
      <dgm:t>
        <a:bodyPr/>
        <a:lstStyle/>
        <a:p>
          <a:endParaRPr lang="en-US"/>
        </a:p>
      </dgm:t>
    </dgm:pt>
    <dgm:pt modelId="{4C345DD7-E0A2-EF46-ACC6-95B9C2E007A3}" type="sibTrans" cxnId="{C1481139-D6B2-324B-A0AA-D1E8B4E6DA34}">
      <dgm:prSet/>
      <dgm:spPr/>
      <dgm:t>
        <a:bodyPr/>
        <a:lstStyle/>
        <a:p>
          <a:endParaRPr lang="en-US"/>
        </a:p>
      </dgm:t>
    </dgm:pt>
    <dgm:pt modelId="{05E9B516-7577-C04F-9D70-3EC1B541478B}">
      <dgm:prSet phldrT="[Text]"/>
      <dgm:spPr/>
      <dgm:t>
        <a:bodyPr/>
        <a:lstStyle/>
        <a:p>
          <a:r>
            <a:rPr lang="en-US" dirty="0"/>
            <a:t>Team Kickoff (Jan 12)</a:t>
          </a:r>
        </a:p>
      </dgm:t>
    </dgm:pt>
    <dgm:pt modelId="{A1BA5C5C-606A-CB41-B0DF-788E54F23B78}" type="parTrans" cxnId="{6C5960E2-1E19-C349-9425-E9E5DBCFA4B4}">
      <dgm:prSet/>
      <dgm:spPr/>
      <dgm:t>
        <a:bodyPr/>
        <a:lstStyle/>
        <a:p>
          <a:endParaRPr lang="en-US"/>
        </a:p>
      </dgm:t>
    </dgm:pt>
    <dgm:pt modelId="{99B86575-F606-2A42-A1B4-B367D6EA923C}" type="sibTrans" cxnId="{6C5960E2-1E19-C349-9425-E9E5DBCFA4B4}">
      <dgm:prSet/>
      <dgm:spPr/>
      <dgm:t>
        <a:bodyPr/>
        <a:lstStyle/>
        <a:p>
          <a:endParaRPr lang="en-US"/>
        </a:p>
      </dgm:t>
    </dgm:pt>
    <dgm:pt modelId="{4FAE147E-FDC1-EE46-AA8D-6CEC4C06BAA5}">
      <dgm:prSet phldrT="[Text]"/>
      <dgm:spPr/>
      <dgm:t>
        <a:bodyPr/>
        <a:lstStyle/>
        <a:p>
          <a:r>
            <a:rPr lang="en-US" dirty="0"/>
            <a:t>Prototype Complete (Feb 20)</a:t>
          </a:r>
        </a:p>
      </dgm:t>
    </dgm:pt>
    <dgm:pt modelId="{5C529214-EDE9-2548-A29E-801AB23745E3}" type="parTrans" cxnId="{BB9A3E4C-4DFF-5B4D-948C-2DD30660DA0E}">
      <dgm:prSet/>
      <dgm:spPr/>
      <dgm:t>
        <a:bodyPr/>
        <a:lstStyle/>
        <a:p>
          <a:endParaRPr lang="en-US"/>
        </a:p>
      </dgm:t>
    </dgm:pt>
    <dgm:pt modelId="{E6F921C9-37FC-4B4C-A4E4-A2F2AC7DBD0F}" type="sibTrans" cxnId="{BB9A3E4C-4DFF-5B4D-948C-2DD30660DA0E}">
      <dgm:prSet/>
      <dgm:spPr/>
      <dgm:t>
        <a:bodyPr/>
        <a:lstStyle/>
        <a:p>
          <a:endParaRPr lang="en-US"/>
        </a:p>
      </dgm:t>
    </dgm:pt>
    <dgm:pt modelId="{578710BC-8E08-C048-A47A-991989F0C01D}">
      <dgm:prSet/>
      <dgm:spPr/>
      <dgm:t>
        <a:bodyPr/>
        <a:lstStyle/>
        <a:p>
          <a:pPr rtl="0"/>
          <a:r>
            <a:rPr lang="en-US"/>
            <a:t>Beta Launch (Mar 10)</a:t>
          </a:r>
          <a:endParaRPr lang="en-US" dirty="0"/>
        </a:p>
      </dgm:t>
    </dgm:pt>
    <dgm:pt modelId="{EC8BA9CB-E0D7-E84B-B9AD-90F91FE7F65F}" type="parTrans" cxnId="{F1575A0C-C59F-CC42-AFE8-CE9096BA6259}">
      <dgm:prSet/>
      <dgm:spPr/>
      <dgm:t>
        <a:bodyPr/>
        <a:lstStyle/>
        <a:p>
          <a:endParaRPr lang="en-US"/>
        </a:p>
      </dgm:t>
    </dgm:pt>
    <dgm:pt modelId="{F9FCC498-A9A4-9646-92DE-89812AC4EE45}" type="sibTrans" cxnId="{F1575A0C-C59F-CC42-AFE8-CE9096BA6259}">
      <dgm:prSet/>
      <dgm:spPr/>
      <dgm:t>
        <a:bodyPr/>
        <a:lstStyle/>
        <a:p>
          <a:endParaRPr lang="en-US"/>
        </a:p>
      </dgm:t>
    </dgm:pt>
    <dgm:pt modelId="{33AD10D3-FEA4-4648-A6F7-BD8380726E4E}">
      <dgm:prSet/>
      <dgm:spPr/>
      <dgm:t>
        <a:bodyPr/>
        <a:lstStyle/>
        <a:p>
          <a:pPr rtl="0"/>
          <a:r>
            <a:rPr lang="en-US"/>
            <a:t>Public Launch (Apr 30)</a:t>
          </a:r>
          <a:endParaRPr lang="en-US" dirty="0"/>
        </a:p>
      </dgm:t>
    </dgm:pt>
    <dgm:pt modelId="{FCF48F36-1E4B-6F41-B526-F8344354A9D8}" type="parTrans" cxnId="{8DAFD31B-D237-6C48-B635-817C9EF9CF3C}">
      <dgm:prSet/>
      <dgm:spPr/>
      <dgm:t>
        <a:bodyPr/>
        <a:lstStyle/>
        <a:p>
          <a:endParaRPr lang="en-US"/>
        </a:p>
      </dgm:t>
    </dgm:pt>
    <dgm:pt modelId="{426800F9-6F88-CB47-B4E7-58801FB2AE54}" type="sibTrans" cxnId="{8DAFD31B-D237-6C48-B635-817C9EF9CF3C}">
      <dgm:prSet/>
      <dgm:spPr/>
      <dgm:t>
        <a:bodyPr/>
        <a:lstStyle/>
        <a:p>
          <a:endParaRPr lang="en-US"/>
        </a:p>
      </dgm:t>
    </dgm:pt>
    <dgm:pt modelId="{B6E5AA44-D033-C344-A399-1BC0C2AE174D}">
      <dgm:prSet/>
      <dgm:spPr/>
      <dgm:t>
        <a:bodyPr/>
        <a:lstStyle/>
        <a:p>
          <a:pPr rtl="0"/>
          <a:r>
            <a:rPr lang="en-US" dirty="0"/>
            <a:t>Postmortem &amp; Retrospective (May 15)</a:t>
          </a:r>
        </a:p>
      </dgm:t>
    </dgm:pt>
    <dgm:pt modelId="{9A76D26D-1EFB-B146-81C9-6D9DCA13B8AE}" type="parTrans" cxnId="{085667BF-A8A8-F94D-92BB-30D8D340FC39}">
      <dgm:prSet/>
      <dgm:spPr/>
      <dgm:t>
        <a:bodyPr/>
        <a:lstStyle/>
        <a:p>
          <a:endParaRPr lang="en-US"/>
        </a:p>
      </dgm:t>
    </dgm:pt>
    <dgm:pt modelId="{3E9AC939-A511-9243-918D-2B477EE2DC09}" type="sibTrans" cxnId="{085667BF-A8A8-F94D-92BB-30D8D340FC39}">
      <dgm:prSet/>
      <dgm:spPr/>
      <dgm:t>
        <a:bodyPr/>
        <a:lstStyle/>
        <a:p>
          <a:endParaRPr lang="en-US"/>
        </a:p>
      </dgm:t>
    </dgm:pt>
    <dgm:pt modelId="{F0C60136-5D0C-7F45-A172-2D7CDE718E77}" type="pres">
      <dgm:prSet presAssocID="{E518E308-8EE4-EC43-BDF7-58B55C14C8D7}" presName="Name0" presStyleCnt="0">
        <dgm:presLayoutVars>
          <dgm:dir/>
          <dgm:resizeHandles val="exact"/>
        </dgm:presLayoutVars>
      </dgm:prSet>
      <dgm:spPr/>
    </dgm:pt>
    <dgm:pt modelId="{F34B53A2-417B-4C46-9E8B-6AA90C818AA2}" type="pres">
      <dgm:prSet presAssocID="{E518E308-8EE4-EC43-BDF7-58B55C14C8D7}" presName="arrow" presStyleLbl="bgShp" presStyleIdx="0" presStyleCnt="1"/>
      <dgm:spPr/>
    </dgm:pt>
    <dgm:pt modelId="{6311F74C-828F-074E-AAA1-9A24247F045E}" type="pres">
      <dgm:prSet presAssocID="{E518E308-8EE4-EC43-BDF7-58B55C14C8D7}" presName="points" presStyleCnt="0"/>
      <dgm:spPr/>
    </dgm:pt>
    <dgm:pt modelId="{66C36D0F-3979-B640-A51E-AA475C4F3176}" type="pres">
      <dgm:prSet presAssocID="{D64F0452-B798-3A4F-B4A8-EB34891ECC16}" presName="compositeA" presStyleCnt="0"/>
      <dgm:spPr/>
    </dgm:pt>
    <dgm:pt modelId="{3ACD5BCA-E1F0-064B-B1E7-505D5E61576A}" type="pres">
      <dgm:prSet presAssocID="{D64F0452-B798-3A4F-B4A8-EB34891ECC16}" presName="textA" presStyleLbl="revTx" presStyleIdx="0" presStyleCnt="6">
        <dgm:presLayoutVars>
          <dgm:bulletEnabled val="1"/>
        </dgm:presLayoutVars>
      </dgm:prSet>
      <dgm:spPr/>
    </dgm:pt>
    <dgm:pt modelId="{14AE146A-A8BE-D041-8F6E-5617918E8EDD}" type="pres">
      <dgm:prSet presAssocID="{D64F0452-B798-3A4F-B4A8-EB34891ECC16}" presName="circleA" presStyleLbl="node1" presStyleIdx="0" presStyleCnt="6"/>
      <dgm:spPr/>
    </dgm:pt>
    <dgm:pt modelId="{ACDD8CB9-8027-E247-8AE0-F4090F5B9846}" type="pres">
      <dgm:prSet presAssocID="{D64F0452-B798-3A4F-B4A8-EB34891ECC16}" presName="spaceA" presStyleCnt="0"/>
      <dgm:spPr/>
    </dgm:pt>
    <dgm:pt modelId="{7180162A-0B81-9F40-9ED8-ACD274730849}" type="pres">
      <dgm:prSet presAssocID="{4C345DD7-E0A2-EF46-ACC6-95B9C2E007A3}" presName="space" presStyleCnt="0"/>
      <dgm:spPr/>
    </dgm:pt>
    <dgm:pt modelId="{33480338-71AC-2F4D-98EF-53E1B9FE4912}" type="pres">
      <dgm:prSet presAssocID="{05E9B516-7577-C04F-9D70-3EC1B541478B}" presName="compositeB" presStyleCnt="0"/>
      <dgm:spPr/>
    </dgm:pt>
    <dgm:pt modelId="{193C38A5-4941-604B-B6DD-F9D8BF39AF28}" type="pres">
      <dgm:prSet presAssocID="{05E9B516-7577-C04F-9D70-3EC1B541478B}" presName="textB" presStyleLbl="revTx" presStyleIdx="1" presStyleCnt="6">
        <dgm:presLayoutVars>
          <dgm:bulletEnabled val="1"/>
        </dgm:presLayoutVars>
      </dgm:prSet>
      <dgm:spPr/>
    </dgm:pt>
    <dgm:pt modelId="{8EB1DF06-BAEE-DE4F-964C-CD3EBEB726A4}" type="pres">
      <dgm:prSet presAssocID="{05E9B516-7577-C04F-9D70-3EC1B541478B}" presName="circleB" presStyleLbl="node1" presStyleIdx="1" presStyleCnt="6"/>
      <dgm:spPr/>
    </dgm:pt>
    <dgm:pt modelId="{F5E940C0-4BB1-CB46-AD03-2F469F508502}" type="pres">
      <dgm:prSet presAssocID="{05E9B516-7577-C04F-9D70-3EC1B541478B}" presName="spaceB" presStyleCnt="0"/>
      <dgm:spPr/>
    </dgm:pt>
    <dgm:pt modelId="{323D86FF-7130-0147-9081-23195C1CC6FC}" type="pres">
      <dgm:prSet presAssocID="{99B86575-F606-2A42-A1B4-B367D6EA923C}" presName="space" presStyleCnt="0"/>
      <dgm:spPr/>
    </dgm:pt>
    <dgm:pt modelId="{AEA4FAFE-A15E-A74B-9231-ECA7774D362D}" type="pres">
      <dgm:prSet presAssocID="{4FAE147E-FDC1-EE46-AA8D-6CEC4C06BAA5}" presName="compositeA" presStyleCnt="0"/>
      <dgm:spPr/>
    </dgm:pt>
    <dgm:pt modelId="{E76CAE44-BA86-1141-BD26-10ACDF9AADB5}" type="pres">
      <dgm:prSet presAssocID="{4FAE147E-FDC1-EE46-AA8D-6CEC4C06BAA5}" presName="textA" presStyleLbl="revTx" presStyleIdx="2" presStyleCnt="6">
        <dgm:presLayoutVars>
          <dgm:bulletEnabled val="1"/>
        </dgm:presLayoutVars>
      </dgm:prSet>
      <dgm:spPr/>
    </dgm:pt>
    <dgm:pt modelId="{9766099C-EB2D-EE48-97D1-EEF651CE03D3}" type="pres">
      <dgm:prSet presAssocID="{4FAE147E-FDC1-EE46-AA8D-6CEC4C06BAA5}" presName="circleA" presStyleLbl="node1" presStyleIdx="2" presStyleCnt="6"/>
      <dgm:spPr/>
    </dgm:pt>
    <dgm:pt modelId="{8C3AD672-2159-764E-B62E-6DD1DFB85A84}" type="pres">
      <dgm:prSet presAssocID="{4FAE147E-FDC1-EE46-AA8D-6CEC4C06BAA5}" presName="spaceA" presStyleCnt="0"/>
      <dgm:spPr/>
    </dgm:pt>
    <dgm:pt modelId="{62846CE6-12BE-C644-AE32-2BD6661509AA}" type="pres">
      <dgm:prSet presAssocID="{E6F921C9-37FC-4B4C-A4E4-A2F2AC7DBD0F}" presName="space" presStyleCnt="0"/>
      <dgm:spPr/>
    </dgm:pt>
    <dgm:pt modelId="{A6F69227-D5A7-FE4D-B4E2-FB8F8A56D7B7}" type="pres">
      <dgm:prSet presAssocID="{578710BC-8E08-C048-A47A-991989F0C01D}" presName="compositeB" presStyleCnt="0"/>
      <dgm:spPr/>
    </dgm:pt>
    <dgm:pt modelId="{D50112E8-F870-B249-BF44-EED614BD8466}" type="pres">
      <dgm:prSet presAssocID="{578710BC-8E08-C048-A47A-991989F0C01D}" presName="textB" presStyleLbl="revTx" presStyleIdx="3" presStyleCnt="6">
        <dgm:presLayoutVars>
          <dgm:bulletEnabled val="1"/>
        </dgm:presLayoutVars>
      </dgm:prSet>
      <dgm:spPr/>
    </dgm:pt>
    <dgm:pt modelId="{C6BBCB91-E373-4D40-9F07-9EAA3A8EFE68}" type="pres">
      <dgm:prSet presAssocID="{578710BC-8E08-C048-A47A-991989F0C01D}" presName="circleB" presStyleLbl="node1" presStyleIdx="3" presStyleCnt="6"/>
      <dgm:spPr/>
    </dgm:pt>
    <dgm:pt modelId="{FAF7A6D8-7359-D94F-B3D3-11FB496B24AD}" type="pres">
      <dgm:prSet presAssocID="{578710BC-8E08-C048-A47A-991989F0C01D}" presName="spaceB" presStyleCnt="0"/>
      <dgm:spPr/>
    </dgm:pt>
    <dgm:pt modelId="{27B1914E-AD2F-E048-8E26-E8F60E51FED2}" type="pres">
      <dgm:prSet presAssocID="{F9FCC498-A9A4-9646-92DE-89812AC4EE45}" presName="space" presStyleCnt="0"/>
      <dgm:spPr/>
    </dgm:pt>
    <dgm:pt modelId="{BF15BA36-32E2-634A-B611-6C5067B85830}" type="pres">
      <dgm:prSet presAssocID="{33AD10D3-FEA4-4648-A6F7-BD8380726E4E}" presName="compositeA" presStyleCnt="0"/>
      <dgm:spPr/>
    </dgm:pt>
    <dgm:pt modelId="{43B65D6A-BBD8-6146-864A-095202549051}" type="pres">
      <dgm:prSet presAssocID="{33AD10D3-FEA4-4648-A6F7-BD8380726E4E}" presName="textA" presStyleLbl="revTx" presStyleIdx="4" presStyleCnt="6">
        <dgm:presLayoutVars>
          <dgm:bulletEnabled val="1"/>
        </dgm:presLayoutVars>
      </dgm:prSet>
      <dgm:spPr/>
    </dgm:pt>
    <dgm:pt modelId="{F3522304-F9C9-0147-9A33-F9FA579777FE}" type="pres">
      <dgm:prSet presAssocID="{33AD10D3-FEA4-4648-A6F7-BD8380726E4E}" presName="circleA" presStyleLbl="node1" presStyleIdx="4" presStyleCnt="6"/>
      <dgm:spPr/>
    </dgm:pt>
    <dgm:pt modelId="{CCF30CE3-E6AF-C547-BA65-CFC453ABE02B}" type="pres">
      <dgm:prSet presAssocID="{33AD10D3-FEA4-4648-A6F7-BD8380726E4E}" presName="spaceA" presStyleCnt="0"/>
      <dgm:spPr/>
    </dgm:pt>
    <dgm:pt modelId="{DE522F53-9359-614B-B432-6B62EBFFF52E}" type="pres">
      <dgm:prSet presAssocID="{426800F9-6F88-CB47-B4E7-58801FB2AE54}" presName="space" presStyleCnt="0"/>
      <dgm:spPr/>
    </dgm:pt>
    <dgm:pt modelId="{B7760301-A0C9-C740-A8A4-ED2800433B6B}" type="pres">
      <dgm:prSet presAssocID="{B6E5AA44-D033-C344-A399-1BC0C2AE174D}" presName="compositeB" presStyleCnt="0"/>
      <dgm:spPr/>
    </dgm:pt>
    <dgm:pt modelId="{B9CF2E2B-1F7F-094D-9B3F-BFDC7234BBD0}" type="pres">
      <dgm:prSet presAssocID="{B6E5AA44-D033-C344-A399-1BC0C2AE174D}" presName="textB" presStyleLbl="revTx" presStyleIdx="5" presStyleCnt="6">
        <dgm:presLayoutVars>
          <dgm:bulletEnabled val="1"/>
        </dgm:presLayoutVars>
      </dgm:prSet>
      <dgm:spPr/>
    </dgm:pt>
    <dgm:pt modelId="{D674BEE5-E22E-8448-B548-A7F269C0ABAF}" type="pres">
      <dgm:prSet presAssocID="{B6E5AA44-D033-C344-A399-1BC0C2AE174D}" presName="circleB" presStyleLbl="node1" presStyleIdx="5" presStyleCnt="6"/>
      <dgm:spPr/>
    </dgm:pt>
    <dgm:pt modelId="{2FF8AC5F-49B4-9F47-A929-03E1A61E6A4F}" type="pres">
      <dgm:prSet presAssocID="{B6E5AA44-D033-C344-A399-1BC0C2AE174D}" presName="spaceB" presStyleCnt="0"/>
      <dgm:spPr/>
    </dgm:pt>
  </dgm:ptLst>
  <dgm:cxnLst>
    <dgm:cxn modelId="{F1575A0C-C59F-CC42-AFE8-CE9096BA6259}" srcId="{E518E308-8EE4-EC43-BDF7-58B55C14C8D7}" destId="{578710BC-8E08-C048-A47A-991989F0C01D}" srcOrd="3" destOrd="0" parTransId="{EC8BA9CB-E0D7-E84B-B9AD-90F91FE7F65F}" sibTransId="{F9FCC498-A9A4-9646-92DE-89812AC4EE45}"/>
    <dgm:cxn modelId="{8DAFD31B-D237-6C48-B635-817C9EF9CF3C}" srcId="{E518E308-8EE4-EC43-BDF7-58B55C14C8D7}" destId="{33AD10D3-FEA4-4648-A6F7-BD8380726E4E}" srcOrd="4" destOrd="0" parTransId="{FCF48F36-1E4B-6F41-B526-F8344354A9D8}" sibTransId="{426800F9-6F88-CB47-B4E7-58801FB2AE54}"/>
    <dgm:cxn modelId="{DDA83B1E-74AF-F048-A2B8-3975476D5F7D}" type="presOf" srcId="{578710BC-8E08-C048-A47A-991989F0C01D}" destId="{D50112E8-F870-B249-BF44-EED614BD8466}" srcOrd="0" destOrd="0" presId="urn:microsoft.com/office/officeart/2005/8/layout/hProcess11"/>
    <dgm:cxn modelId="{B4DB6F30-A38D-C540-8C2D-8EB338E3104C}" type="presOf" srcId="{33AD10D3-FEA4-4648-A6F7-BD8380726E4E}" destId="{43B65D6A-BBD8-6146-864A-095202549051}" srcOrd="0" destOrd="0" presId="urn:microsoft.com/office/officeart/2005/8/layout/hProcess11"/>
    <dgm:cxn modelId="{C1481139-D6B2-324B-A0AA-D1E8B4E6DA34}" srcId="{E518E308-8EE4-EC43-BDF7-58B55C14C8D7}" destId="{D64F0452-B798-3A4F-B4A8-EB34891ECC16}" srcOrd="0" destOrd="0" parTransId="{882AE446-F3DD-704E-B524-E7CCC8FD309D}" sibTransId="{4C345DD7-E0A2-EF46-ACC6-95B9C2E007A3}"/>
    <dgm:cxn modelId="{BB9A3E4C-4DFF-5B4D-948C-2DD30660DA0E}" srcId="{E518E308-8EE4-EC43-BDF7-58B55C14C8D7}" destId="{4FAE147E-FDC1-EE46-AA8D-6CEC4C06BAA5}" srcOrd="2" destOrd="0" parTransId="{5C529214-EDE9-2548-A29E-801AB23745E3}" sibTransId="{E6F921C9-37FC-4B4C-A4E4-A2F2AC7DBD0F}"/>
    <dgm:cxn modelId="{505D6E4C-074F-D64F-A746-137F02CDBEC9}" type="presOf" srcId="{4FAE147E-FDC1-EE46-AA8D-6CEC4C06BAA5}" destId="{E76CAE44-BA86-1141-BD26-10ACDF9AADB5}" srcOrd="0" destOrd="0" presId="urn:microsoft.com/office/officeart/2005/8/layout/hProcess11"/>
    <dgm:cxn modelId="{27ACF657-EE00-3347-B091-FD5C8E2FAFA2}" type="presOf" srcId="{05E9B516-7577-C04F-9D70-3EC1B541478B}" destId="{193C38A5-4941-604B-B6DD-F9D8BF39AF28}" srcOrd="0" destOrd="0" presId="urn:microsoft.com/office/officeart/2005/8/layout/hProcess11"/>
    <dgm:cxn modelId="{6C2F08B5-5C6C-0445-9E75-C183BBEAC9EC}" type="presOf" srcId="{B6E5AA44-D033-C344-A399-1BC0C2AE174D}" destId="{B9CF2E2B-1F7F-094D-9B3F-BFDC7234BBD0}" srcOrd="0" destOrd="0" presId="urn:microsoft.com/office/officeart/2005/8/layout/hProcess11"/>
    <dgm:cxn modelId="{085667BF-A8A8-F94D-92BB-30D8D340FC39}" srcId="{E518E308-8EE4-EC43-BDF7-58B55C14C8D7}" destId="{B6E5AA44-D033-C344-A399-1BC0C2AE174D}" srcOrd="5" destOrd="0" parTransId="{9A76D26D-1EFB-B146-81C9-6D9DCA13B8AE}" sibTransId="{3E9AC939-A511-9243-918D-2B477EE2DC09}"/>
    <dgm:cxn modelId="{F2C2DDE0-521F-0541-BA4F-597A17ECE235}" type="presOf" srcId="{D64F0452-B798-3A4F-B4A8-EB34891ECC16}" destId="{3ACD5BCA-E1F0-064B-B1E7-505D5E61576A}" srcOrd="0" destOrd="0" presId="urn:microsoft.com/office/officeart/2005/8/layout/hProcess11"/>
    <dgm:cxn modelId="{6C5960E2-1E19-C349-9425-E9E5DBCFA4B4}" srcId="{E518E308-8EE4-EC43-BDF7-58B55C14C8D7}" destId="{05E9B516-7577-C04F-9D70-3EC1B541478B}" srcOrd="1" destOrd="0" parTransId="{A1BA5C5C-606A-CB41-B0DF-788E54F23B78}" sibTransId="{99B86575-F606-2A42-A1B4-B367D6EA923C}"/>
    <dgm:cxn modelId="{84E108F4-7E09-8449-A722-B9E741CB3D98}" type="presOf" srcId="{E518E308-8EE4-EC43-BDF7-58B55C14C8D7}" destId="{F0C60136-5D0C-7F45-A172-2D7CDE718E77}" srcOrd="0" destOrd="0" presId="urn:microsoft.com/office/officeart/2005/8/layout/hProcess11"/>
    <dgm:cxn modelId="{8A864596-95E4-B44F-8C14-F93CD8069609}" type="presParOf" srcId="{F0C60136-5D0C-7F45-A172-2D7CDE718E77}" destId="{F34B53A2-417B-4C46-9E8B-6AA90C818AA2}" srcOrd="0" destOrd="0" presId="urn:microsoft.com/office/officeart/2005/8/layout/hProcess11"/>
    <dgm:cxn modelId="{0B298698-BD5B-C244-A4D5-08F8DFDEA9E8}" type="presParOf" srcId="{F0C60136-5D0C-7F45-A172-2D7CDE718E77}" destId="{6311F74C-828F-074E-AAA1-9A24247F045E}" srcOrd="1" destOrd="0" presId="urn:microsoft.com/office/officeart/2005/8/layout/hProcess11"/>
    <dgm:cxn modelId="{BF5FAFBA-6362-1E47-9110-21969D53480C}" type="presParOf" srcId="{6311F74C-828F-074E-AAA1-9A24247F045E}" destId="{66C36D0F-3979-B640-A51E-AA475C4F3176}" srcOrd="0" destOrd="0" presId="urn:microsoft.com/office/officeart/2005/8/layout/hProcess11"/>
    <dgm:cxn modelId="{CB8B2716-C06C-A04A-B94F-59E11B0DF090}" type="presParOf" srcId="{66C36D0F-3979-B640-A51E-AA475C4F3176}" destId="{3ACD5BCA-E1F0-064B-B1E7-505D5E61576A}" srcOrd="0" destOrd="0" presId="urn:microsoft.com/office/officeart/2005/8/layout/hProcess11"/>
    <dgm:cxn modelId="{F66EBE20-90E6-0349-BA1A-D282849247C1}" type="presParOf" srcId="{66C36D0F-3979-B640-A51E-AA475C4F3176}" destId="{14AE146A-A8BE-D041-8F6E-5617918E8EDD}" srcOrd="1" destOrd="0" presId="urn:microsoft.com/office/officeart/2005/8/layout/hProcess11"/>
    <dgm:cxn modelId="{31EDBA86-CD00-0F49-BFC4-B282897EE719}" type="presParOf" srcId="{66C36D0F-3979-B640-A51E-AA475C4F3176}" destId="{ACDD8CB9-8027-E247-8AE0-F4090F5B9846}" srcOrd="2" destOrd="0" presId="urn:microsoft.com/office/officeart/2005/8/layout/hProcess11"/>
    <dgm:cxn modelId="{393AF386-9735-8741-AC89-C9E8EB4D08AF}" type="presParOf" srcId="{6311F74C-828F-074E-AAA1-9A24247F045E}" destId="{7180162A-0B81-9F40-9ED8-ACD274730849}" srcOrd="1" destOrd="0" presId="urn:microsoft.com/office/officeart/2005/8/layout/hProcess11"/>
    <dgm:cxn modelId="{1B3EB10E-F36D-3845-8AEB-6DEEBD9A5587}" type="presParOf" srcId="{6311F74C-828F-074E-AAA1-9A24247F045E}" destId="{33480338-71AC-2F4D-98EF-53E1B9FE4912}" srcOrd="2" destOrd="0" presId="urn:microsoft.com/office/officeart/2005/8/layout/hProcess11"/>
    <dgm:cxn modelId="{95015A19-1976-F743-B631-0AD6635F8088}" type="presParOf" srcId="{33480338-71AC-2F4D-98EF-53E1B9FE4912}" destId="{193C38A5-4941-604B-B6DD-F9D8BF39AF28}" srcOrd="0" destOrd="0" presId="urn:microsoft.com/office/officeart/2005/8/layout/hProcess11"/>
    <dgm:cxn modelId="{E8CB844C-4FF9-AE43-BC40-ED15687E5A65}" type="presParOf" srcId="{33480338-71AC-2F4D-98EF-53E1B9FE4912}" destId="{8EB1DF06-BAEE-DE4F-964C-CD3EBEB726A4}" srcOrd="1" destOrd="0" presId="urn:microsoft.com/office/officeart/2005/8/layout/hProcess11"/>
    <dgm:cxn modelId="{05E1FBFE-99DA-A146-98EA-537B3C6EF817}" type="presParOf" srcId="{33480338-71AC-2F4D-98EF-53E1B9FE4912}" destId="{F5E940C0-4BB1-CB46-AD03-2F469F508502}" srcOrd="2" destOrd="0" presId="urn:microsoft.com/office/officeart/2005/8/layout/hProcess11"/>
    <dgm:cxn modelId="{88D597A1-B6C8-CB44-8449-3915024BA699}" type="presParOf" srcId="{6311F74C-828F-074E-AAA1-9A24247F045E}" destId="{323D86FF-7130-0147-9081-23195C1CC6FC}" srcOrd="3" destOrd="0" presId="urn:microsoft.com/office/officeart/2005/8/layout/hProcess11"/>
    <dgm:cxn modelId="{0F46DB34-B9AF-4447-85C8-87C686ED3061}" type="presParOf" srcId="{6311F74C-828F-074E-AAA1-9A24247F045E}" destId="{AEA4FAFE-A15E-A74B-9231-ECA7774D362D}" srcOrd="4" destOrd="0" presId="urn:microsoft.com/office/officeart/2005/8/layout/hProcess11"/>
    <dgm:cxn modelId="{07F1B1A5-1303-C348-BE25-966155AE9B57}" type="presParOf" srcId="{AEA4FAFE-A15E-A74B-9231-ECA7774D362D}" destId="{E76CAE44-BA86-1141-BD26-10ACDF9AADB5}" srcOrd="0" destOrd="0" presId="urn:microsoft.com/office/officeart/2005/8/layout/hProcess11"/>
    <dgm:cxn modelId="{47F178A9-7498-8E4A-A6C9-8B5C2DF23904}" type="presParOf" srcId="{AEA4FAFE-A15E-A74B-9231-ECA7774D362D}" destId="{9766099C-EB2D-EE48-97D1-EEF651CE03D3}" srcOrd="1" destOrd="0" presId="urn:microsoft.com/office/officeart/2005/8/layout/hProcess11"/>
    <dgm:cxn modelId="{79646B6B-198D-5F40-8E0C-91E567E5A4CE}" type="presParOf" srcId="{AEA4FAFE-A15E-A74B-9231-ECA7774D362D}" destId="{8C3AD672-2159-764E-B62E-6DD1DFB85A84}" srcOrd="2" destOrd="0" presId="urn:microsoft.com/office/officeart/2005/8/layout/hProcess11"/>
    <dgm:cxn modelId="{B67DC802-935D-6242-A148-328DC5996489}" type="presParOf" srcId="{6311F74C-828F-074E-AAA1-9A24247F045E}" destId="{62846CE6-12BE-C644-AE32-2BD6661509AA}" srcOrd="5" destOrd="0" presId="urn:microsoft.com/office/officeart/2005/8/layout/hProcess11"/>
    <dgm:cxn modelId="{C6A0DB8D-800E-EC4B-B92F-9AD2635A6216}" type="presParOf" srcId="{6311F74C-828F-074E-AAA1-9A24247F045E}" destId="{A6F69227-D5A7-FE4D-B4E2-FB8F8A56D7B7}" srcOrd="6" destOrd="0" presId="urn:microsoft.com/office/officeart/2005/8/layout/hProcess11"/>
    <dgm:cxn modelId="{437F9F3D-57FC-6C45-B4E1-31351456694F}" type="presParOf" srcId="{A6F69227-D5A7-FE4D-B4E2-FB8F8A56D7B7}" destId="{D50112E8-F870-B249-BF44-EED614BD8466}" srcOrd="0" destOrd="0" presId="urn:microsoft.com/office/officeart/2005/8/layout/hProcess11"/>
    <dgm:cxn modelId="{9448F9B6-BC31-DD4C-90CF-53F75314FF09}" type="presParOf" srcId="{A6F69227-D5A7-FE4D-B4E2-FB8F8A56D7B7}" destId="{C6BBCB91-E373-4D40-9F07-9EAA3A8EFE68}" srcOrd="1" destOrd="0" presId="urn:microsoft.com/office/officeart/2005/8/layout/hProcess11"/>
    <dgm:cxn modelId="{478296C3-FD73-9D42-BBB9-94A9129A73F1}" type="presParOf" srcId="{A6F69227-D5A7-FE4D-B4E2-FB8F8A56D7B7}" destId="{FAF7A6D8-7359-D94F-B3D3-11FB496B24AD}" srcOrd="2" destOrd="0" presId="urn:microsoft.com/office/officeart/2005/8/layout/hProcess11"/>
    <dgm:cxn modelId="{9FA8B44D-31C9-9341-8E9F-756F1F8A0CF8}" type="presParOf" srcId="{6311F74C-828F-074E-AAA1-9A24247F045E}" destId="{27B1914E-AD2F-E048-8E26-E8F60E51FED2}" srcOrd="7" destOrd="0" presId="urn:microsoft.com/office/officeart/2005/8/layout/hProcess11"/>
    <dgm:cxn modelId="{53C107C8-D7DC-FE4F-9DE6-93B056F9F1C1}" type="presParOf" srcId="{6311F74C-828F-074E-AAA1-9A24247F045E}" destId="{BF15BA36-32E2-634A-B611-6C5067B85830}" srcOrd="8" destOrd="0" presId="urn:microsoft.com/office/officeart/2005/8/layout/hProcess11"/>
    <dgm:cxn modelId="{26090C04-E70B-8246-9532-24206C03B130}" type="presParOf" srcId="{BF15BA36-32E2-634A-B611-6C5067B85830}" destId="{43B65D6A-BBD8-6146-864A-095202549051}" srcOrd="0" destOrd="0" presId="urn:microsoft.com/office/officeart/2005/8/layout/hProcess11"/>
    <dgm:cxn modelId="{45277CCF-C7B9-734F-95B7-99155E7C82B2}" type="presParOf" srcId="{BF15BA36-32E2-634A-B611-6C5067B85830}" destId="{F3522304-F9C9-0147-9A33-F9FA579777FE}" srcOrd="1" destOrd="0" presId="urn:microsoft.com/office/officeart/2005/8/layout/hProcess11"/>
    <dgm:cxn modelId="{95A764E2-EFEA-A44A-BE2B-A3B31A8E2306}" type="presParOf" srcId="{BF15BA36-32E2-634A-B611-6C5067B85830}" destId="{CCF30CE3-E6AF-C547-BA65-CFC453ABE02B}" srcOrd="2" destOrd="0" presId="urn:microsoft.com/office/officeart/2005/8/layout/hProcess11"/>
    <dgm:cxn modelId="{564D87DD-E874-4046-B1BE-B514B8B40BFA}" type="presParOf" srcId="{6311F74C-828F-074E-AAA1-9A24247F045E}" destId="{DE522F53-9359-614B-B432-6B62EBFFF52E}" srcOrd="9" destOrd="0" presId="urn:microsoft.com/office/officeart/2005/8/layout/hProcess11"/>
    <dgm:cxn modelId="{04DCF5C4-17C1-9B42-B501-30D8CD827CBE}" type="presParOf" srcId="{6311F74C-828F-074E-AAA1-9A24247F045E}" destId="{B7760301-A0C9-C740-A8A4-ED2800433B6B}" srcOrd="10" destOrd="0" presId="urn:microsoft.com/office/officeart/2005/8/layout/hProcess11"/>
    <dgm:cxn modelId="{1E3C7353-FFFB-DB40-9A1A-0E8E7194DC84}" type="presParOf" srcId="{B7760301-A0C9-C740-A8A4-ED2800433B6B}" destId="{B9CF2E2B-1F7F-094D-9B3F-BFDC7234BBD0}" srcOrd="0" destOrd="0" presId="urn:microsoft.com/office/officeart/2005/8/layout/hProcess11"/>
    <dgm:cxn modelId="{23694644-9791-AB4A-8A8F-40ED561B3972}" type="presParOf" srcId="{B7760301-A0C9-C740-A8A4-ED2800433B6B}" destId="{D674BEE5-E22E-8448-B548-A7F269C0ABAF}" srcOrd="1" destOrd="0" presId="urn:microsoft.com/office/officeart/2005/8/layout/hProcess11"/>
    <dgm:cxn modelId="{F8A03FC7-FEA7-AD4B-B2CC-737AA6FAFB44}" type="presParOf" srcId="{B7760301-A0C9-C740-A8A4-ED2800433B6B}" destId="{2FF8AC5F-49B4-9F47-A929-03E1A61E6A4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B53A2-417B-4C46-9E8B-6AA90C818AA2}">
      <dsp:nvSpPr>
        <dsp:cNvPr id="0" name=""/>
        <dsp:cNvSpPr/>
      </dsp:nvSpPr>
      <dsp:spPr>
        <a:xfrm>
          <a:off x="0" y="630936"/>
          <a:ext cx="11361420" cy="84124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CD5BCA-E1F0-064B-B1E7-505D5E61576A}">
      <dsp:nvSpPr>
        <dsp:cNvPr id="0" name=""/>
        <dsp:cNvSpPr/>
      </dsp:nvSpPr>
      <dsp:spPr>
        <a:xfrm>
          <a:off x="2808" y="0"/>
          <a:ext cx="1635145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Project Charter Approved (Jan 05)</a:t>
          </a:r>
        </a:p>
      </dsp:txBody>
      <dsp:txXfrm>
        <a:off x="2808" y="0"/>
        <a:ext cx="1635145" cy="841248"/>
      </dsp:txXfrm>
    </dsp:sp>
    <dsp:sp modelId="{14AE146A-A8BE-D041-8F6E-5617918E8EDD}">
      <dsp:nvSpPr>
        <dsp:cNvPr id="0" name=""/>
        <dsp:cNvSpPr/>
      </dsp:nvSpPr>
      <dsp:spPr>
        <a:xfrm>
          <a:off x="715225" y="946404"/>
          <a:ext cx="210312" cy="2103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C38A5-4941-604B-B6DD-F9D8BF39AF28}">
      <dsp:nvSpPr>
        <dsp:cNvPr id="0" name=""/>
        <dsp:cNvSpPr/>
      </dsp:nvSpPr>
      <dsp:spPr>
        <a:xfrm>
          <a:off x="1719711" y="1261872"/>
          <a:ext cx="1635145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Team Kickoff (Jan 12)</a:t>
          </a:r>
        </a:p>
      </dsp:txBody>
      <dsp:txXfrm>
        <a:off x="1719711" y="1261872"/>
        <a:ext cx="1635145" cy="841248"/>
      </dsp:txXfrm>
    </dsp:sp>
    <dsp:sp modelId="{8EB1DF06-BAEE-DE4F-964C-CD3EBEB726A4}">
      <dsp:nvSpPr>
        <dsp:cNvPr id="0" name=""/>
        <dsp:cNvSpPr/>
      </dsp:nvSpPr>
      <dsp:spPr>
        <a:xfrm>
          <a:off x="2432128" y="946404"/>
          <a:ext cx="210312" cy="2103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CAE44-BA86-1141-BD26-10ACDF9AADB5}">
      <dsp:nvSpPr>
        <dsp:cNvPr id="0" name=""/>
        <dsp:cNvSpPr/>
      </dsp:nvSpPr>
      <dsp:spPr>
        <a:xfrm>
          <a:off x="3436614" y="0"/>
          <a:ext cx="1635145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Prototype Complete (Feb 20)</a:t>
          </a:r>
        </a:p>
      </dsp:txBody>
      <dsp:txXfrm>
        <a:off x="3436614" y="0"/>
        <a:ext cx="1635145" cy="841248"/>
      </dsp:txXfrm>
    </dsp:sp>
    <dsp:sp modelId="{9766099C-EB2D-EE48-97D1-EEF651CE03D3}">
      <dsp:nvSpPr>
        <dsp:cNvPr id="0" name=""/>
        <dsp:cNvSpPr/>
      </dsp:nvSpPr>
      <dsp:spPr>
        <a:xfrm>
          <a:off x="4149031" y="946404"/>
          <a:ext cx="210312" cy="2103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112E8-F870-B249-BF44-EED614BD8466}">
      <dsp:nvSpPr>
        <dsp:cNvPr id="0" name=""/>
        <dsp:cNvSpPr/>
      </dsp:nvSpPr>
      <dsp:spPr>
        <a:xfrm>
          <a:off x="5153517" y="1261872"/>
          <a:ext cx="1635145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Beta Launch (Mar 10)</a:t>
          </a:r>
          <a:endParaRPr lang="en-US" sz="1500" kern="1200" dirty="0"/>
        </a:p>
      </dsp:txBody>
      <dsp:txXfrm>
        <a:off x="5153517" y="1261872"/>
        <a:ext cx="1635145" cy="841248"/>
      </dsp:txXfrm>
    </dsp:sp>
    <dsp:sp modelId="{C6BBCB91-E373-4D40-9F07-9EAA3A8EFE68}">
      <dsp:nvSpPr>
        <dsp:cNvPr id="0" name=""/>
        <dsp:cNvSpPr/>
      </dsp:nvSpPr>
      <dsp:spPr>
        <a:xfrm>
          <a:off x="5865934" y="946404"/>
          <a:ext cx="210312" cy="2103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65D6A-BBD8-6146-864A-095202549051}">
      <dsp:nvSpPr>
        <dsp:cNvPr id="0" name=""/>
        <dsp:cNvSpPr/>
      </dsp:nvSpPr>
      <dsp:spPr>
        <a:xfrm>
          <a:off x="6870420" y="0"/>
          <a:ext cx="1635145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Public Launch (Apr 30)</a:t>
          </a:r>
          <a:endParaRPr lang="en-US" sz="1500" kern="1200" dirty="0"/>
        </a:p>
      </dsp:txBody>
      <dsp:txXfrm>
        <a:off x="6870420" y="0"/>
        <a:ext cx="1635145" cy="841248"/>
      </dsp:txXfrm>
    </dsp:sp>
    <dsp:sp modelId="{F3522304-F9C9-0147-9A33-F9FA579777FE}">
      <dsp:nvSpPr>
        <dsp:cNvPr id="0" name=""/>
        <dsp:cNvSpPr/>
      </dsp:nvSpPr>
      <dsp:spPr>
        <a:xfrm>
          <a:off x="7582837" y="946404"/>
          <a:ext cx="210312" cy="2103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F2E2B-1F7F-094D-9B3F-BFDC7234BBD0}">
      <dsp:nvSpPr>
        <dsp:cNvPr id="0" name=""/>
        <dsp:cNvSpPr/>
      </dsp:nvSpPr>
      <dsp:spPr>
        <a:xfrm>
          <a:off x="8587323" y="1261872"/>
          <a:ext cx="1635145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Postmortem &amp; Retrospective (May 15)</a:t>
          </a:r>
        </a:p>
      </dsp:txBody>
      <dsp:txXfrm>
        <a:off x="8587323" y="1261872"/>
        <a:ext cx="1635145" cy="841248"/>
      </dsp:txXfrm>
    </dsp:sp>
    <dsp:sp modelId="{D674BEE5-E22E-8448-B548-A7F269C0ABAF}">
      <dsp:nvSpPr>
        <dsp:cNvPr id="0" name=""/>
        <dsp:cNvSpPr/>
      </dsp:nvSpPr>
      <dsp:spPr>
        <a:xfrm>
          <a:off x="9299740" y="946404"/>
          <a:ext cx="210312" cy="2103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5D2B2-A938-F742-8F98-0EFF68C3D12E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50F34-EF5B-2344-B9BB-0A2AD8CCB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5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50F34-EF5B-2344-B9BB-0A2AD8CCB8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7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13" Type="http://schemas.openxmlformats.org/officeDocument/2006/relationships/image" Target="../media/image6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Dynamic SmartArt Timeline with Image Integration — Ground Truth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Project Milestones — Timeline</a:t>
            </a: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FFFA9B20-D7E1-06CD-36FC-1C979A5C55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4245289"/>
              </p:ext>
            </p:extLst>
          </p:nvPr>
        </p:nvGraphicFramePr>
        <p:xfrm>
          <a:off x="432487" y="3288301"/>
          <a:ext cx="11361420" cy="2103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phic 6" descr="Handshake with solid fill">
            <a:extLst>
              <a:ext uri="{FF2B5EF4-FFF2-40B4-BE49-F238E27FC236}">
                <a16:creationId xmlns:a16="http://schemas.microsoft.com/office/drawing/2014/main" id="{16A2914B-BD7F-DE46-D731-C189EBADA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33856" y="3186808"/>
            <a:ext cx="914400" cy="914400"/>
          </a:xfrm>
          <a:prstGeom prst="rect">
            <a:avLst/>
          </a:prstGeom>
        </p:spPr>
      </p:pic>
      <p:pic>
        <p:nvPicPr>
          <p:cNvPr id="10" name="Graphic 9" descr="Tools with solid fill">
            <a:extLst>
              <a:ext uri="{FF2B5EF4-FFF2-40B4-BE49-F238E27FC236}">
                <a16:creationId xmlns:a16="http://schemas.microsoft.com/office/drawing/2014/main" id="{48B803F4-605B-FFD6-1407-63656FA5A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82176" y="4578514"/>
            <a:ext cx="914400" cy="914400"/>
          </a:xfrm>
          <a:prstGeom prst="rect">
            <a:avLst/>
          </a:prstGeom>
        </p:spPr>
      </p:pic>
      <p:pic>
        <p:nvPicPr>
          <p:cNvPr id="12" name="Graphic 11" descr="Signature with solid fill">
            <a:extLst>
              <a:ext uri="{FF2B5EF4-FFF2-40B4-BE49-F238E27FC236}">
                <a16:creationId xmlns:a16="http://schemas.microsoft.com/office/drawing/2014/main" id="{F8CAC5FB-E639-944D-DA33-4A17871D3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4582053"/>
            <a:ext cx="914400" cy="914400"/>
          </a:xfrm>
          <a:prstGeom prst="rect">
            <a:avLst/>
          </a:prstGeom>
        </p:spPr>
      </p:pic>
      <p:pic>
        <p:nvPicPr>
          <p:cNvPr id="14" name="Graphic 13" descr="Flask with solid fill">
            <a:extLst>
              <a:ext uri="{FF2B5EF4-FFF2-40B4-BE49-F238E27FC236}">
                <a16:creationId xmlns:a16="http://schemas.microsoft.com/office/drawing/2014/main" id="{83CBD523-1EB4-8791-5381-AD7B40D45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47719" y="3183269"/>
            <a:ext cx="914400" cy="914400"/>
          </a:xfrm>
          <a:prstGeom prst="rect">
            <a:avLst/>
          </a:prstGeom>
        </p:spPr>
      </p:pic>
      <p:pic>
        <p:nvPicPr>
          <p:cNvPr id="17" name="Graphic 16" descr="Rocket with solid fill">
            <a:extLst>
              <a:ext uri="{FF2B5EF4-FFF2-40B4-BE49-F238E27FC236}">
                <a16:creationId xmlns:a16="http://schemas.microsoft.com/office/drawing/2014/main" id="{2A3B0CDC-F19A-A210-3C12-953918A0D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19331" y="4578514"/>
            <a:ext cx="914400" cy="914400"/>
          </a:xfrm>
          <a:prstGeom prst="rect">
            <a:avLst/>
          </a:prstGeom>
        </p:spPr>
      </p:pic>
      <p:pic>
        <p:nvPicPr>
          <p:cNvPr id="20" name="Graphic 19" descr="Magnifying glass with solid fill">
            <a:extLst>
              <a:ext uri="{FF2B5EF4-FFF2-40B4-BE49-F238E27FC236}">
                <a16:creationId xmlns:a16="http://schemas.microsoft.com/office/drawing/2014/main" id="{D86F324F-3C68-1DD6-027C-80C7F974B7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61582" y="318326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52</Words>
  <Application>Microsoft Macintosh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Dynamic SmartArt Timeline with Image Integration — Ground Truth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4</cp:revision>
  <dcterms:created xsi:type="dcterms:W3CDTF">2013-01-27T09:14:16Z</dcterms:created>
  <dcterms:modified xsi:type="dcterms:W3CDTF">2026-07-02T18:40:00Z</dcterms:modified>
  <cp:category/>
</cp:coreProperties>
</file>