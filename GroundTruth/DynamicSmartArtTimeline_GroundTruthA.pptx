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5"/>
    <p:restoredTop sz="94628"/>
  </p:normalViewPr>
  <p:slideViewPr>
    <p:cSldViewPr snapToGrid="0" snapToObjects="1">
      <p:cViewPr varScale="1">
        <p:scale>
          <a:sx n="135" d="100"/>
          <a:sy n="135" d="100"/>
        </p:scale>
        <p:origin x="17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18E308-8EE4-EC43-BDF7-58B55C14C8D7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D64F0452-B798-3A4F-B4A8-EB34891ECC16}">
      <dgm:prSet phldrT="[Text]"/>
      <dgm:spPr/>
      <dgm:t>
        <a:bodyPr/>
        <a:lstStyle/>
        <a:p>
          <a:r>
            <a:rPr lang="en-US" dirty="0"/>
            <a:t>Project Charter Approved (Jan 05)</a:t>
          </a:r>
        </a:p>
      </dgm:t>
    </dgm:pt>
    <dgm:pt modelId="{882AE446-F3DD-704E-B524-E7CCC8FD309D}" type="parTrans" cxnId="{C1481139-D6B2-324B-A0AA-D1E8B4E6DA34}">
      <dgm:prSet/>
      <dgm:spPr/>
      <dgm:t>
        <a:bodyPr/>
        <a:lstStyle/>
        <a:p>
          <a:endParaRPr lang="en-US"/>
        </a:p>
      </dgm:t>
    </dgm:pt>
    <dgm:pt modelId="{4C345DD7-E0A2-EF46-ACC6-95B9C2E007A3}" type="sibTrans" cxnId="{C1481139-D6B2-324B-A0AA-D1E8B4E6DA34}">
      <dgm:prSet/>
      <dgm:spPr/>
      <dgm:t>
        <a:bodyPr/>
        <a:lstStyle/>
        <a:p>
          <a:endParaRPr lang="en-US"/>
        </a:p>
      </dgm:t>
    </dgm:pt>
    <dgm:pt modelId="{05E9B516-7577-C04F-9D70-3EC1B541478B}">
      <dgm:prSet phldrT="[Text]"/>
      <dgm:spPr/>
      <dgm:t>
        <a:bodyPr/>
        <a:lstStyle/>
        <a:p>
          <a:r>
            <a:rPr lang="en-US" dirty="0"/>
            <a:t>Team Kickoff (Jan 12)</a:t>
          </a:r>
        </a:p>
      </dgm:t>
    </dgm:pt>
    <dgm:pt modelId="{A1BA5C5C-606A-CB41-B0DF-788E54F23B78}" type="parTrans" cxnId="{6C5960E2-1E19-C349-9425-E9E5DBCFA4B4}">
      <dgm:prSet/>
      <dgm:spPr/>
      <dgm:t>
        <a:bodyPr/>
        <a:lstStyle/>
        <a:p>
          <a:endParaRPr lang="en-US"/>
        </a:p>
      </dgm:t>
    </dgm:pt>
    <dgm:pt modelId="{99B86575-F606-2A42-A1B4-B367D6EA923C}" type="sibTrans" cxnId="{6C5960E2-1E19-C349-9425-E9E5DBCFA4B4}">
      <dgm:prSet/>
      <dgm:spPr/>
      <dgm:t>
        <a:bodyPr/>
        <a:lstStyle/>
        <a:p>
          <a:endParaRPr lang="en-US"/>
        </a:p>
      </dgm:t>
    </dgm:pt>
    <dgm:pt modelId="{4FAE147E-FDC1-EE46-AA8D-6CEC4C06BAA5}">
      <dgm:prSet phldrT="[Text]"/>
      <dgm:spPr/>
      <dgm:t>
        <a:bodyPr/>
        <a:lstStyle/>
        <a:p>
          <a:r>
            <a:rPr lang="en-US" dirty="0"/>
            <a:t>Prototype Complete (Feb 20)</a:t>
          </a:r>
        </a:p>
      </dgm:t>
    </dgm:pt>
    <dgm:pt modelId="{5C529214-EDE9-2548-A29E-801AB23745E3}" type="parTrans" cxnId="{BB9A3E4C-4DFF-5B4D-948C-2DD30660DA0E}">
      <dgm:prSet/>
      <dgm:spPr/>
      <dgm:t>
        <a:bodyPr/>
        <a:lstStyle/>
        <a:p>
          <a:endParaRPr lang="en-US"/>
        </a:p>
      </dgm:t>
    </dgm:pt>
    <dgm:pt modelId="{E6F921C9-37FC-4B4C-A4E4-A2F2AC7DBD0F}" type="sibTrans" cxnId="{BB9A3E4C-4DFF-5B4D-948C-2DD30660DA0E}">
      <dgm:prSet/>
      <dgm:spPr/>
      <dgm:t>
        <a:bodyPr/>
        <a:lstStyle/>
        <a:p>
          <a:endParaRPr lang="en-US"/>
        </a:p>
      </dgm:t>
    </dgm:pt>
    <dgm:pt modelId="{578710BC-8E08-C048-A47A-991989F0C01D}">
      <dgm:prSet/>
      <dgm:spPr/>
      <dgm:t>
        <a:bodyPr/>
        <a:lstStyle/>
        <a:p>
          <a:pPr rtl="0"/>
          <a:r>
            <a:rPr lang="en-US"/>
            <a:t>Beta Launch (Mar 10)</a:t>
          </a:r>
          <a:endParaRPr lang="en-US" dirty="0"/>
        </a:p>
      </dgm:t>
    </dgm:pt>
    <dgm:pt modelId="{EC8BA9CB-E0D7-E84B-B9AD-90F91FE7F65F}" type="parTrans" cxnId="{F1575A0C-C59F-CC42-AFE8-CE9096BA6259}">
      <dgm:prSet/>
      <dgm:spPr/>
      <dgm:t>
        <a:bodyPr/>
        <a:lstStyle/>
        <a:p>
          <a:endParaRPr lang="en-US"/>
        </a:p>
      </dgm:t>
    </dgm:pt>
    <dgm:pt modelId="{F9FCC498-A9A4-9646-92DE-89812AC4EE45}" type="sibTrans" cxnId="{F1575A0C-C59F-CC42-AFE8-CE9096BA6259}">
      <dgm:prSet/>
      <dgm:spPr/>
      <dgm:t>
        <a:bodyPr/>
        <a:lstStyle/>
        <a:p>
          <a:endParaRPr lang="en-US"/>
        </a:p>
      </dgm:t>
    </dgm:pt>
    <dgm:pt modelId="{33AD10D3-FEA4-4648-A6F7-BD8380726E4E}">
      <dgm:prSet/>
      <dgm:spPr/>
      <dgm:t>
        <a:bodyPr/>
        <a:lstStyle/>
        <a:p>
          <a:pPr rtl="0"/>
          <a:r>
            <a:rPr lang="en-US"/>
            <a:t>Public Launch (Apr 30)</a:t>
          </a:r>
          <a:endParaRPr lang="en-US" dirty="0"/>
        </a:p>
      </dgm:t>
    </dgm:pt>
    <dgm:pt modelId="{FCF48F36-1E4B-6F41-B526-F8344354A9D8}" type="parTrans" cxnId="{8DAFD31B-D237-6C48-B635-817C9EF9CF3C}">
      <dgm:prSet/>
      <dgm:spPr/>
      <dgm:t>
        <a:bodyPr/>
        <a:lstStyle/>
        <a:p>
          <a:endParaRPr lang="en-US"/>
        </a:p>
      </dgm:t>
    </dgm:pt>
    <dgm:pt modelId="{426800F9-6F88-CB47-B4E7-58801FB2AE54}" type="sibTrans" cxnId="{8DAFD31B-D237-6C48-B635-817C9EF9CF3C}">
      <dgm:prSet/>
      <dgm:spPr/>
      <dgm:t>
        <a:bodyPr/>
        <a:lstStyle/>
        <a:p>
          <a:endParaRPr lang="en-US"/>
        </a:p>
      </dgm:t>
    </dgm:pt>
    <dgm:pt modelId="{B6E5AA44-D033-C344-A399-1BC0C2AE174D}">
      <dgm:prSet/>
      <dgm:spPr/>
      <dgm:t>
        <a:bodyPr/>
        <a:lstStyle/>
        <a:p>
          <a:pPr rtl="0"/>
          <a:r>
            <a:rPr lang="en-US" dirty="0"/>
            <a:t>Postmortem &amp; Retrospective (May 15)</a:t>
          </a:r>
        </a:p>
      </dgm:t>
    </dgm:pt>
    <dgm:pt modelId="{9A76D26D-1EFB-B146-81C9-6D9DCA13B8AE}" type="parTrans" cxnId="{085667BF-A8A8-F94D-92BB-30D8D340FC39}">
      <dgm:prSet/>
      <dgm:spPr/>
      <dgm:t>
        <a:bodyPr/>
        <a:lstStyle/>
        <a:p>
          <a:endParaRPr lang="en-US"/>
        </a:p>
      </dgm:t>
    </dgm:pt>
    <dgm:pt modelId="{3E9AC939-A511-9243-918D-2B477EE2DC09}" type="sibTrans" cxnId="{085667BF-A8A8-F94D-92BB-30D8D340FC39}">
      <dgm:prSet/>
      <dgm:spPr/>
      <dgm:t>
        <a:bodyPr/>
        <a:lstStyle/>
        <a:p>
          <a:endParaRPr lang="en-US"/>
        </a:p>
      </dgm:t>
    </dgm:pt>
    <dgm:pt modelId="{1A2482B0-48C8-EC40-9EED-45714F0D6143}" type="pres">
      <dgm:prSet presAssocID="{E518E308-8EE4-EC43-BDF7-58B55C14C8D7}" presName="Name0" presStyleCnt="0">
        <dgm:presLayoutVars>
          <dgm:dir/>
          <dgm:resizeHandles val="exact"/>
        </dgm:presLayoutVars>
      </dgm:prSet>
      <dgm:spPr/>
    </dgm:pt>
    <dgm:pt modelId="{37AE6145-2F6F-0E43-B153-A0E48EEB6389}" type="pres">
      <dgm:prSet presAssocID="{D64F0452-B798-3A4F-B4A8-EB34891ECC16}" presName="node" presStyleLbl="node1" presStyleIdx="0" presStyleCnt="6">
        <dgm:presLayoutVars>
          <dgm:bulletEnabled val="1"/>
        </dgm:presLayoutVars>
      </dgm:prSet>
      <dgm:spPr/>
    </dgm:pt>
    <dgm:pt modelId="{352DD2C2-515B-7746-A292-021DF27A6BF0}" type="pres">
      <dgm:prSet presAssocID="{4C345DD7-E0A2-EF46-ACC6-95B9C2E007A3}" presName="sibTrans" presStyleLbl="sibTrans2D1" presStyleIdx="0" presStyleCnt="5"/>
      <dgm:spPr/>
    </dgm:pt>
    <dgm:pt modelId="{AA8D4F39-A8B0-3E4F-ABFB-53FFAC41DECB}" type="pres">
      <dgm:prSet presAssocID="{4C345DD7-E0A2-EF46-ACC6-95B9C2E007A3}" presName="connectorText" presStyleLbl="sibTrans2D1" presStyleIdx="0" presStyleCnt="5"/>
      <dgm:spPr/>
    </dgm:pt>
    <dgm:pt modelId="{8F1D6D04-E53D-7246-A0DB-435B673DACF5}" type="pres">
      <dgm:prSet presAssocID="{05E9B516-7577-C04F-9D70-3EC1B541478B}" presName="node" presStyleLbl="node1" presStyleIdx="1" presStyleCnt="6">
        <dgm:presLayoutVars>
          <dgm:bulletEnabled val="1"/>
        </dgm:presLayoutVars>
      </dgm:prSet>
      <dgm:spPr/>
    </dgm:pt>
    <dgm:pt modelId="{249A310B-40C6-2C4C-AC13-123029D581B7}" type="pres">
      <dgm:prSet presAssocID="{99B86575-F606-2A42-A1B4-B367D6EA923C}" presName="sibTrans" presStyleLbl="sibTrans2D1" presStyleIdx="1" presStyleCnt="5"/>
      <dgm:spPr/>
    </dgm:pt>
    <dgm:pt modelId="{C0C5804F-3182-C941-94D8-B6084B49126B}" type="pres">
      <dgm:prSet presAssocID="{99B86575-F606-2A42-A1B4-B367D6EA923C}" presName="connectorText" presStyleLbl="sibTrans2D1" presStyleIdx="1" presStyleCnt="5"/>
      <dgm:spPr/>
    </dgm:pt>
    <dgm:pt modelId="{E90A6968-53A4-3242-A363-5E3F90793D3A}" type="pres">
      <dgm:prSet presAssocID="{4FAE147E-FDC1-EE46-AA8D-6CEC4C06BAA5}" presName="node" presStyleLbl="node1" presStyleIdx="2" presStyleCnt="6">
        <dgm:presLayoutVars>
          <dgm:bulletEnabled val="1"/>
        </dgm:presLayoutVars>
      </dgm:prSet>
      <dgm:spPr/>
    </dgm:pt>
    <dgm:pt modelId="{D651FFB4-1001-BF45-AF05-A6E8CBDDF723}" type="pres">
      <dgm:prSet presAssocID="{E6F921C9-37FC-4B4C-A4E4-A2F2AC7DBD0F}" presName="sibTrans" presStyleLbl="sibTrans2D1" presStyleIdx="2" presStyleCnt="5"/>
      <dgm:spPr/>
    </dgm:pt>
    <dgm:pt modelId="{DED8785A-EC4F-0F4F-B430-6A7C0E5ABAC2}" type="pres">
      <dgm:prSet presAssocID="{E6F921C9-37FC-4B4C-A4E4-A2F2AC7DBD0F}" presName="connectorText" presStyleLbl="sibTrans2D1" presStyleIdx="2" presStyleCnt="5"/>
      <dgm:spPr/>
    </dgm:pt>
    <dgm:pt modelId="{CCA8BD8E-DE61-8A4E-A302-493022F5A9E7}" type="pres">
      <dgm:prSet presAssocID="{578710BC-8E08-C048-A47A-991989F0C01D}" presName="node" presStyleLbl="node1" presStyleIdx="3" presStyleCnt="6">
        <dgm:presLayoutVars>
          <dgm:bulletEnabled val="1"/>
        </dgm:presLayoutVars>
      </dgm:prSet>
      <dgm:spPr/>
    </dgm:pt>
    <dgm:pt modelId="{84D2CEE7-8B94-374D-9671-6633B4C7BD5C}" type="pres">
      <dgm:prSet presAssocID="{F9FCC498-A9A4-9646-92DE-89812AC4EE45}" presName="sibTrans" presStyleLbl="sibTrans2D1" presStyleIdx="3" presStyleCnt="5"/>
      <dgm:spPr/>
    </dgm:pt>
    <dgm:pt modelId="{41C393DE-A9E1-D14D-AA8E-A32E8C218F47}" type="pres">
      <dgm:prSet presAssocID="{F9FCC498-A9A4-9646-92DE-89812AC4EE45}" presName="connectorText" presStyleLbl="sibTrans2D1" presStyleIdx="3" presStyleCnt="5"/>
      <dgm:spPr/>
    </dgm:pt>
    <dgm:pt modelId="{99C487CF-BC3E-724E-A4D7-4F45DE206D20}" type="pres">
      <dgm:prSet presAssocID="{33AD10D3-FEA4-4648-A6F7-BD8380726E4E}" presName="node" presStyleLbl="node1" presStyleIdx="4" presStyleCnt="6">
        <dgm:presLayoutVars>
          <dgm:bulletEnabled val="1"/>
        </dgm:presLayoutVars>
      </dgm:prSet>
      <dgm:spPr/>
    </dgm:pt>
    <dgm:pt modelId="{73342E72-052B-BE48-8EEF-AAA93E58A1AC}" type="pres">
      <dgm:prSet presAssocID="{426800F9-6F88-CB47-B4E7-58801FB2AE54}" presName="sibTrans" presStyleLbl="sibTrans2D1" presStyleIdx="4" presStyleCnt="5"/>
      <dgm:spPr/>
    </dgm:pt>
    <dgm:pt modelId="{4A1ED1A6-CCAA-E649-91D0-72663226A234}" type="pres">
      <dgm:prSet presAssocID="{426800F9-6F88-CB47-B4E7-58801FB2AE54}" presName="connectorText" presStyleLbl="sibTrans2D1" presStyleIdx="4" presStyleCnt="5"/>
      <dgm:spPr/>
    </dgm:pt>
    <dgm:pt modelId="{AA0C9CB3-D071-984D-B670-FE8F51E65083}" type="pres">
      <dgm:prSet presAssocID="{B6E5AA44-D033-C344-A399-1BC0C2AE174D}" presName="node" presStyleLbl="node1" presStyleIdx="5" presStyleCnt="6">
        <dgm:presLayoutVars>
          <dgm:bulletEnabled val="1"/>
        </dgm:presLayoutVars>
      </dgm:prSet>
      <dgm:spPr/>
    </dgm:pt>
  </dgm:ptLst>
  <dgm:cxnLst>
    <dgm:cxn modelId="{F1575A0C-C59F-CC42-AFE8-CE9096BA6259}" srcId="{E518E308-8EE4-EC43-BDF7-58B55C14C8D7}" destId="{578710BC-8E08-C048-A47A-991989F0C01D}" srcOrd="3" destOrd="0" parTransId="{EC8BA9CB-E0D7-E84B-B9AD-90F91FE7F65F}" sibTransId="{F9FCC498-A9A4-9646-92DE-89812AC4EE45}"/>
    <dgm:cxn modelId="{2A8A6719-20C5-D64F-ADBD-92DB79E026F1}" type="presOf" srcId="{4C345DD7-E0A2-EF46-ACC6-95B9C2E007A3}" destId="{352DD2C2-515B-7746-A292-021DF27A6BF0}" srcOrd="0" destOrd="0" presId="urn:microsoft.com/office/officeart/2005/8/layout/process1"/>
    <dgm:cxn modelId="{8DAFD31B-D237-6C48-B635-817C9EF9CF3C}" srcId="{E518E308-8EE4-EC43-BDF7-58B55C14C8D7}" destId="{33AD10D3-FEA4-4648-A6F7-BD8380726E4E}" srcOrd="4" destOrd="0" parTransId="{FCF48F36-1E4B-6F41-B526-F8344354A9D8}" sibTransId="{426800F9-6F88-CB47-B4E7-58801FB2AE54}"/>
    <dgm:cxn modelId="{855C331F-B03F-CB47-AE53-0EB026A3FE15}" type="presOf" srcId="{578710BC-8E08-C048-A47A-991989F0C01D}" destId="{CCA8BD8E-DE61-8A4E-A302-493022F5A9E7}" srcOrd="0" destOrd="0" presId="urn:microsoft.com/office/officeart/2005/8/layout/process1"/>
    <dgm:cxn modelId="{85AFB11F-33F3-7249-9322-87854E91AA75}" type="presOf" srcId="{4C345DD7-E0A2-EF46-ACC6-95B9C2E007A3}" destId="{AA8D4F39-A8B0-3E4F-ABFB-53FFAC41DECB}" srcOrd="1" destOrd="0" presId="urn:microsoft.com/office/officeart/2005/8/layout/process1"/>
    <dgm:cxn modelId="{659B6629-50DF-4F4B-9BCC-C351090800AA}" type="presOf" srcId="{E6F921C9-37FC-4B4C-A4E4-A2F2AC7DBD0F}" destId="{DED8785A-EC4F-0F4F-B430-6A7C0E5ABAC2}" srcOrd="1" destOrd="0" presId="urn:microsoft.com/office/officeart/2005/8/layout/process1"/>
    <dgm:cxn modelId="{7782BD2E-AEA1-D441-981D-1B6AC54EE2D0}" type="presOf" srcId="{F9FCC498-A9A4-9646-92DE-89812AC4EE45}" destId="{41C393DE-A9E1-D14D-AA8E-A32E8C218F47}" srcOrd="1" destOrd="0" presId="urn:microsoft.com/office/officeart/2005/8/layout/process1"/>
    <dgm:cxn modelId="{C1481139-D6B2-324B-A0AA-D1E8B4E6DA34}" srcId="{E518E308-8EE4-EC43-BDF7-58B55C14C8D7}" destId="{D64F0452-B798-3A4F-B4A8-EB34891ECC16}" srcOrd="0" destOrd="0" parTransId="{882AE446-F3DD-704E-B524-E7CCC8FD309D}" sibTransId="{4C345DD7-E0A2-EF46-ACC6-95B9C2E007A3}"/>
    <dgm:cxn modelId="{35B6AD3D-31B6-3141-80CD-F5E1F44B193A}" type="presOf" srcId="{E6F921C9-37FC-4B4C-A4E4-A2F2AC7DBD0F}" destId="{D651FFB4-1001-BF45-AF05-A6E8CBDDF723}" srcOrd="0" destOrd="0" presId="urn:microsoft.com/office/officeart/2005/8/layout/process1"/>
    <dgm:cxn modelId="{A546CA43-A8B6-1D44-B628-DA250DC65176}" type="presOf" srcId="{E518E308-8EE4-EC43-BDF7-58B55C14C8D7}" destId="{1A2482B0-48C8-EC40-9EED-45714F0D6143}" srcOrd="0" destOrd="0" presId="urn:microsoft.com/office/officeart/2005/8/layout/process1"/>
    <dgm:cxn modelId="{BB9A3E4C-4DFF-5B4D-948C-2DD30660DA0E}" srcId="{E518E308-8EE4-EC43-BDF7-58B55C14C8D7}" destId="{4FAE147E-FDC1-EE46-AA8D-6CEC4C06BAA5}" srcOrd="2" destOrd="0" parTransId="{5C529214-EDE9-2548-A29E-801AB23745E3}" sibTransId="{E6F921C9-37FC-4B4C-A4E4-A2F2AC7DBD0F}"/>
    <dgm:cxn modelId="{9D14D15E-9A15-8A48-8B35-B52733FAA5E8}" type="presOf" srcId="{F9FCC498-A9A4-9646-92DE-89812AC4EE45}" destId="{84D2CEE7-8B94-374D-9671-6633B4C7BD5C}" srcOrd="0" destOrd="0" presId="urn:microsoft.com/office/officeart/2005/8/layout/process1"/>
    <dgm:cxn modelId="{1B0F3A7B-4C1D-714D-9B8A-0269CE88FF7E}" type="presOf" srcId="{99B86575-F606-2A42-A1B4-B367D6EA923C}" destId="{C0C5804F-3182-C941-94D8-B6084B49126B}" srcOrd="1" destOrd="0" presId="urn:microsoft.com/office/officeart/2005/8/layout/process1"/>
    <dgm:cxn modelId="{01AB967C-BB34-A643-B843-D5AAD2FFCD26}" type="presOf" srcId="{99B86575-F606-2A42-A1B4-B367D6EA923C}" destId="{249A310B-40C6-2C4C-AC13-123029D581B7}" srcOrd="0" destOrd="0" presId="urn:microsoft.com/office/officeart/2005/8/layout/process1"/>
    <dgm:cxn modelId="{34D09BB3-508C-1E41-BD22-9E5E03BA90C7}" type="presOf" srcId="{B6E5AA44-D033-C344-A399-1BC0C2AE174D}" destId="{AA0C9CB3-D071-984D-B670-FE8F51E65083}" srcOrd="0" destOrd="0" presId="urn:microsoft.com/office/officeart/2005/8/layout/process1"/>
    <dgm:cxn modelId="{78D3BCB7-0C99-A745-B750-5248732C013D}" type="presOf" srcId="{D64F0452-B798-3A4F-B4A8-EB34891ECC16}" destId="{37AE6145-2F6F-0E43-B153-A0E48EEB6389}" srcOrd="0" destOrd="0" presId="urn:microsoft.com/office/officeart/2005/8/layout/process1"/>
    <dgm:cxn modelId="{3366D0B7-97AA-104E-9174-EF4540E6293D}" type="presOf" srcId="{426800F9-6F88-CB47-B4E7-58801FB2AE54}" destId="{4A1ED1A6-CCAA-E649-91D0-72663226A234}" srcOrd="1" destOrd="0" presId="urn:microsoft.com/office/officeart/2005/8/layout/process1"/>
    <dgm:cxn modelId="{085667BF-A8A8-F94D-92BB-30D8D340FC39}" srcId="{E518E308-8EE4-EC43-BDF7-58B55C14C8D7}" destId="{B6E5AA44-D033-C344-A399-1BC0C2AE174D}" srcOrd="5" destOrd="0" parTransId="{9A76D26D-1EFB-B146-81C9-6D9DCA13B8AE}" sibTransId="{3E9AC939-A511-9243-918D-2B477EE2DC09}"/>
    <dgm:cxn modelId="{9CD4C2C8-84BB-1041-86B9-395CC0794685}" type="presOf" srcId="{4FAE147E-FDC1-EE46-AA8D-6CEC4C06BAA5}" destId="{E90A6968-53A4-3242-A363-5E3F90793D3A}" srcOrd="0" destOrd="0" presId="urn:microsoft.com/office/officeart/2005/8/layout/process1"/>
    <dgm:cxn modelId="{5804A6DC-32A3-8641-A582-69579583CD80}" type="presOf" srcId="{05E9B516-7577-C04F-9D70-3EC1B541478B}" destId="{8F1D6D04-E53D-7246-A0DB-435B673DACF5}" srcOrd="0" destOrd="0" presId="urn:microsoft.com/office/officeart/2005/8/layout/process1"/>
    <dgm:cxn modelId="{6C5960E2-1E19-C349-9425-E9E5DBCFA4B4}" srcId="{E518E308-8EE4-EC43-BDF7-58B55C14C8D7}" destId="{05E9B516-7577-C04F-9D70-3EC1B541478B}" srcOrd="1" destOrd="0" parTransId="{A1BA5C5C-606A-CB41-B0DF-788E54F23B78}" sibTransId="{99B86575-F606-2A42-A1B4-B367D6EA923C}"/>
    <dgm:cxn modelId="{8B640CEE-8129-984A-B38E-73934E10CA23}" type="presOf" srcId="{426800F9-6F88-CB47-B4E7-58801FB2AE54}" destId="{73342E72-052B-BE48-8EEF-AAA93E58A1AC}" srcOrd="0" destOrd="0" presId="urn:microsoft.com/office/officeart/2005/8/layout/process1"/>
    <dgm:cxn modelId="{B9A6BBFA-C5BE-C74C-816E-7B7F59FD08E6}" type="presOf" srcId="{33AD10D3-FEA4-4648-A6F7-BD8380726E4E}" destId="{99C487CF-BC3E-724E-A4D7-4F45DE206D20}" srcOrd="0" destOrd="0" presId="urn:microsoft.com/office/officeart/2005/8/layout/process1"/>
    <dgm:cxn modelId="{7C733C9A-7781-194E-B399-AECEB18AA24A}" type="presParOf" srcId="{1A2482B0-48C8-EC40-9EED-45714F0D6143}" destId="{37AE6145-2F6F-0E43-B153-A0E48EEB6389}" srcOrd="0" destOrd="0" presId="urn:microsoft.com/office/officeart/2005/8/layout/process1"/>
    <dgm:cxn modelId="{5D815548-46D0-F946-B3C2-491A99E7EC7C}" type="presParOf" srcId="{1A2482B0-48C8-EC40-9EED-45714F0D6143}" destId="{352DD2C2-515B-7746-A292-021DF27A6BF0}" srcOrd="1" destOrd="0" presId="urn:microsoft.com/office/officeart/2005/8/layout/process1"/>
    <dgm:cxn modelId="{E6CF75ED-704D-3548-8CF5-D72CC7F23612}" type="presParOf" srcId="{352DD2C2-515B-7746-A292-021DF27A6BF0}" destId="{AA8D4F39-A8B0-3E4F-ABFB-53FFAC41DECB}" srcOrd="0" destOrd="0" presId="urn:microsoft.com/office/officeart/2005/8/layout/process1"/>
    <dgm:cxn modelId="{F5893E74-F7D6-DC4D-A715-AA4C349D8FBE}" type="presParOf" srcId="{1A2482B0-48C8-EC40-9EED-45714F0D6143}" destId="{8F1D6D04-E53D-7246-A0DB-435B673DACF5}" srcOrd="2" destOrd="0" presId="urn:microsoft.com/office/officeart/2005/8/layout/process1"/>
    <dgm:cxn modelId="{1ED85ADE-75CD-6144-82D8-D86726590C2E}" type="presParOf" srcId="{1A2482B0-48C8-EC40-9EED-45714F0D6143}" destId="{249A310B-40C6-2C4C-AC13-123029D581B7}" srcOrd="3" destOrd="0" presId="urn:microsoft.com/office/officeart/2005/8/layout/process1"/>
    <dgm:cxn modelId="{A7033850-9A5B-4742-8332-E53362677829}" type="presParOf" srcId="{249A310B-40C6-2C4C-AC13-123029D581B7}" destId="{C0C5804F-3182-C941-94D8-B6084B49126B}" srcOrd="0" destOrd="0" presId="urn:microsoft.com/office/officeart/2005/8/layout/process1"/>
    <dgm:cxn modelId="{7ACA1061-A4CF-7247-A5EA-F9BBF99A64DD}" type="presParOf" srcId="{1A2482B0-48C8-EC40-9EED-45714F0D6143}" destId="{E90A6968-53A4-3242-A363-5E3F90793D3A}" srcOrd="4" destOrd="0" presId="urn:microsoft.com/office/officeart/2005/8/layout/process1"/>
    <dgm:cxn modelId="{AA7CF2E4-58D7-0C4B-B2CA-405399E89275}" type="presParOf" srcId="{1A2482B0-48C8-EC40-9EED-45714F0D6143}" destId="{D651FFB4-1001-BF45-AF05-A6E8CBDDF723}" srcOrd="5" destOrd="0" presId="urn:microsoft.com/office/officeart/2005/8/layout/process1"/>
    <dgm:cxn modelId="{EAF21E39-438E-DA46-AAC3-44279B44301B}" type="presParOf" srcId="{D651FFB4-1001-BF45-AF05-A6E8CBDDF723}" destId="{DED8785A-EC4F-0F4F-B430-6A7C0E5ABAC2}" srcOrd="0" destOrd="0" presId="urn:microsoft.com/office/officeart/2005/8/layout/process1"/>
    <dgm:cxn modelId="{BE9070E4-2522-EA46-8B4E-6EA41A839ACC}" type="presParOf" srcId="{1A2482B0-48C8-EC40-9EED-45714F0D6143}" destId="{CCA8BD8E-DE61-8A4E-A302-493022F5A9E7}" srcOrd="6" destOrd="0" presId="urn:microsoft.com/office/officeart/2005/8/layout/process1"/>
    <dgm:cxn modelId="{7E9E5174-571E-A242-BDBE-0360E0B33CA0}" type="presParOf" srcId="{1A2482B0-48C8-EC40-9EED-45714F0D6143}" destId="{84D2CEE7-8B94-374D-9671-6633B4C7BD5C}" srcOrd="7" destOrd="0" presId="urn:microsoft.com/office/officeart/2005/8/layout/process1"/>
    <dgm:cxn modelId="{A65082E5-983B-0E4B-A949-643E7DAAC55F}" type="presParOf" srcId="{84D2CEE7-8B94-374D-9671-6633B4C7BD5C}" destId="{41C393DE-A9E1-D14D-AA8E-A32E8C218F47}" srcOrd="0" destOrd="0" presId="urn:microsoft.com/office/officeart/2005/8/layout/process1"/>
    <dgm:cxn modelId="{5CBFC25C-F2D2-FE4F-975E-C9F4A031B704}" type="presParOf" srcId="{1A2482B0-48C8-EC40-9EED-45714F0D6143}" destId="{99C487CF-BC3E-724E-A4D7-4F45DE206D20}" srcOrd="8" destOrd="0" presId="urn:microsoft.com/office/officeart/2005/8/layout/process1"/>
    <dgm:cxn modelId="{28112BD6-54B7-1B49-9F05-A6340CC17D0C}" type="presParOf" srcId="{1A2482B0-48C8-EC40-9EED-45714F0D6143}" destId="{73342E72-052B-BE48-8EEF-AAA93E58A1AC}" srcOrd="9" destOrd="0" presId="urn:microsoft.com/office/officeart/2005/8/layout/process1"/>
    <dgm:cxn modelId="{A781537A-0B9A-FC47-887E-F40F1A72F66D}" type="presParOf" srcId="{73342E72-052B-BE48-8EEF-AAA93E58A1AC}" destId="{4A1ED1A6-CCAA-E649-91D0-72663226A234}" srcOrd="0" destOrd="0" presId="urn:microsoft.com/office/officeart/2005/8/layout/process1"/>
    <dgm:cxn modelId="{760F313C-0538-C24A-98DB-5DE791F61EBF}" type="presParOf" srcId="{1A2482B0-48C8-EC40-9EED-45714F0D6143}" destId="{AA0C9CB3-D071-984D-B670-FE8F51E65083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AE6145-2F6F-0E43-B153-A0E48EEB6389}">
      <dsp:nvSpPr>
        <dsp:cNvPr id="0" name=""/>
        <dsp:cNvSpPr/>
      </dsp:nvSpPr>
      <dsp:spPr>
        <a:xfrm>
          <a:off x="0" y="465736"/>
          <a:ext cx="1420177" cy="11716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Project Charter Approved (Jan 05)</a:t>
          </a:r>
        </a:p>
      </dsp:txBody>
      <dsp:txXfrm>
        <a:off x="34316" y="500052"/>
        <a:ext cx="1351545" cy="1103014"/>
      </dsp:txXfrm>
    </dsp:sp>
    <dsp:sp modelId="{352DD2C2-515B-7746-A292-021DF27A6BF0}">
      <dsp:nvSpPr>
        <dsp:cNvPr id="0" name=""/>
        <dsp:cNvSpPr/>
      </dsp:nvSpPr>
      <dsp:spPr>
        <a:xfrm>
          <a:off x="1562195" y="875457"/>
          <a:ext cx="301077" cy="35220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562195" y="945898"/>
        <a:ext cx="210754" cy="211322"/>
      </dsp:txXfrm>
    </dsp:sp>
    <dsp:sp modelId="{8F1D6D04-E53D-7246-A0DB-435B673DACF5}">
      <dsp:nvSpPr>
        <dsp:cNvPr id="0" name=""/>
        <dsp:cNvSpPr/>
      </dsp:nvSpPr>
      <dsp:spPr>
        <a:xfrm>
          <a:off x="1988248" y="465736"/>
          <a:ext cx="1420177" cy="11716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Team Kickoff (Jan 12)</a:t>
          </a:r>
        </a:p>
      </dsp:txBody>
      <dsp:txXfrm>
        <a:off x="2022564" y="500052"/>
        <a:ext cx="1351545" cy="1103014"/>
      </dsp:txXfrm>
    </dsp:sp>
    <dsp:sp modelId="{249A310B-40C6-2C4C-AC13-123029D581B7}">
      <dsp:nvSpPr>
        <dsp:cNvPr id="0" name=""/>
        <dsp:cNvSpPr/>
      </dsp:nvSpPr>
      <dsp:spPr>
        <a:xfrm>
          <a:off x="3550443" y="875457"/>
          <a:ext cx="301077" cy="35220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550443" y="945898"/>
        <a:ext cx="210754" cy="211322"/>
      </dsp:txXfrm>
    </dsp:sp>
    <dsp:sp modelId="{E90A6968-53A4-3242-A363-5E3F90793D3A}">
      <dsp:nvSpPr>
        <dsp:cNvPr id="0" name=""/>
        <dsp:cNvSpPr/>
      </dsp:nvSpPr>
      <dsp:spPr>
        <a:xfrm>
          <a:off x="3976497" y="465736"/>
          <a:ext cx="1420177" cy="11716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Prototype Complete (Feb 20)</a:t>
          </a:r>
        </a:p>
      </dsp:txBody>
      <dsp:txXfrm>
        <a:off x="4010813" y="500052"/>
        <a:ext cx="1351545" cy="1103014"/>
      </dsp:txXfrm>
    </dsp:sp>
    <dsp:sp modelId="{D651FFB4-1001-BF45-AF05-A6E8CBDDF723}">
      <dsp:nvSpPr>
        <dsp:cNvPr id="0" name=""/>
        <dsp:cNvSpPr/>
      </dsp:nvSpPr>
      <dsp:spPr>
        <a:xfrm>
          <a:off x="5538692" y="875457"/>
          <a:ext cx="301077" cy="35220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538692" y="945898"/>
        <a:ext cx="210754" cy="211322"/>
      </dsp:txXfrm>
    </dsp:sp>
    <dsp:sp modelId="{CCA8BD8E-DE61-8A4E-A302-493022F5A9E7}">
      <dsp:nvSpPr>
        <dsp:cNvPr id="0" name=""/>
        <dsp:cNvSpPr/>
      </dsp:nvSpPr>
      <dsp:spPr>
        <a:xfrm>
          <a:off x="5964745" y="465736"/>
          <a:ext cx="1420177" cy="11716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Beta Launch (Mar 10)</a:t>
          </a:r>
          <a:endParaRPr lang="en-US" sz="1700" kern="1200" dirty="0"/>
        </a:p>
      </dsp:txBody>
      <dsp:txXfrm>
        <a:off x="5999061" y="500052"/>
        <a:ext cx="1351545" cy="1103014"/>
      </dsp:txXfrm>
    </dsp:sp>
    <dsp:sp modelId="{84D2CEE7-8B94-374D-9671-6633B4C7BD5C}">
      <dsp:nvSpPr>
        <dsp:cNvPr id="0" name=""/>
        <dsp:cNvSpPr/>
      </dsp:nvSpPr>
      <dsp:spPr>
        <a:xfrm>
          <a:off x="7526940" y="875457"/>
          <a:ext cx="301077" cy="35220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526940" y="945898"/>
        <a:ext cx="210754" cy="211322"/>
      </dsp:txXfrm>
    </dsp:sp>
    <dsp:sp modelId="{99C487CF-BC3E-724E-A4D7-4F45DE206D20}">
      <dsp:nvSpPr>
        <dsp:cNvPr id="0" name=""/>
        <dsp:cNvSpPr/>
      </dsp:nvSpPr>
      <dsp:spPr>
        <a:xfrm>
          <a:off x="7952994" y="465736"/>
          <a:ext cx="1420177" cy="11716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Public Launch (Apr 30)</a:t>
          </a:r>
          <a:endParaRPr lang="en-US" sz="1700" kern="1200" dirty="0"/>
        </a:p>
      </dsp:txBody>
      <dsp:txXfrm>
        <a:off x="7987310" y="500052"/>
        <a:ext cx="1351545" cy="1103014"/>
      </dsp:txXfrm>
    </dsp:sp>
    <dsp:sp modelId="{73342E72-052B-BE48-8EEF-AAA93E58A1AC}">
      <dsp:nvSpPr>
        <dsp:cNvPr id="0" name=""/>
        <dsp:cNvSpPr/>
      </dsp:nvSpPr>
      <dsp:spPr>
        <a:xfrm>
          <a:off x="9515189" y="875457"/>
          <a:ext cx="301077" cy="35220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9515189" y="945898"/>
        <a:ext cx="210754" cy="211322"/>
      </dsp:txXfrm>
    </dsp:sp>
    <dsp:sp modelId="{AA0C9CB3-D071-984D-B670-FE8F51E65083}">
      <dsp:nvSpPr>
        <dsp:cNvPr id="0" name=""/>
        <dsp:cNvSpPr/>
      </dsp:nvSpPr>
      <dsp:spPr>
        <a:xfrm>
          <a:off x="9941242" y="465736"/>
          <a:ext cx="1420177" cy="11716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Postmortem &amp; Retrospective (May 15)</a:t>
          </a:r>
        </a:p>
      </dsp:txBody>
      <dsp:txXfrm>
        <a:off x="9975558" y="500052"/>
        <a:ext cx="1351545" cy="11030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2.png"/><Relationship Id="rId7" Type="http://schemas.openxmlformats.org/officeDocument/2006/relationships/diagramLayout" Target="../diagrams/layout1.xml"/><Relationship Id="rId12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.xml"/><Relationship Id="rId11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microsoft.com/office/2007/relationships/diagramDrawing" Target="../diagrams/drawing1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Dynamic SmartArt Timeline with Image Integration — Ground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Project Milestones —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1097280" cy="1097280"/>
          </a:xfrm>
          <a:prstGeom prst="rect">
            <a:avLst/>
          </a:prstGeom>
          <a:solidFill>
            <a:srgbClr val="EBEEF5"/>
          </a:solidFill>
          <a:ln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900" dirty="0"/>
          </a:p>
        </p:txBody>
      </p:sp>
      <p:pic>
        <p:nvPicPr>
          <p:cNvPr id="9" name="Picture 8" descr="kick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240280"/>
            <a:ext cx="1097280" cy="822960"/>
          </a:xfrm>
          <a:prstGeom prst="rect">
            <a:avLst/>
          </a:prstGeom>
        </p:spPr>
      </p:pic>
      <p:pic>
        <p:nvPicPr>
          <p:cNvPr id="15" name="Picture 14" descr="78a90984-cf00-4980-a880-4b2627565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7896" y="2273856"/>
            <a:ext cx="1097280" cy="1097280"/>
          </a:xfrm>
          <a:prstGeom prst="rect">
            <a:avLst/>
          </a:prstGeom>
        </p:spPr>
      </p:pic>
      <p:pic>
        <p:nvPicPr>
          <p:cNvPr id="18" name="Picture 17" descr="lau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240280"/>
            <a:ext cx="1097280" cy="822960"/>
          </a:xfrm>
          <a:prstGeom prst="rect">
            <a:avLst/>
          </a:prstGeom>
        </p:spPr>
      </p:pic>
      <p:pic>
        <p:nvPicPr>
          <p:cNvPr id="21" name="Picture 20" descr="ret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0" y="2240280"/>
            <a:ext cx="1097280" cy="822960"/>
          </a:xfrm>
          <a:prstGeom prst="rect">
            <a:avLst/>
          </a:prstGeom>
        </p:spPr>
      </p:pic>
      <p:graphicFrame>
        <p:nvGraphicFramePr>
          <p:cNvPr id="23" name="Diagram 22">
            <a:extLst>
              <a:ext uri="{FF2B5EF4-FFF2-40B4-BE49-F238E27FC236}">
                <a16:creationId xmlns:a16="http://schemas.microsoft.com/office/drawing/2014/main" id="{FFFA9B20-D7E1-06CD-36FC-1C979A5C55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3239720"/>
              </p:ext>
            </p:extLst>
          </p:nvPr>
        </p:nvGraphicFramePr>
        <p:xfrm>
          <a:off x="457200" y="3291840"/>
          <a:ext cx="11361420" cy="2103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68D6307-5EAA-67C2-F6C7-F9723BCB2B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19" t="-4369"/>
          <a:stretch>
            <a:fillRect/>
          </a:stretch>
        </p:blipFill>
        <p:spPr bwMode="auto">
          <a:xfrm>
            <a:off x="4276344" y="2356657"/>
            <a:ext cx="1899836" cy="66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Vector clip art of approved stamp | Free SVG">
            <a:extLst>
              <a:ext uri="{FF2B5EF4-FFF2-40B4-BE49-F238E27FC236}">
                <a16:creationId xmlns:a16="http://schemas.microsoft.com/office/drawing/2014/main" id="{1344F85B-500A-9EAF-F7F0-127F0EBB0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635" y="2273856"/>
            <a:ext cx="984409" cy="984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51</Words>
  <Application>Microsoft Macintosh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Dynamic SmartArt Timeline with Image Integration — Ground Truth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Ofengenden</cp:lastModifiedBy>
  <cp:revision>3</cp:revision>
  <dcterms:created xsi:type="dcterms:W3CDTF">2013-01-27T09:14:16Z</dcterms:created>
  <dcterms:modified xsi:type="dcterms:W3CDTF">2025-09-22T21:23:39Z</dcterms:modified>
  <cp:category/>
</cp:coreProperties>
</file>