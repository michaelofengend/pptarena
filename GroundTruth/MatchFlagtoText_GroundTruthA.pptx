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6" autoAdjust="0"/>
    <p:restoredTop sz="94658"/>
  </p:normalViewPr>
  <p:slideViewPr>
    <p:cSldViewPr>
      <p:cViewPr>
        <p:scale>
          <a:sx n="107" d="100"/>
          <a:sy n="107" d="100"/>
        </p:scale>
        <p:origin x="2320" y="4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FE583-62B4-4FE3-910C-18E5F6C49FDD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74681-3FFF-4CBA-8C45-6CD688C5D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7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6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3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8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0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3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8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2431-5C00-4470-9A8D-FF8E4815D728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0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2.png"/><Relationship Id="rId7" Type="http://schemas.openxmlformats.org/officeDocument/2006/relationships/hyperlink" Target="http://www.crwflags.com/fotw/images/e/eg.g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://www.google.com/aclk?sa=l&amp;ai=CGoJ18zC6UaifB7P36AGXr4C4A8zP7NAD7MDXq0WE_v6fRggGEAEoCFDXxZbtBmDJhqOH1KOAEKABrrKN7APIAQeqBCdP0BwUeZN3bqBvv5D8ulZRrPpDFDWWS3-Zx1qOZW3XtfM5O9jafVvABQWgBiaAB7rN8hPgEv7pg6Xj87GA-QE&amp;sig=AOD64_0oElAmUIoQnElhKF_7ODA7gD-YSQ&amp;ctype=5&amp;ved=0CI8BEPMO&amp;adurl=http://www.todofut.com/ken0047990810.html?CAWELAID=1582031034&amp;catargetid=1390034507&amp;cagpspn=pla" TargetMode="External"/><Relationship Id="rId4" Type="http://schemas.openxmlformats.org/officeDocument/2006/relationships/image" Target="../media/image3.jpe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African Dialogue &amp; U.S. FTC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2"/>
            <a:ext cx="8229600" cy="646331"/>
          </a:xfrm>
        </p:spPr>
        <p:txBody>
          <a:bodyPr/>
          <a:lstStyle/>
          <a:p>
            <a:r>
              <a:rPr lang="en-US" b="1" dirty="0"/>
              <a:t>Regional Liaisons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172"/>
            <a:ext cx="1097280" cy="118162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314839" cy="1295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4" descr="http://africananalyst.net/wp-content/uploads/2012/06/nigeria-fla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04067" y="2743200"/>
            <a:ext cx="2286000" cy="1828800"/>
          </a:xfrm>
          <a:prstGeom prst="rect">
            <a:avLst/>
          </a:prstGeom>
          <a:noFill/>
        </p:spPr>
      </p:pic>
      <p:sp>
        <p:nvSpPr>
          <p:cNvPr id="8" name="AutoShape 2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0" y="-4222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152400" y="-2698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://t1.gstatic.com/images?q=tbn:ANd9GcQq1mQlZuNRkb8qgQ6x_LpqkH1gCafr3XGST37_qPd3P_hQyRH_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43200"/>
            <a:ext cx="228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[Flag of Egypt]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535" y="2743200"/>
            <a:ext cx="2286000" cy="18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t0.gstatic.com/images?q=tbn:ANd9GcSjZSbHPUpPSOR_PjvCLZXOP-LTOdUmqSrtPp4-vq2dquqA5e34P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378" y="4834036"/>
            <a:ext cx="2286000" cy="18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0B95BC-E387-C434-9C55-939644AA8542}"/>
              </a:ext>
            </a:extLst>
          </p:cNvPr>
          <p:cNvSpPr txBox="1"/>
          <p:nvPr/>
        </p:nvSpPr>
        <p:spPr>
          <a:xfrm>
            <a:off x="-1086293" y="2082225"/>
            <a:ext cx="3753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3" indent="0">
              <a:buNone/>
            </a:pPr>
            <a:r>
              <a:rPr lang="en-US" sz="1600" dirty="0"/>
              <a:t>EAST AFRICA - Kenyan Competition Authority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201CE-BCD2-7B08-D749-B792F0D3FE9D}"/>
              </a:ext>
            </a:extLst>
          </p:cNvPr>
          <p:cNvSpPr txBox="1"/>
          <p:nvPr/>
        </p:nvSpPr>
        <p:spPr>
          <a:xfrm>
            <a:off x="3200400" y="2082225"/>
            <a:ext cx="2935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WEST AFRICA - Nigerian Consumer Protection Council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70CD75-EE12-4BC3-016D-DF0EE83A4284}"/>
              </a:ext>
            </a:extLst>
          </p:cNvPr>
          <p:cNvSpPr txBox="1"/>
          <p:nvPr/>
        </p:nvSpPr>
        <p:spPr>
          <a:xfrm>
            <a:off x="-1219200" y="5874603"/>
            <a:ext cx="46641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3" indent="0">
              <a:buNone/>
            </a:pPr>
            <a:r>
              <a:rPr lang="en-US" sz="1600" dirty="0"/>
              <a:t>SOUTHERN AFRICA - Zambian Competition and Consumer Protection Commission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0ACC6C-F0EC-EA22-B7A0-598CDBD4CE22}"/>
              </a:ext>
            </a:extLst>
          </p:cNvPr>
          <p:cNvSpPr txBox="1"/>
          <p:nvPr/>
        </p:nvSpPr>
        <p:spPr>
          <a:xfrm>
            <a:off x="4894494" y="2060479"/>
            <a:ext cx="3992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3" indent="0">
              <a:buNone/>
            </a:pPr>
            <a:r>
              <a:rPr lang="en-US" sz="1600" dirty="0"/>
              <a:t>NORTH AFRICA - Egyptian Consumer Protection Agency</a:t>
            </a:r>
          </a:p>
        </p:txBody>
      </p:sp>
    </p:spTree>
    <p:extLst>
      <p:ext uri="{BB962C8B-B14F-4D97-AF65-F5344CB8AC3E}">
        <p14:creationId xmlns:p14="http://schemas.microsoft.com/office/powerpoint/2010/main" val="209609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</TotalTime>
  <Words>39</Words>
  <Application>Microsoft Macintosh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African Dialogue &amp; U.S. FTC</vt:lpstr>
    </vt:vector>
  </TitlesOfParts>
  <Company>Federal Trade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U.S. FTC’s African Consumer Protection Dialogue</dc:title>
  <dc:creator>Federal Trade Commission</dc:creator>
  <cp:lastModifiedBy>Michael Ofengenden</cp:lastModifiedBy>
  <cp:revision>38</cp:revision>
  <cp:lastPrinted>2013-08-28T00:30:27Z</cp:lastPrinted>
  <dcterms:created xsi:type="dcterms:W3CDTF">2013-06-13T14:39:29Z</dcterms:created>
  <dcterms:modified xsi:type="dcterms:W3CDTF">2025-09-08T21:29:42Z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