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70"/>
    <p:restoredTop sz="94658"/>
  </p:normalViewPr>
  <p:slideViewPr>
    <p:cSldViewPr snapToGrid="0" snapToObjects="1">
      <p:cViewPr varScale="1">
        <p:scale>
          <a:sx n="94" d="100"/>
          <a:sy n="94" d="100"/>
        </p:scale>
        <p:origin x="200" y="1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CT Cha b Disc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Carbon-bearing molecules</c:v>
                </c:pt>
                <c:pt idx="1">
                  <c:v>Water molecules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FD-624E-9961-EB154A9BFA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Host Star Disc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Carbon-bearing molecules</c:v>
                </c:pt>
                <c:pt idx="1">
                  <c:v>Water molecules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FD-624E-9961-EB154A9BF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2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sawebb.org/news/weic2521/#:~:text=The%20NASA%2FESA%2FCSA%20James%20Webb%20Space,detected%20in%20the%20Webb%20dat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sawebb.org/news/weic2521/#:~:text=The%20young%20star%20the%20planet,are%2074%20billion%20kilometres%20apart" TargetMode="External"/><Relationship Id="rId2" Type="http://schemas.openxmlformats.org/officeDocument/2006/relationships/hyperlink" Target="https://esawebb.org/news/weic2521/#:~:text=The%20NASA%2FESA%2FCSA%20James%20Webb%20Space,detected%20in%20the%20Webb%20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sawebb.org/news/weic2521/#:~:text=Ultimately%2C%20the%20team%20discovered%20seven,chemical%20evolution%20over%20only%202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sawebb.org/news/weic2521/#:~:text=Ultimately%2C%20the%20team%20discovered%20seven,chemical%20evolution%20over%20only%202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esawebb.org/news/weic2521/#:~:text=The%20NASA%2FESA%2FCSA%20James%20Webb%20Space,detected%20in%20the%20Webb%20data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sawebb.org/news/weic2521/#:~:text=Ultimately%2C%20the%20team%20discovered%20seven,chemical%20evolution%20over%20only%202" TargetMode="External"/><Relationship Id="rId2" Type="http://schemas.openxmlformats.org/officeDocument/2006/relationships/hyperlink" Target="https://esawebb.org/news/weic2521/#:~:text=The%20NASA%2FESA%2FCSA%20James%20Webb%20Space,detected%20in%20the%20Webb%20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sawebb.org/news/weic2521/#:~:text=%E2%80%9CWe%20want%20to%20learn%20more,%E2%80%9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Moon-Forming Disc Discovered by Webb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Observations of CT Cha b reveal a carbon-rich circumplanetary disc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8229600" cy="205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First direct measurements of a potential moon-forming disc around CT Cha b</a:t>
            </a:r>
          </a:p>
          <a:p>
            <a:pPr>
              <a:defRPr sz="1800"/>
            </a:pPr>
            <a:r>
              <a:t>CT Cha b is 625 light years away and surrounded by a carbon-rich disc</a:t>
            </a:r>
          </a:p>
          <a:p>
            <a:pPr>
              <a:defRPr sz="1800"/>
            </a:pPr>
            <a:r>
              <a:t>Host star is 2 million years old; disc is not part of the star's accretion disc</a:t>
            </a:r>
          </a:p>
          <a:p>
            <a:pPr>
              <a:defRPr sz="1800"/>
            </a:pPr>
            <a:r>
              <a:t>Disc and star are 74 billion km apart</a:t>
            </a:r>
          </a:p>
          <a:p>
            <a:pPr>
              <a:defRPr sz="1800"/>
            </a:pPr>
            <a:r>
              <a:t>Seven carbon-bearing molecules discovered; host star disc contains water but no carbon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14900"/>
            <a:ext cx="8229600" cy="205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 </a:t>
            </a:r>
            <a:r>
              <a:rPr>
                <a:hlinkClick r:id="rId3"/>
              </a:rPr>
              <a:t>[2] </a:t>
            </a:r>
            <a:r>
              <a:rPr>
                <a:hlinkClick r:id="rId4"/>
              </a:rPr>
              <a:t>[3]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Molecule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203037"/>
              </p:ext>
            </p:extLst>
          </p:nvPr>
        </p:nvGraphicFramePr>
        <p:xfrm>
          <a:off x="1269242" y="1226592"/>
          <a:ext cx="6605516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77740"/>
            <a:ext cx="8229600" cy="205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3"/>
              </a:rPr>
              <a:t>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Illustration: Moon-Forming Disc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8229600" cy="4800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Artist's impression of the circumplanetary disc around CT Cha b and its host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05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</a:t>
            </a:r>
          </a:p>
        </p:txBody>
      </p:sp>
      <p:pic>
        <p:nvPicPr>
          <p:cNvPr id="7" name="Picture 6" descr="weic2521a.jpg">
            <a:extLst>
              <a:ext uri="{FF2B5EF4-FFF2-40B4-BE49-F238E27FC236}">
                <a16:creationId xmlns:a16="http://schemas.microsoft.com/office/drawing/2014/main" id="{3C9B0C75-6EDD-0C1B-30C5-BB968A1ADC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08"/>
          <a:stretch>
            <a:fillRect/>
          </a:stretch>
        </p:blipFill>
        <p:spPr>
          <a:xfrm>
            <a:off x="2045845" y="1293102"/>
            <a:ext cx="2923916" cy="2935998"/>
          </a:xfrm>
          <a:prstGeom prst="rect">
            <a:avLst/>
          </a:prstGeom>
        </p:spPr>
      </p:pic>
      <p:pic>
        <p:nvPicPr>
          <p:cNvPr id="8" name="Picture 2" descr="112 Moon Disc Stock Videos, Footage, &amp; 4K Video Clips - Getty Images">
            <a:extLst>
              <a:ext uri="{FF2B5EF4-FFF2-40B4-BE49-F238E27FC236}">
                <a16:creationId xmlns:a16="http://schemas.microsoft.com/office/drawing/2014/main" id="{96DB5C9E-DCF6-F8D9-0004-9062A797C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089811" y="1935352"/>
            <a:ext cx="2935997" cy="165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Discovery provides first glimpse into moon formation around exoplanets</a:t>
            </a:r>
          </a:p>
          <a:p>
            <a:pPr>
              <a:defRPr sz="1800"/>
            </a:pPr>
            <a:r>
              <a:t>Carbon-rich chemistry highlights rapid evolution in young planetary discs</a:t>
            </a:r>
          </a:p>
          <a:p>
            <a:pPr>
              <a:defRPr sz="1800"/>
            </a:pPr>
            <a:r>
              <a:t>Studying systems under construction helps us understand our own Solar System's history</a:t>
            </a:r>
          </a:p>
          <a:p>
            <a:pPr>
              <a:defRPr sz="1800"/>
            </a:pPr>
            <a:r>
              <a:t>Future surveys with Webb will explore other young planets and discs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14900"/>
            <a:ext cx="8229600" cy="205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 </a:t>
            </a:r>
            <a:r>
              <a:rPr>
                <a:hlinkClick r:id="rId3"/>
              </a:rPr>
              <a:t>[2] </a:t>
            </a:r>
            <a:r>
              <a:rPr>
                <a:hlinkClick r:id="rId4"/>
              </a:rPr>
              <a:t>[3]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173</Words>
  <Application>Microsoft Macintosh PowerPoint</Application>
  <PresentationFormat>On-screen Show (16:9)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Moon-Forming Disc Discovered by Webb</vt:lpstr>
      <vt:lpstr>Key Findings</vt:lpstr>
      <vt:lpstr>Molecule Comparison</vt:lpstr>
      <vt:lpstr>Illustration: Moon-Forming Disc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2025-10-07T05:32:03Z</dcterms:modified>
  <cp:category/>
</cp:coreProperties>
</file>