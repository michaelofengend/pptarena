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317747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282832"/>
                </a:solidFill>
              </a:rPr>
              <a:t>Ancient Civilization</a:t>
            </a:r>
            <a:r>
              <a:rPr lang="en-US" sz="2800" b="1" dirty="0">
                <a:solidFill>
                  <a:srgbClr val="282832"/>
                </a:solidFill>
              </a:rPr>
              <a:t>s</a:t>
            </a:r>
            <a:endParaRPr sz="2800" b="1" dirty="0">
              <a:solidFill>
                <a:srgbClr val="28283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8640" y="971816"/>
            <a:ext cx="4389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dirty="0"/>
              <a:t>Rosetta Stone (196 BC, Egypt): Deciphering scripts.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44463" y="3862808"/>
            <a:ext cx="4389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dirty="0"/>
              <a:t>Terracotta Army (210–209 BC, China): Buried warriors.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89389"/>
            <a:ext cx="4389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dirty="0"/>
              <a:t>Machu Picchu (15th c., Peru): Inca citadel.</a:t>
            </a:r>
          </a:p>
        </p:txBody>
      </p:sp>
      <p:pic>
        <p:nvPicPr>
          <p:cNvPr id="6" name="Picture 5" descr="Rosetta_St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345" y="1383296"/>
            <a:ext cx="2926080" cy="2194560"/>
          </a:xfrm>
          <a:prstGeom prst="rect">
            <a:avLst/>
          </a:prstGeom>
          <a:ln w="12700">
            <a:solidFill>
              <a:srgbClr val="3C3C3C"/>
            </a:solidFill>
          </a:ln>
        </p:spPr>
      </p:pic>
      <p:pic>
        <p:nvPicPr>
          <p:cNvPr id="7" name="Picture 6" descr="Terracotta_Ar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168" y="4300869"/>
            <a:ext cx="2926080" cy="2194560"/>
          </a:xfrm>
          <a:prstGeom prst="rect">
            <a:avLst/>
          </a:prstGeom>
          <a:ln w="12700">
            <a:solidFill>
              <a:srgbClr val="3C3C3C"/>
            </a:solidFill>
          </a:ln>
        </p:spPr>
      </p:pic>
      <p:pic>
        <p:nvPicPr>
          <p:cNvPr id="8" name="Picture 7" descr="Machu_Picch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345" y="4300869"/>
            <a:ext cx="2926080" cy="2194560"/>
          </a:xfrm>
          <a:prstGeom prst="rect">
            <a:avLst/>
          </a:prstGeom>
          <a:ln w="12700">
            <a:solidFill>
              <a:srgbClr val="3C3C3C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323582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282832"/>
                </a:solidFill>
              </a:rPr>
              <a:t>Core STEM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4389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dirty="0"/>
              <a:t>Photosynthesis: Chlorophyll converts light to chemical energy.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3826658"/>
            <a:ext cx="4389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dirty="0"/>
              <a:t>Pythagorean Theorem: a² + b² = c² in right triangles.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26658"/>
            <a:ext cx="4389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dirty="0"/>
              <a:t>DNA Double Helix: Base pairs A–T, C–G.</a:t>
            </a:r>
          </a:p>
        </p:txBody>
      </p:sp>
      <p:pic>
        <p:nvPicPr>
          <p:cNvPr id="6" name="Picture 5" descr="Photosynthe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19" y="1387549"/>
            <a:ext cx="2926080" cy="2194560"/>
          </a:xfrm>
          <a:prstGeom prst="rect">
            <a:avLst/>
          </a:prstGeom>
          <a:ln w="12700">
            <a:solidFill>
              <a:srgbClr val="3C3C3C"/>
            </a:solidFill>
          </a:ln>
        </p:spPr>
      </p:pic>
      <p:pic>
        <p:nvPicPr>
          <p:cNvPr id="7" name="Picture 6" descr="Pythagorean_Theore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4461" y="4389120"/>
            <a:ext cx="2926080" cy="2194560"/>
          </a:xfrm>
          <a:prstGeom prst="rect">
            <a:avLst/>
          </a:prstGeom>
          <a:ln w="12700">
            <a:solidFill>
              <a:srgbClr val="3C3C3C"/>
            </a:solidFill>
          </a:ln>
        </p:spPr>
      </p:pic>
      <p:pic>
        <p:nvPicPr>
          <p:cNvPr id="8" name="Picture 7" descr="DNA_Double_Heli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19" y="4375298"/>
            <a:ext cx="2926080" cy="2194560"/>
          </a:xfrm>
          <a:prstGeom prst="rect">
            <a:avLst/>
          </a:prstGeom>
          <a:ln w="12700">
            <a:solidFill>
              <a:srgbClr val="3C3C3C"/>
            </a:solidFill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317907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 dirty="0">
                <a:solidFill>
                  <a:srgbClr val="282832"/>
                </a:solidFill>
              </a:rPr>
              <a:t>Space &amp; Exploration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4389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dirty="0"/>
              <a:t>Apollo 11 Moon Landing (1969): First humans on the Moon.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086623"/>
            <a:ext cx="4389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dirty="0"/>
              <a:t>Hubble Space Telescope (1990–): Deep-universe imagery.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645920"/>
            <a:ext cx="4389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 dirty="0"/>
              <a:t>Voyager Golden Record (1977): Sounds of Earth.</a:t>
            </a:r>
          </a:p>
        </p:txBody>
      </p:sp>
      <p:pic>
        <p:nvPicPr>
          <p:cNvPr id="6" name="Picture 5" descr="Apollo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472" y="1234440"/>
            <a:ext cx="2926080" cy="2194560"/>
          </a:xfrm>
          <a:prstGeom prst="rect">
            <a:avLst/>
          </a:prstGeom>
          <a:ln w="12700">
            <a:solidFill>
              <a:srgbClr val="3C3C3C"/>
            </a:solidFill>
          </a:ln>
        </p:spPr>
      </p:pic>
      <p:pic>
        <p:nvPicPr>
          <p:cNvPr id="7" name="Picture 6" descr="Hubble_Space_Telesco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2340" y="4526280"/>
            <a:ext cx="2926080" cy="2194560"/>
          </a:xfrm>
          <a:prstGeom prst="rect">
            <a:avLst/>
          </a:prstGeom>
          <a:ln w="12700">
            <a:solidFill>
              <a:srgbClr val="3C3C3C"/>
            </a:solidFill>
          </a:ln>
        </p:spPr>
      </p:pic>
      <p:pic>
        <p:nvPicPr>
          <p:cNvPr id="8" name="Picture 7" descr="Voyager_Golden_Reco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0" y="2057400"/>
            <a:ext cx="2926080" cy="2194560"/>
          </a:xfrm>
          <a:prstGeom prst="rect">
            <a:avLst/>
          </a:prstGeom>
          <a:ln w="12700">
            <a:solidFill>
              <a:srgbClr val="3C3C3C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109</Words>
  <Application>Microsoft Macintosh PowerPoint</Application>
  <PresentationFormat>On-screen Show (4:3)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3</cp:revision>
  <dcterms:created xsi:type="dcterms:W3CDTF">2013-01-27T09:14:16Z</dcterms:created>
  <dcterms:modified xsi:type="dcterms:W3CDTF">2025-11-03T21:17:45Z</dcterms:modified>
  <cp:category/>
</cp:coreProperties>
</file>