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660" r:id="rId2"/>
    <p:sldId id="2147473539" r:id="rId3"/>
    <p:sldId id="2147473540" r:id="rId4"/>
    <p:sldId id="2147473541" r:id="rId5"/>
    <p:sldId id="2147473543" r:id="rId6"/>
    <p:sldId id="2147473544" r:id="rId7"/>
    <p:sldId id="2147473545" r:id="rId8"/>
    <p:sldId id="2147473546" r:id="rId9"/>
    <p:sldId id="214747354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varScale="1">
        <p:scale>
          <a:sx n="127" d="100"/>
          <a:sy n="127" d="100"/>
        </p:scale>
        <p:origin x="25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C5F5C-95DA-41E3-A93A-8A573A529700}" type="datetimeFigureOut">
              <a:rPr lang="en-US" smtClean="0"/>
              <a:t>7/26/25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79CFA3-9DA0-45E6-8134-B63E836A1E4E}" type="slidenum">
              <a:rPr lang="en-US" smtClean="0"/>
              <a:t>‹#›</a:t>
            </a:fld>
            <a:endParaRPr lang="en-US"/>
          </a:p>
        </p:txBody>
      </p:sp>
    </p:spTree>
    <p:extLst>
      <p:ext uri="{BB962C8B-B14F-4D97-AF65-F5344CB8AC3E}">
        <p14:creationId xmlns:p14="http://schemas.microsoft.com/office/powerpoint/2010/main" val="1345407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B4FC9A-8F21-024C-8528-32CD223C9BB0}"/>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dirty="0">
              <a:solidFill>
                <a:schemeClr val="bg1"/>
              </a:solidFill>
            </a:endParaRPr>
          </a:p>
        </p:txBody>
      </p:sp>
      <p:pic>
        <p:nvPicPr>
          <p:cNvPr id="8" name="Picture 7">
            <a:extLst>
              <a:ext uri="{FF2B5EF4-FFF2-40B4-BE49-F238E27FC236}">
                <a16:creationId xmlns:a16="http://schemas.microsoft.com/office/drawing/2014/main" id="{4ED41B79-6259-4E4B-ADC7-A9B94D8CBCF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379582" y="0"/>
            <a:ext cx="3812417" cy="6858000"/>
          </a:xfrm>
          <a:prstGeom prst="rect">
            <a:avLst/>
          </a:prstGeom>
        </p:spPr>
      </p:pic>
      <p:sp>
        <p:nvSpPr>
          <p:cNvPr id="6" name="Slide Number Placeholder 5"/>
          <p:cNvSpPr>
            <a:spLocks noGrp="1"/>
          </p:cNvSpPr>
          <p:nvPr>
            <p:ph type="sldNum" sz="quarter" idx="12"/>
          </p:nvPr>
        </p:nvSpPr>
        <p:spPr/>
        <p:txBody>
          <a:bodyPr/>
          <a:lstStyle/>
          <a:p>
            <a:fld id="{5512AD5A-2C28-1D42-B971-4292A709C8F6}" type="slidenum">
              <a:rPr lang="en-US" smtClean="0"/>
              <a:t>‹#›</a:t>
            </a:fld>
            <a:endParaRPr lang="en-US" dirty="0"/>
          </a:p>
        </p:txBody>
      </p:sp>
      <p:pic>
        <p:nvPicPr>
          <p:cNvPr id="13" name="Picture 12">
            <a:extLst>
              <a:ext uri="{FF2B5EF4-FFF2-40B4-BE49-F238E27FC236}">
                <a16:creationId xmlns:a16="http://schemas.microsoft.com/office/drawing/2014/main" id="{AD32A728-CB3C-8046-8DDA-AA2CA4D549B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6085" y="389484"/>
            <a:ext cx="2955093" cy="900600"/>
          </a:xfrm>
          <a:prstGeom prst="rect">
            <a:avLst/>
          </a:prstGeom>
        </p:spPr>
      </p:pic>
      <p:pic>
        <p:nvPicPr>
          <p:cNvPr id="14" name="Picture 13">
            <a:extLst>
              <a:ext uri="{FF2B5EF4-FFF2-40B4-BE49-F238E27FC236}">
                <a16:creationId xmlns:a16="http://schemas.microsoft.com/office/drawing/2014/main" id="{73A8601B-793A-7F42-9652-7B4D0A3DBCC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880415" y="5705186"/>
            <a:ext cx="2900627" cy="923005"/>
          </a:xfrm>
          <a:prstGeom prst="rect">
            <a:avLst/>
          </a:prstGeom>
        </p:spPr>
      </p:pic>
      <p:sp>
        <p:nvSpPr>
          <p:cNvPr id="2" name="Title 1"/>
          <p:cNvSpPr>
            <a:spLocks noGrp="1"/>
          </p:cNvSpPr>
          <p:nvPr>
            <p:ph type="ctrTitle" hasCustomPrompt="1"/>
          </p:nvPr>
        </p:nvSpPr>
        <p:spPr>
          <a:xfrm>
            <a:off x="407213" y="2069577"/>
            <a:ext cx="7636857" cy="1541463"/>
          </a:xfrm>
        </p:spPr>
        <p:txBody>
          <a:bodyPr anchor="b">
            <a:noAutofit/>
          </a:bodyPr>
          <a:lstStyle>
            <a:lvl1pPr algn="l">
              <a:defRPr sz="3200">
                <a:solidFill>
                  <a:schemeClr val="tx2"/>
                </a:solidFill>
              </a:defRPr>
            </a:lvl1pPr>
          </a:lstStyle>
          <a:p>
            <a:r>
              <a:rPr lang="en-US" dirty="0"/>
              <a:t>CLICK TO EDIT MASTER TITLE STYLE</a:t>
            </a:r>
          </a:p>
        </p:txBody>
      </p:sp>
      <p:sp>
        <p:nvSpPr>
          <p:cNvPr id="3" name="Subtitle 2"/>
          <p:cNvSpPr>
            <a:spLocks noGrp="1"/>
          </p:cNvSpPr>
          <p:nvPr>
            <p:ph type="subTitle" idx="1" hasCustomPrompt="1"/>
          </p:nvPr>
        </p:nvSpPr>
        <p:spPr>
          <a:xfrm>
            <a:off x="407213" y="4390531"/>
            <a:ext cx="7636857" cy="1477963"/>
          </a:xfrm>
        </p:spPr>
        <p:txBody>
          <a:bodyPr/>
          <a:lstStyle>
            <a:lvl1pPr marL="0" indent="0" algn="l">
              <a:buNone/>
              <a:defRPr sz="2400" b="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 and date</a:t>
            </a:r>
          </a:p>
        </p:txBody>
      </p:sp>
    </p:spTree>
    <p:extLst>
      <p:ext uri="{BB962C8B-B14F-4D97-AF65-F5344CB8AC3E}">
        <p14:creationId xmlns:p14="http://schemas.microsoft.com/office/powerpoint/2010/main" val="2884023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 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8797" y="318599"/>
            <a:ext cx="10631612" cy="853711"/>
          </a:xfrm>
        </p:spPr>
        <p:txBody>
          <a:bodyPr/>
          <a:lstStyle/>
          <a:p>
            <a:r>
              <a:rPr lang="en-US" dirty="0"/>
              <a:t>CLICK TO EDIT MASTER TITLE STYLE</a:t>
            </a:r>
          </a:p>
        </p:txBody>
      </p:sp>
      <p:sp>
        <p:nvSpPr>
          <p:cNvPr id="3" name="Content Placeholder 2"/>
          <p:cNvSpPr>
            <a:spLocks noGrp="1"/>
          </p:cNvSpPr>
          <p:nvPr>
            <p:ph idx="1"/>
          </p:nvPr>
        </p:nvSpPr>
        <p:spPr>
          <a:xfrm>
            <a:off x="418795" y="1461479"/>
            <a:ext cx="10963659" cy="4320000"/>
          </a:xfrm>
        </p:spPr>
        <p:txBody>
          <a:bodyPr/>
          <a:lstStyle>
            <a:lvl1pPr>
              <a:defRPr sz="2133"/>
            </a:lvl1pPr>
            <a:lvl2pPr marL="284393" indent="-284393">
              <a:buClr>
                <a:schemeClr val="accent2"/>
              </a:buClr>
              <a:buFont typeface="Arial" charset="0"/>
              <a:buChar char="•"/>
              <a:defRPr sz="2133"/>
            </a:lvl2pPr>
            <a:lvl3pPr marL="644384" indent="-284393">
              <a:buClr>
                <a:schemeClr val="accent2"/>
              </a:buClr>
              <a:buFont typeface="Arial" charset="0"/>
              <a:buChar char="•"/>
              <a:defRPr sz="2133"/>
            </a:lvl3pPr>
            <a:lvl4pPr marL="1004375" indent="-284393">
              <a:buClr>
                <a:schemeClr val="accent2"/>
              </a:buClr>
              <a:buFont typeface="Arial" charset="0"/>
              <a:buChar char="•"/>
              <a:defRPr sz="2133"/>
            </a:lvl4pPr>
            <a:lvl5pPr marL="1364366" indent="-284393">
              <a:buClr>
                <a:schemeClr val="accent2"/>
              </a:buClr>
              <a:buFont typeface="Arial" charset="0"/>
              <a:buChar char="•"/>
              <a:defRPr sz="2133"/>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5512AD5A-2C28-1D42-B971-4292A709C8F6}" type="slidenum">
              <a:rPr lang="en-US" smtClean="0"/>
              <a:pPr/>
              <a:t>‹#›</a:t>
            </a:fld>
            <a:endParaRPr lang="en-US" dirty="0"/>
          </a:p>
        </p:txBody>
      </p:sp>
      <p:pic>
        <p:nvPicPr>
          <p:cNvPr id="5" name="Picture 4">
            <a:extLst>
              <a:ext uri="{FF2B5EF4-FFF2-40B4-BE49-F238E27FC236}">
                <a16:creationId xmlns:a16="http://schemas.microsoft.com/office/drawing/2014/main" id="{8F1E1833-1B2E-9741-828D-B0163D5E568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spTree>
    <p:extLst>
      <p:ext uri="{BB962C8B-B14F-4D97-AF65-F5344CB8AC3E}">
        <p14:creationId xmlns:p14="http://schemas.microsoft.com/office/powerpoint/2010/main" val="481417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 WHO Blue">
    <p:bg>
      <p:bgPr>
        <a:solidFill>
          <a:schemeClr val="accent2"/>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2"/>
                </a:solidFill>
              </a:defRPr>
            </a:lvl1pPr>
          </a:lstStyle>
          <a:p>
            <a:fld id="{5512AD5A-2C28-1D42-B971-4292A709C8F6}" type="slidenum">
              <a:rPr lang="en-US" smtClean="0"/>
              <a:pPr/>
              <a:t>‹#›</a:t>
            </a:fld>
            <a:endParaRPr lang="en-US" dirty="0"/>
          </a:p>
        </p:txBody>
      </p:sp>
      <p:sp>
        <p:nvSpPr>
          <p:cNvPr id="10" name="Title 1">
            <a:extLst>
              <a:ext uri="{FF2B5EF4-FFF2-40B4-BE49-F238E27FC236}">
                <a16:creationId xmlns:a16="http://schemas.microsoft.com/office/drawing/2014/main" id="{5F946DCD-40FE-694D-87EE-D8D6E985E5AB}"/>
              </a:ext>
            </a:extLst>
          </p:cNvPr>
          <p:cNvSpPr>
            <a:spLocks noGrp="1"/>
          </p:cNvSpPr>
          <p:nvPr>
            <p:ph type="title" hasCustomPrompt="1"/>
          </p:nvPr>
        </p:nvSpPr>
        <p:spPr>
          <a:xfrm>
            <a:off x="418797" y="1462789"/>
            <a:ext cx="6868051" cy="2016313"/>
          </a:xfrm>
        </p:spPr>
        <p:txBody>
          <a:bodyPr anchor="b">
            <a:noAutofit/>
          </a:bodyPr>
          <a:lstStyle>
            <a:lvl1pPr>
              <a:defRPr sz="3200">
                <a:solidFill>
                  <a:schemeClr val="tx2"/>
                </a:solidFill>
              </a:defRPr>
            </a:lvl1pPr>
          </a:lstStyle>
          <a:p>
            <a:r>
              <a:rPr lang="en-US" dirty="0"/>
              <a:t>CLICK TO EDIT MASTER TITLE STYLE</a:t>
            </a:r>
          </a:p>
        </p:txBody>
      </p:sp>
      <p:pic>
        <p:nvPicPr>
          <p:cNvPr id="4" name="Picture 3">
            <a:extLst>
              <a:ext uri="{FF2B5EF4-FFF2-40B4-BE49-F238E27FC236}">
                <a16:creationId xmlns:a16="http://schemas.microsoft.com/office/drawing/2014/main" id="{1F95A79C-962A-784F-A625-69920A6476C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spTree>
    <p:extLst>
      <p:ext uri="{BB962C8B-B14F-4D97-AF65-F5344CB8AC3E}">
        <p14:creationId xmlns:p14="http://schemas.microsoft.com/office/powerpoint/2010/main" val="316426402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 R&amp;D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2"/>
                </a:solidFill>
              </a:defRPr>
            </a:lvl1pPr>
          </a:lstStyle>
          <a:p>
            <a:fld id="{5512AD5A-2C28-1D42-B971-4292A709C8F6}" type="slidenum">
              <a:rPr lang="en-US" smtClean="0"/>
              <a:pPr/>
              <a:t>‹#›</a:t>
            </a:fld>
            <a:endParaRPr lang="en-US" dirty="0"/>
          </a:p>
        </p:txBody>
      </p:sp>
      <p:pic>
        <p:nvPicPr>
          <p:cNvPr id="5" name="Picture 4">
            <a:extLst>
              <a:ext uri="{FF2B5EF4-FFF2-40B4-BE49-F238E27FC236}">
                <a16:creationId xmlns:a16="http://schemas.microsoft.com/office/drawing/2014/main" id="{8F89AD80-7214-3C4B-9866-B23D181578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cxnSp>
        <p:nvCxnSpPr>
          <p:cNvPr id="7" name="Straight Connector 6">
            <a:extLst>
              <a:ext uri="{FF2B5EF4-FFF2-40B4-BE49-F238E27FC236}">
                <a16:creationId xmlns:a16="http://schemas.microsoft.com/office/drawing/2014/main" id="{E1BC9B48-009B-C84C-89A4-C10FC17850FB}"/>
              </a:ext>
            </a:extLst>
          </p:cNvPr>
          <p:cNvCxnSpPr>
            <a:cxnSpLocks/>
          </p:cNvCxnSpPr>
          <p:nvPr userDrawn="1"/>
        </p:nvCxnSpPr>
        <p:spPr>
          <a:xfrm>
            <a:off x="526086" y="5949696"/>
            <a:ext cx="11119713"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5F946DCD-40FE-694D-87EE-D8D6E985E5AB}"/>
              </a:ext>
            </a:extLst>
          </p:cNvPr>
          <p:cNvSpPr>
            <a:spLocks noGrp="1"/>
          </p:cNvSpPr>
          <p:nvPr>
            <p:ph type="title" hasCustomPrompt="1"/>
          </p:nvPr>
        </p:nvSpPr>
        <p:spPr>
          <a:xfrm>
            <a:off x="418797" y="1462789"/>
            <a:ext cx="6868051" cy="2016313"/>
          </a:xfrm>
        </p:spPr>
        <p:txBody>
          <a:bodyPr anchor="b">
            <a:noAutofit/>
          </a:bodyPr>
          <a:lstStyle>
            <a:lvl1pPr>
              <a:defRPr sz="3200">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2369040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ext plus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8797" y="318599"/>
            <a:ext cx="10631609" cy="853711"/>
          </a:xfrm>
        </p:spPr>
        <p:txBody>
          <a:bodyPr/>
          <a:lstStyle/>
          <a:p>
            <a:r>
              <a:rPr lang="en-US" dirty="0"/>
              <a:t>CLICK TO EDIT MASTER TITLE STYLE</a:t>
            </a:r>
          </a:p>
        </p:txBody>
      </p:sp>
      <p:sp>
        <p:nvSpPr>
          <p:cNvPr id="3" name="Content Placeholder 2"/>
          <p:cNvSpPr>
            <a:spLocks noGrp="1"/>
          </p:cNvSpPr>
          <p:nvPr>
            <p:ph sz="half" idx="1"/>
          </p:nvPr>
        </p:nvSpPr>
        <p:spPr>
          <a:xfrm>
            <a:off x="418796" y="1461477"/>
            <a:ext cx="5181600" cy="4351339"/>
          </a:xfrm>
        </p:spPr>
        <p:txBody>
          <a:bodyPr>
            <a:normAutofit/>
          </a:bodyPr>
          <a:lstStyle>
            <a:lvl1pPr>
              <a:defRPr sz="2133"/>
            </a:lvl1pPr>
            <a:lvl2pPr marL="212395" indent="-212395">
              <a:defRPr sz="2133"/>
            </a:lvl2pPr>
            <a:lvl3pPr marL="572386" indent="-212395">
              <a:defRPr sz="2133"/>
            </a:lvl3pPr>
            <a:lvl4pPr marL="932377" indent="-212395">
              <a:defRPr sz="2133"/>
            </a:lvl4pPr>
            <a:lvl5pPr marL="1292368" indent="-212395">
              <a:defRPr sz="2133"/>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5512AD5A-2C28-1D42-B971-4292A709C8F6}" type="slidenum">
              <a:rPr lang="en-US" smtClean="0"/>
              <a:t>‹#›</a:t>
            </a:fld>
            <a:endParaRPr lang="en-US"/>
          </a:p>
        </p:txBody>
      </p:sp>
      <p:sp>
        <p:nvSpPr>
          <p:cNvPr id="12" name="Picture Placeholder 11">
            <a:extLst>
              <a:ext uri="{FF2B5EF4-FFF2-40B4-BE49-F238E27FC236}">
                <a16:creationId xmlns:a16="http://schemas.microsoft.com/office/drawing/2014/main" id="{20C87A7F-1995-784B-8073-50A91DE6CFEF}"/>
              </a:ext>
            </a:extLst>
          </p:cNvPr>
          <p:cNvSpPr>
            <a:spLocks noGrp="1"/>
          </p:cNvSpPr>
          <p:nvPr>
            <p:ph type="pic" sz="quarter" idx="13"/>
          </p:nvPr>
        </p:nvSpPr>
        <p:spPr>
          <a:xfrm>
            <a:off x="6172200" y="1529211"/>
            <a:ext cx="5483352" cy="4049848"/>
          </a:xfrm>
        </p:spPr>
        <p:txBody>
          <a:bodyPr/>
          <a:lstStyle/>
          <a:p>
            <a:r>
              <a:rPr lang="en-US"/>
              <a:t>Click icon to add picture</a:t>
            </a:r>
            <a:endParaRPr lang="en-US" dirty="0"/>
          </a:p>
        </p:txBody>
      </p:sp>
      <p:pic>
        <p:nvPicPr>
          <p:cNvPr id="6" name="Picture 5">
            <a:extLst>
              <a:ext uri="{FF2B5EF4-FFF2-40B4-BE49-F238E27FC236}">
                <a16:creationId xmlns:a16="http://schemas.microsoft.com/office/drawing/2014/main" id="{DFE18A22-5D96-5A4E-B2D4-A01ECF8CC69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spTree>
    <p:extLst>
      <p:ext uri="{BB962C8B-B14F-4D97-AF65-F5344CB8AC3E}">
        <p14:creationId xmlns:p14="http://schemas.microsoft.com/office/powerpoint/2010/main" val="1934597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2C11CBED-4DDC-AC4E-9915-6DA92D84706F}"/>
              </a:ext>
            </a:extLst>
          </p:cNvPr>
          <p:cNvSpPr>
            <a:spLocks noGrp="1"/>
          </p:cNvSpPr>
          <p:nvPr>
            <p:ph sz="half" idx="14"/>
          </p:nvPr>
        </p:nvSpPr>
        <p:spPr>
          <a:xfrm>
            <a:off x="6181607" y="1461477"/>
            <a:ext cx="5464191" cy="4351339"/>
          </a:xfrm>
        </p:spPr>
        <p:txBody>
          <a:bodyPr>
            <a:normAutofit/>
          </a:bodyPr>
          <a:lstStyle>
            <a:lvl1pPr>
              <a:defRPr sz="2133"/>
            </a:lvl1pPr>
            <a:lvl2pPr marL="212395" indent="-212395">
              <a:defRPr sz="2133"/>
            </a:lvl2pPr>
            <a:lvl3pPr marL="572386" indent="-212395">
              <a:defRPr sz="2133"/>
            </a:lvl3pPr>
            <a:lvl4pPr marL="932377" indent="-212395">
              <a:defRPr sz="2133"/>
            </a:lvl4pPr>
            <a:lvl5pPr marL="1292368" indent="-212395">
              <a:defRPr sz="2133"/>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418797" y="318599"/>
            <a:ext cx="10631609" cy="853711"/>
          </a:xfrm>
        </p:spPr>
        <p:txBody>
          <a:bodyPr/>
          <a:lstStyle/>
          <a:p>
            <a:r>
              <a:rPr lang="en-US" dirty="0"/>
              <a:t>CLICK TO EDIT MASTER TITLE STYLE</a:t>
            </a:r>
          </a:p>
        </p:txBody>
      </p:sp>
      <p:sp>
        <p:nvSpPr>
          <p:cNvPr id="3" name="Content Placeholder 2"/>
          <p:cNvSpPr>
            <a:spLocks noGrp="1"/>
          </p:cNvSpPr>
          <p:nvPr>
            <p:ph sz="half" idx="1"/>
          </p:nvPr>
        </p:nvSpPr>
        <p:spPr>
          <a:xfrm>
            <a:off x="418795" y="1461477"/>
            <a:ext cx="5464191" cy="4351339"/>
          </a:xfrm>
        </p:spPr>
        <p:txBody>
          <a:bodyPr>
            <a:normAutofit/>
          </a:bodyPr>
          <a:lstStyle>
            <a:lvl1pPr>
              <a:defRPr sz="2133"/>
            </a:lvl1pPr>
            <a:lvl2pPr marL="212395" indent="-212395">
              <a:defRPr sz="2133"/>
            </a:lvl2pPr>
            <a:lvl3pPr marL="572386" indent="-212395">
              <a:defRPr sz="2133"/>
            </a:lvl3pPr>
            <a:lvl4pPr marL="932377" indent="-212395">
              <a:defRPr sz="2133"/>
            </a:lvl4pPr>
            <a:lvl5pPr marL="1292368" indent="-212395">
              <a:defRPr sz="2133"/>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5512AD5A-2C28-1D42-B971-4292A709C8F6}" type="slidenum">
              <a:rPr lang="en-US" smtClean="0"/>
              <a:t>‹#›</a:t>
            </a:fld>
            <a:endParaRPr lang="en-US"/>
          </a:p>
        </p:txBody>
      </p:sp>
      <p:pic>
        <p:nvPicPr>
          <p:cNvPr id="6" name="Picture 5">
            <a:extLst>
              <a:ext uri="{FF2B5EF4-FFF2-40B4-BE49-F238E27FC236}">
                <a16:creationId xmlns:a16="http://schemas.microsoft.com/office/drawing/2014/main" id="{3C5CDF85-500C-814D-97E7-96113331AE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spTree>
    <p:extLst>
      <p:ext uri="{BB962C8B-B14F-4D97-AF65-F5344CB8AC3E}">
        <p14:creationId xmlns:p14="http://schemas.microsoft.com/office/powerpoint/2010/main" val="3410908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8796" y="318599"/>
            <a:ext cx="10741573" cy="848323"/>
          </a:xfrm>
        </p:spPr>
        <p:txBody>
          <a:bodyPr/>
          <a:lstStyle/>
          <a:p>
            <a:r>
              <a:rPr lang="en-US" dirty="0"/>
              <a:t>CLICK TO EDIT MASTER TITLE STYLE</a:t>
            </a:r>
          </a:p>
        </p:txBody>
      </p:sp>
      <p:sp>
        <p:nvSpPr>
          <p:cNvPr id="3" name="Text Placeholder 2"/>
          <p:cNvSpPr>
            <a:spLocks noGrp="1"/>
          </p:cNvSpPr>
          <p:nvPr>
            <p:ph type="body" idx="1"/>
          </p:nvPr>
        </p:nvSpPr>
        <p:spPr>
          <a:xfrm>
            <a:off x="839789" y="1417692"/>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839789" y="2241605"/>
            <a:ext cx="5157787" cy="355203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417692"/>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241605"/>
            <a:ext cx="5183188" cy="355203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fld id="{5512AD5A-2C28-1D42-B971-4292A709C8F6}" type="slidenum">
              <a:rPr lang="en-US" smtClean="0"/>
              <a:t>‹#›</a:t>
            </a:fld>
            <a:endParaRPr lang="en-US"/>
          </a:p>
        </p:txBody>
      </p:sp>
      <p:pic>
        <p:nvPicPr>
          <p:cNvPr id="8" name="Picture 7">
            <a:extLst>
              <a:ext uri="{FF2B5EF4-FFF2-40B4-BE49-F238E27FC236}">
                <a16:creationId xmlns:a16="http://schemas.microsoft.com/office/drawing/2014/main" id="{64C256D3-786A-F34B-B4FC-84397D4BB52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spTree>
    <p:extLst>
      <p:ext uri="{BB962C8B-B14F-4D97-AF65-F5344CB8AC3E}">
        <p14:creationId xmlns:p14="http://schemas.microsoft.com/office/powerpoint/2010/main" val="3114152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hart, diagram &amp; tab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5" name="Slide Number Placeholder 4"/>
          <p:cNvSpPr>
            <a:spLocks noGrp="1"/>
          </p:cNvSpPr>
          <p:nvPr>
            <p:ph type="sldNum" sz="quarter" idx="12"/>
          </p:nvPr>
        </p:nvSpPr>
        <p:spPr/>
        <p:txBody>
          <a:bodyPr/>
          <a:lstStyle/>
          <a:p>
            <a:fld id="{5512AD5A-2C28-1D42-B971-4292A709C8F6}" type="slidenum">
              <a:rPr lang="en-US" smtClean="0"/>
              <a:t>‹#›</a:t>
            </a:fld>
            <a:endParaRPr lang="en-US"/>
          </a:p>
        </p:txBody>
      </p:sp>
      <p:sp>
        <p:nvSpPr>
          <p:cNvPr id="9" name="Content Placeholder 2">
            <a:extLst>
              <a:ext uri="{FF2B5EF4-FFF2-40B4-BE49-F238E27FC236}">
                <a16:creationId xmlns:a16="http://schemas.microsoft.com/office/drawing/2014/main" id="{E7292226-EC88-AC48-BEC5-3D29C7647384}"/>
              </a:ext>
            </a:extLst>
          </p:cNvPr>
          <p:cNvSpPr>
            <a:spLocks noGrp="1"/>
          </p:cNvSpPr>
          <p:nvPr>
            <p:ph idx="13"/>
          </p:nvPr>
        </p:nvSpPr>
        <p:spPr>
          <a:xfrm>
            <a:off x="418797" y="1287305"/>
            <a:ext cx="8915399" cy="4244379"/>
          </a:xfrm>
        </p:spPr>
        <p:txBody>
          <a:bodyPr/>
          <a:lstStyle>
            <a:lvl2pPr>
              <a:buClr>
                <a:schemeClr val="tx1"/>
              </a:buClr>
              <a:defRPr/>
            </a:lvl2pPr>
            <a:lvl3pPr>
              <a:buClr>
                <a:schemeClr val="tx1"/>
              </a:buClr>
              <a:defRPr/>
            </a:lvl3pPr>
            <a:lvl4pPr>
              <a:buClr>
                <a:schemeClr val="tx1"/>
              </a:buClr>
              <a:defRPr/>
            </a:lvl4pPr>
            <a:lvl5pPr>
              <a:buClr>
                <a:schemeClr val="tx1"/>
              </a:buClr>
              <a:defRPr/>
            </a:lvl5pPr>
          </a:lstStyle>
          <a:p>
            <a:pPr lvl="0"/>
            <a:r>
              <a:rPr lang="en-US" dirty="0"/>
              <a:t>Edit Master text styles</a:t>
            </a:r>
          </a:p>
        </p:txBody>
      </p:sp>
      <p:pic>
        <p:nvPicPr>
          <p:cNvPr id="6" name="Picture 5">
            <a:extLst>
              <a:ext uri="{FF2B5EF4-FFF2-40B4-BE49-F238E27FC236}">
                <a16:creationId xmlns:a16="http://schemas.microsoft.com/office/drawing/2014/main" id="{44DD49F7-C6D9-A34F-B131-DE02700EA58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spTree>
    <p:extLst>
      <p:ext uri="{BB962C8B-B14F-4D97-AF65-F5344CB8AC3E}">
        <p14:creationId xmlns:p14="http://schemas.microsoft.com/office/powerpoint/2010/main" val="3839276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512AD5A-2C28-1D42-B971-4292A709C8F6}" type="slidenum">
              <a:rPr lang="en-US" smtClean="0"/>
              <a:t>‹#›</a:t>
            </a:fld>
            <a:endParaRPr lang="en-US"/>
          </a:p>
        </p:txBody>
      </p:sp>
      <p:pic>
        <p:nvPicPr>
          <p:cNvPr id="3" name="Picture 2">
            <a:extLst>
              <a:ext uri="{FF2B5EF4-FFF2-40B4-BE49-F238E27FC236}">
                <a16:creationId xmlns:a16="http://schemas.microsoft.com/office/drawing/2014/main" id="{C56A0B0D-2603-7B43-91B8-9D4E7786BB5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spTree>
    <p:extLst>
      <p:ext uri="{BB962C8B-B14F-4D97-AF65-F5344CB8AC3E}">
        <p14:creationId xmlns:p14="http://schemas.microsoft.com/office/powerpoint/2010/main" val="1963747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EA4A316-804B-834D-8A7F-71DA51162977}"/>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dirty="0">
              <a:solidFill>
                <a:schemeClr val="bg1"/>
              </a:solidFill>
            </a:endParaRPr>
          </a:p>
        </p:txBody>
      </p:sp>
      <p:pic>
        <p:nvPicPr>
          <p:cNvPr id="14" name="Picture 13">
            <a:extLst>
              <a:ext uri="{FF2B5EF4-FFF2-40B4-BE49-F238E27FC236}">
                <a16:creationId xmlns:a16="http://schemas.microsoft.com/office/drawing/2014/main" id="{6346A3ED-CE62-DF4D-B8AC-2CE10710E4B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912608" y="0"/>
            <a:ext cx="4279392" cy="6858000"/>
          </a:xfrm>
          <a:prstGeom prst="rect">
            <a:avLst/>
          </a:prstGeom>
        </p:spPr>
      </p:pic>
      <p:sp>
        <p:nvSpPr>
          <p:cNvPr id="2" name="Title 1"/>
          <p:cNvSpPr>
            <a:spLocks noGrp="1"/>
          </p:cNvSpPr>
          <p:nvPr>
            <p:ph type="ctrTitle" hasCustomPrompt="1"/>
          </p:nvPr>
        </p:nvSpPr>
        <p:spPr>
          <a:xfrm>
            <a:off x="447616" y="868993"/>
            <a:ext cx="7464992" cy="1541463"/>
          </a:xfrm>
        </p:spPr>
        <p:txBody>
          <a:bodyPr anchor="b">
            <a:normAutofit/>
          </a:bodyPr>
          <a:lstStyle>
            <a:lvl1pPr algn="l">
              <a:defRPr sz="3200">
                <a:solidFill>
                  <a:schemeClr val="tx2"/>
                </a:solidFill>
              </a:defRPr>
            </a:lvl1pPr>
          </a:lstStyle>
          <a:p>
            <a:r>
              <a:rPr lang="en-US" dirty="0"/>
              <a:t>CLICK TO EDIT MASTER TITLE STYLE</a:t>
            </a:r>
          </a:p>
        </p:txBody>
      </p:sp>
      <p:sp>
        <p:nvSpPr>
          <p:cNvPr id="3" name="Subtitle 2"/>
          <p:cNvSpPr>
            <a:spLocks noGrp="1"/>
          </p:cNvSpPr>
          <p:nvPr>
            <p:ph type="subTitle" idx="1"/>
          </p:nvPr>
        </p:nvSpPr>
        <p:spPr>
          <a:xfrm>
            <a:off x="447616" y="2589733"/>
            <a:ext cx="7464992" cy="1477963"/>
          </a:xfrm>
        </p:spPr>
        <p:txBody>
          <a:bodyPr>
            <a:normAutofit/>
          </a:bodyPr>
          <a:lstStyle>
            <a:lvl1pPr marL="0" indent="0" algn="l">
              <a:lnSpc>
                <a:spcPct val="100000"/>
              </a:lnSpc>
              <a:spcBef>
                <a:spcPts val="0"/>
              </a:spcBef>
              <a:buNone/>
              <a:defRPr sz="14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5512AD5A-2C28-1D42-B971-4292A709C8F6}" type="slidenum">
              <a:rPr lang="en-US" smtClean="0"/>
              <a:pPr/>
              <a:t>‹#›</a:t>
            </a:fld>
            <a:endParaRPr lang="en-US" dirty="0"/>
          </a:p>
        </p:txBody>
      </p:sp>
      <p:sp>
        <p:nvSpPr>
          <p:cNvPr id="26" name="Footer Placeholder 3">
            <a:extLst>
              <a:ext uri="{FF2B5EF4-FFF2-40B4-BE49-F238E27FC236}">
                <a16:creationId xmlns:a16="http://schemas.microsoft.com/office/drawing/2014/main" id="{D225F92D-823C-974F-8DC5-86221D18E5AF}"/>
              </a:ext>
            </a:extLst>
          </p:cNvPr>
          <p:cNvSpPr txBox="1">
            <a:spLocks/>
          </p:cNvSpPr>
          <p:nvPr userDrawn="1"/>
        </p:nvSpPr>
        <p:spPr>
          <a:xfrm>
            <a:off x="461793" y="4936687"/>
            <a:ext cx="3375795" cy="907491"/>
          </a:xfrm>
          <a:prstGeom prst="rect">
            <a:avLst/>
          </a:prstGeom>
        </p:spPr>
        <p:txBody>
          <a:bodyPr vert="horz" lIns="91440" tIns="45720" rIns="91440" bIns="45720" rtlCol="0" anchor="t"/>
          <a:lstStyle>
            <a:defPPr>
              <a:defRPr lang="en-US"/>
            </a:defPPr>
            <a:lvl1pPr marL="0" algn="l" defTabSz="914400" rtl="0" eaLnBrk="1" latinLnBrk="0" hangingPunct="1">
              <a:defRPr sz="11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pPr>
            <a:r>
              <a:rPr lang="en-GB" sz="1100" b="1" dirty="0">
                <a:solidFill>
                  <a:schemeClr val="tx2"/>
                </a:solidFill>
              </a:rPr>
              <a:t>WHO Headquarters in Geneva</a:t>
            </a:r>
          </a:p>
          <a:p>
            <a:pPr>
              <a:spcBef>
                <a:spcPts val="400"/>
              </a:spcBef>
            </a:pPr>
            <a:r>
              <a:rPr lang="en-GB" sz="1100" dirty="0">
                <a:solidFill>
                  <a:schemeClr val="tx2"/>
                </a:solidFill>
              </a:rPr>
              <a:t>Avenue </a:t>
            </a:r>
            <a:r>
              <a:rPr lang="en-GB" sz="1100" dirty="0" err="1">
                <a:solidFill>
                  <a:schemeClr val="tx2"/>
                </a:solidFill>
              </a:rPr>
              <a:t>Appia</a:t>
            </a:r>
            <a:r>
              <a:rPr lang="en-GB" sz="1100" dirty="0">
                <a:solidFill>
                  <a:schemeClr val="tx2"/>
                </a:solidFill>
              </a:rPr>
              <a:t> 20</a:t>
            </a:r>
            <a:br>
              <a:rPr lang="en-GB" sz="1100" dirty="0">
                <a:solidFill>
                  <a:schemeClr val="tx2"/>
                </a:solidFill>
              </a:rPr>
            </a:br>
            <a:r>
              <a:rPr lang="en-GB" sz="1100" dirty="0">
                <a:solidFill>
                  <a:schemeClr val="tx2"/>
                </a:solidFill>
              </a:rPr>
              <a:t>1202 Geneva</a:t>
            </a:r>
            <a:br>
              <a:rPr lang="en-GB" sz="1100" dirty="0">
                <a:solidFill>
                  <a:schemeClr val="tx2"/>
                </a:solidFill>
              </a:rPr>
            </a:br>
            <a:r>
              <a:rPr lang="en-GB" sz="1100" dirty="0">
                <a:solidFill>
                  <a:schemeClr val="tx2"/>
                </a:solidFill>
              </a:rPr>
              <a:t>Telephone: +41-22-7912111</a:t>
            </a:r>
          </a:p>
        </p:txBody>
      </p:sp>
      <p:sp>
        <p:nvSpPr>
          <p:cNvPr id="13" name="Rectangle 12">
            <a:extLst>
              <a:ext uri="{FF2B5EF4-FFF2-40B4-BE49-F238E27FC236}">
                <a16:creationId xmlns:a16="http://schemas.microsoft.com/office/drawing/2014/main" id="{2EE8B051-8657-5544-9F7A-3EF1A45F9041}"/>
              </a:ext>
            </a:extLst>
          </p:cNvPr>
          <p:cNvSpPr/>
          <p:nvPr userDrawn="1"/>
        </p:nvSpPr>
        <p:spPr>
          <a:xfrm>
            <a:off x="9774703" y="5478030"/>
            <a:ext cx="1977984" cy="261610"/>
          </a:xfrm>
          <a:prstGeom prst="rect">
            <a:avLst/>
          </a:prstGeom>
        </p:spPr>
        <p:txBody>
          <a:bodyPr wrap="square">
            <a:spAutoFit/>
          </a:bodyPr>
          <a:lstStyle/>
          <a:p>
            <a:pPr marL="0" marR="0" indent="0" algn="r" defTabSz="914377" rtl="0" eaLnBrk="1" fontAlgn="auto" latinLnBrk="0" hangingPunct="1">
              <a:lnSpc>
                <a:spcPct val="100000"/>
              </a:lnSpc>
              <a:spcBef>
                <a:spcPts val="0"/>
              </a:spcBef>
              <a:spcAft>
                <a:spcPts val="0"/>
              </a:spcAft>
              <a:buClrTx/>
              <a:buSzTx/>
              <a:buFontTx/>
              <a:buNone/>
              <a:tabLst/>
              <a:defRPr/>
            </a:pPr>
            <a:fld id="{D9C6657E-FFAE-7C44-9B10-1BCF08975DAB}" type="datetime4">
              <a:rPr lang="en-GB" sz="1100" smtClean="0">
                <a:solidFill>
                  <a:schemeClr val="tx2"/>
                </a:solidFill>
              </a:rPr>
              <a:pPr marL="0" marR="0" indent="0" algn="r" defTabSz="914377" rtl="0" eaLnBrk="1" fontAlgn="auto" latinLnBrk="0" hangingPunct="1">
                <a:lnSpc>
                  <a:spcPct val="100000"/>
                </a:lnSpc>
                <a:spcBef>
                  <a:spcPts val="0"/>
                </a:spcBef>
                <a:spcAft>
                  <a:spcPts val="0"/>
                </a:spcAft>
                <a:buClrTx/>
                <a:buSzTx/>
                <a:buFontTx/>
                <a:buNone/>
                <a:tabLst/>
                <a:defRPr/>
              </a:pPr>
              <a:t>26 July 2025</a:t>
            </a:fld>
            <a:endParaRPr lang="en-GB" sz="1100" dirty="0">
              <a:solidFill>
                <a:schemeClr val="tx2"/>
              </a:solidFill>
            </a:endParaRPr>
          </a:p>
        </p:txBody>
      </p:sp>
      <p:pic>
        <p:nvPicPr>
          <p:cNvPr id="10" name="Picture 9">
            <a:extLst>
              <a:ext uri="{FF2B5EF4-FFF2-40B4-BE49-F238E27FC236}">
                <a16:creationId xmlns:a16="http://schemas.microsoft.com/office/drawing/2014/main" id="{CB9BE911-6A19-4A4B-88C7-3082D340550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cxnSp>
        <p:nvCxnSpPr>
          <p:cNvPr id="11" name="Straight Connector 10">
            <a:extLst>
              <a:ext uri="{FF2B5EF4-FFF2-40B4-BE49-F238E27FC236}">
                <a16:creationId xmlns:a16="http://schemas.microsoft.com/office/drawing/2014/main" id="{74542140-969D-0E43-96C6-4B1AE3C2108A}"/>
              </a:ext>
            </a:extLst>
          </p:cNvPr>
          <p:cNvCxnSpPr>
            <a:cxnSpLocks/>
          </p:cNvCxnSpPr>
          <p:nvPr userDrawn="1"/>
        </p:nvCxnSpPr>
        <p:spPr>
          <a:xfrm>
            <a:off x="526086" y="5949696"/>
            <a:ext cx="11119713"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45B63413-657F-E34B-AEFA-731219DEDFE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564697" y="6086264"/>
            <a:ext cx="2081103" cy="541185"/>
          </a:xfrm>
          <a:prstGeom prst="rect">
            <a:avLst/>
          </a:prstGeom>
        </p:spPr>
      </p:pic>
    </p:spTree>
    <p:extLst>
      <p:ext uri="{BB962C8B-B14F-4D97-AF65-F5344CB8AC3E}">
        <p14:creationId xmlns:p14="http://schemas.microsoft.com/office/powerpoint/2010/main" val="281353539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 Id="rId13"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7323CE5-7BFA-1445-8D5F-4DE18EE32FFC}"/>
              </a:ext>
            </a:extLst>
          </p:cNvPr>
          <p:cNvPicPr>
            <a:picLocks noChangeAspect="1"/>
          </p:cNvPicPr>
          <p:nvPr userDrawn="1"/>
        </p:nvPicPr>
        <p:blipFill rotWithShape="1">
          <a:blip r:embed="rId12" cstate="email">
            <a:extLst>
              <a:ext uri="{28A0092B-C50C-407E-A947-70E740481C1C}">
                <a14:useLocalDpi xmlns:a14="http://schemas.microsoft.com/office/drawing/2010/main"/>
              </a:ext>
            </a:extLst>
          </a:blip>
          <a:srcRect/>
          <a:stretch/>
        </p:blipFill>
        <p:spPr>
          <a:xfrm>
            <a:off x="9117933" y="0"/>
            <a:ext cx="3074068" cy="6858000"/>
          </a:xfrm>
          <a:prstGeom prst="rect">
            <a:avLst/>
          </a:prstGeom>
        </p:spPr>
      </p:pic>
      <p:sp>
        <p:nvSpPr>
          <p:cNvPr id="6" name="Slide Number Placeholder 5"/>
          <p:cNvSpPr>
            <a:spLocks noGrp="1"/>
          </p:cNvSpPr>
          <p:nvPr>
            <p:ph type="sldNum" sz="quarter" idx="4"/>
          </p:nvPr>
        </p:nvSpPr>
        <p:spPr>
          <a:xfrm>
            <a:off x="11160371" y="318599"/>
            <a:ext cx="620671" cy="322263"/>
          </a:xfrm>
          <a:prstGeom prst="rect">
            <a:avLst/>
          </a:prstGeom>
        </p:spPr>
        <p:txBody>
          <a:bodyPr vert="horz" lIns="91440" tIns="45720" rIns="91440" bIns="45720" rtlCol="0" anchor="t"/>
          <a:lstStyle>
            <a:lvl1pPr algn="r">
              <a:defRPr sz="1333" b="1">
                <a:solidFill>
                  <a:schemeClr val="bg2"/>
                </a:solidFill>
              </a:defRPr>
            </a:lvl1pPr>
          </a:lstStyle>
          <a:p>
            <a:fld id="{5512AD5A-2C28-1D42-B971-4292A709C8F6}" type="slidenum">
              <a:rPr lang="en-US" smtClean="0"/>
              <a:pPr/>
              <a:t>‹#›</a:t>
            </a:fld>
            <a:endParaRPr lang="en-US" dirty="0"/>
          </a:p>
        </p:txBody>
      </p:sp>
      <p:sp>
        <p:nvSpPr>
          <p:cNvPr id="3" name="Text Placeholder 2"/>
          <p:cNvSpPr>
            <a:spLocks noGrp="1"/>
          </p:cNvSpPr>
          <p:nvPr>
            <p:ph type="body" idx="1"/>
          </p:nvPr>
        </p:nvSpPr>
        <p:spPr>
          <a:xfrm>
            <a:off x="418796" y="1461480"/>
            <a:ext cx="10963656" cy="4320000"/>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p:cNvSpPr>
            <a:spLocks noGrp="1"/>
          </p:cNvSpPr>
          <p:nvPr>
            <p:ph type="title"/>
          </p:nvPr>
        </p:nvSpPr>
        <p:spPr>
          <a:xfrm>
            <a:off x="418797" y="318599"/>
            <a:ext cx="10631609" cy="853711"/>
          </a:xfrm>
          <a:prstGeom prst="rect">
            <a:avLst/>
          </a:prstGeom>
        </p:spPr>
        <p:txBody>
          <a:bodyPr vert="horz" lIns="91440" tIns="45720" rIns="91440" bIns="45720" rtlCol="0" anchor="t">
            <a:noAutofit/>
          </a:bodyPr>
          <a:lstStyle/>
          <a:p>
            <a:r>
              <a:rPr lang="en-US" dirty="0"/>
              <a:t>CLICK TO EDIT MASTER TITLE STYLE</a:t>
            </a:r>
          </a:p>
        </p:txBody>
      </p:sp>
      <p:pic>
        <p:nvPicPr>
          <p:cNvPr id="14" name="Picture 13">
            <a:extLst>
              <a:ext uri="{FF2B5EF4-FFF2-40B4-BE49-F238E27FC236}">
                <a16:creationId xmlns:a16="http://schemas.microsoft.com/office/drawing/2014/main" id="{0B2BF509-AC09-6B48-A201-30EE7B40EACA}"/>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9564697" y="6086264"/>
            <a:ext cx="2081103" cy="541185"/>
          </a:xfrm>
          <a:prstGeom prst="rect">
            <a:avLst/>
          </a:prstGeom>
        </p:spPr>
      </p:pic>
      <p:cxnSp>
        <p:nvCxnSpPr>
          <p:cNvPr id="5" name="Straight Connector 4">
            <a:extLst>
              <a:ext uri="{FF2B5EF4-FFF2-40B4-BE49-F238E27FC236}">
                <a16:creationId xmlns:a16="http://schemas.microsoft.com/office/drawing/2014/main" id="{E1BC9B48-009B-C84C-89A4-C10FC17850FB}"/>
              </a:ext>
            </a:extLst>
          </p:cNvPr>
          <p:cNvCxnSpPr>
            <a:cxnSpLocks/>
          </p:cNvCxnSpPr>
          <p:nvPr userDrawn="1"/>
        </p:nvCxnSpPr>
        <p:spPr>
          <a:xfrm>
            <a:off x="526086" y="5949696"/>
            <a:ext cx="11119713"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66197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ftr="0" dt="0"/>
  <p:txStyles>
    <p:titleStyle>
      <a:lvl1pPr marL="0" indent="0" algn="l" defTabSz="914377" rtl="0" eaLnBrk="1" latinLnBrk="0" hangingPunct="1">
        <a:lnSpc>
          <a:spcPct val="90000"/>
        </a:lnSpc>
        <a:spcBef>
          <a:spcPct val="0"/>
        </a:spcBef>
        <a:buFont typeface="+mj-lt"/>
        <a:buNone/>
        <a:defRPr sz="2800" b="1" kern="1200">
          <a:solidFill>
            <a:schemeClr val="bg2"/>
          </a:solidFill>
          <a:latin typeface="+mj-lt"/>
          <a:ea typeface="+mj-ea"/>
          <a:cs typeface="+mj-cs"/>
        </a:defRPr>
      </a:lvl1pPr>
    </p:titleStyle>
    <p:bodyStyle>
      <a:lvl1pPr marL="0" indent="0" algn="l" defTabSz="914377" rtl="0" eaLnBrk="1" latinLnBrk="0" hangingPunct="1">
        <a:lnSpc>
          <a:spcPct val="90000"/>
        </a:lnSpc>
        <a:spcBef>
          <a:spcPts val="1000"/>
        </a:spcBef>
        <a:buFont typeface="Arial" panose="020B0604020202020204" pitchFamily="34" charset="0"/>
        <a:buNone/>
        <a:defRPr sz="2133" kern="1200">
          <a:solidFill>
            <a:schemeClr val="bg2"/>
          </a:solidFill>
          <a:latin typeface="+mn-lt"/>
          <a:ea typeface="+mn-ea"/>
          <a:cs typeface="+mn-cs"/>
        </a:defRPr>
      </a:lvl1pPr>
      <a:lvl2pPr marL="284393" indent="-284393" algn="l" defTabSz="914377" rtl="0" eaLnBrk="1" latinLnBrk="0" hangingPunct="1">
        <a:lnSpc>
          <a:spcPct val="90000"/>
        </a:lnSpc>
        <a:spcBef>
          <a:spcPts val="500"/>
        </a:spcBef>
        <a:buClr>
          <a:schemeClr val="accent2"/>
        </a:buClr>
        <a:buFont typeface="Arial" charset="0"/>
        <a:buChar char="•"/>
        <a:defRPr sz="2133" kern="1200">
          <a:solidFill>
            <a:schemeClr val="bg2"/>
          </a:solidFill>
          <a:latin typeface="+mn-lt"/>
          <a:ea typeface="+mn-ea"/>
          <a:cs typeface="+mn-cs"/>
        </a:defRPr>
      </a:lvl2pPr>
      <a:lvl3pPr marL="644384" indent="-284393" algn="l" defTabSz="914377" rtl="0" eaLnBrk="1" latinLnBrk="0" hangingPunct="1">
        <a:lnSpc>
          <a:spcPct val="90000"/>
        </a:lnSpc>
        <a:spcBef>
          <a:spcPts val="500"/>
        </a:spcBef>
        <a:buClr>
          <a:schemeClr val="accent2"/>
        </a:buClr>
        <a:buFont typeface="Arial" charset="0"/>
        <a:buChar char="•"/>
        <a:defRPr sz="2133" kern="1200">
          <a:solidFill>
            <a:schemeClr val="bg2"/>
          </a:solidFill>
          <a:latin typeface="+mn-lt"/>
          <a:ea typeface="+mn-ea"/>
          <a:cs typeface="+mn-cs"/>
        </a:defRPr>
      </a:lvl3pPr>
      <a:lvl4pPr marL="1004375" indent="-284393" algn="l" defTabSz="914377" rtl="0" eaLnBrk="1" latinLnBrk="0" hangingPunct="1">
        <a:lnSpc>
          <a:spcPct val="90000"/>
        </a:lnSpc>
        <a:spcBef>
          <a:spcPts val="500"/>
        </a:spcBef>
        <a:buClr>
          <a:schemeClr val="accent2"/>
        </a:buClr>
        <a:buFont typeface="Arial" charset="0"/>
        <a:buChar char="•"/>
        <a:defRPr sz="2133" kern="1200">
          <a:solidFill>
            <a:schemeClr val="bg2"/>
          </a:solidFill>
          <a:latin typeface="+mn-lt"/>
          <a:ea typeface="+mn-ea"/>
          <a:cs typeface="+mn-cs"/>
        </a:defRPr>
      </a:lvl4pPr>
      <a:lvl5pPr marL="1364366" indent="-284393" algn="l" defTabSz="914377" rtl="0" eaLnBrk="1" latinLnBrk="0" hangingPunct="1">
        <a:lnSpc>
          <a:spcPct val="90000"/>
        </a:lnSpc>
        <a:spcBef>
          <a:spcPts val="500"/>
        </a:spcBef>
        <a:buClr>
          <a:schemeClr val="accent2"/>
        </a:buClr>
        <a:buFont typeface="Arial" charset="0"/>
        <a:buChar char="•"/>
        <a:defRPr sz="2133" kern="1200">
          <a:solidFill>
            <a:schemeClr val="bg2"/>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4C93051-85B3-84E8-2313-EF7173922246}"/>
              </a:ext>
            </a:extLst>
          </p:cNvPr>
          <p:cNvSpPr>
            <a:spLocks noGrp="1"/>
          </p:cNvSpPr>
          <p:nvPr>
            <p:ph type="sldNum" sz="quarter" idx="12"/>
          </p:nvPr>
        </p:nvSpPr>
        <p:spPr/>
        <p:txBody>
          <a:bodyPr/>
          <a:lstStyle/>
          <a:p>
            <a:pPr defTabSz="1219170"/>
            <a:fld id="{FDBAF7BE-D3B1-4E36-BDA2-F3C168A93CEF}" type="slidenum">
              <a:rPr lang="en-GB">
                <a:solidFill>
                  <a:srgbClr val="1B4379"/>
                </a:solidFill>
                <a:latin typeface="Helvetica"/>
              </a:rPr>
              <a:pPr defTabSz="1219170"/>
              <a:t>1</a:t>
            </a:fld>
            <a:endParaRPr lang="en-GB" dirty="0">
              <a:solidFill>
                <a:srgbClr val="1B4379"/>
              </a:solidFill>
              <a:latin typeface="Helvetica"/>
            </a:endParaRPr>
          </a:p>
        </p:txBody>
      </p:sp>
      <p:sp>
        <p:nvSpPr>
          <p:cNvPr id="5" name="Title 4">
            <a:extLst>
              <a:ext uri="{FF2B5EF4-FFF2-40B4-BE49-F238E27FC236}">
                <a16:creationId xmlns:a16="http://schemas.microsoft.com/office/drawing/2014/main" id="{22128BBB-380B-10D1-BC6E-D428E6DBF034}"/>
              </a:ext>
            </a:extLst>
          </p:cNvPr>
          <p:cNvSpPr>
            <a:spLocks noGrp="1"/>
          </p:cNvSpPr>
          <p:nvPr>
            <p:ph type="ctrTitle"/>
          </p:nvPr>
        </p:nvSpPr>
        <p:spPr>
          <a:xfrm>
            <a:off x="90792" y="5003079"/>
            <a:ext cx="9465335" cy="1546133"/>
          </a:xfrm>
        </p:spPr>
        <p:txBody>
          <a:bodyPr/>
          <a:lstStyle/>
          <a:p>
            <a:pPr algn="l"/>
            <a:r>
              <a:rPr lang="en-US" sz="3600" dirty="0"/>
              <a:t>Meeting summary</a:t>
            </a:r>
            <a:br>
              <a:rPr lang="en-US" sz="3600" dirty="0"/>
            </a:br>
            <a:br>
              <a:rPr lang="en-US" sz="2800" dirty="0"/>
            </a:br>
            <a:br>
              <a:rPr lang="en-US" sz="2800" dirty="0"/>
            </a:br>
            <a:r>
              <a:rPr lang="en-US" sz="2800" dirty="0"/>
              <a:t>Philip Krause, MD</a:t>
            </a:r>
            <a:br>
              <a:rPr lang="en-US" sz="2800" dirty="0"/>
            </a:br>
            <a:r>
              <a:rPr lang="en-US" sz="2800" dirty="0"/>
              <a:t>Advisor to WHO</a:t>
            </a:r>
            <a:br>
              <a:rPr lang="en-US" sz="2800" dirty="0"/>
            </a:br>
            <a:br>
              <a:rPr lang="en-US" sz="2800" dirty="0"/>
            </a:br>
            <a:br>
              <a:rPr lang="en-US" sz="1800" b="0" i="0" u="none" strike="noStrike" baseline="0" dirty="0">
                <a:solidFill>
                  <a:schemeClr val="tx1"/>
                </a:solidFill>
                <a:latin typeface="Century Gothic" panose="020B0502020202020204" pitchFamily="34" charset="0"/>
              </a:rPr>
            </a:br>
            <a:r>
              <a:rPr lang="en-US" sz="1800" b="1" i="0" u="none" strike="noStrike" baseline="0" dirty="0">
                <a:solidFill>
                  <a:schemeClr val="tx1"/>
                </a:solidFill>
                <a:latin typeface="Century Gothic" panose="020B0502020202020204" pitchFamily="34" charset="0"/>
              </a:rPr>
              <a:t>A scientific framework for epidemic and pandemic research preparedness </a:t>
            </a:r>
            <a:br>
              <a:rPr lang="en-US" sz="1800" b="0" i="0" u="none" strike="noStrike" baseline="0" dirty="0">
                <a:solidFill>
                  <a:schemeClr val="tx1"/>
                </a:solidFill>
                <a:latin typeface="Century Gothic" panose="020B0502020202020204" pitchFamily="34" charset="0"/>
              </a:rPr>
            </a:br>
            <a:r>
              <a:rPr lang="en-US" sz="1800" b="0" i="0" u="none" strike="noStrike" baseline="0" dirty="0">
                <a:solidFill>
                  <a:schemeClr val="tx1"/>
                </a:solidFill>
                <a:latin typeface="Century Gothic" panose="020B0502020202020204" pitchFamily="34" charset="0"/>
              </a:rPr>
              <a:t>Scientific opportunities to achieve fast and equitable access to high-quality </a:t>
            </a:r>
            <a:br>
              <a:rPr lang="en-US" sz="1800" b="0" i="0" u="none" strike="noStrike" baseline="0" dirty="0">
                <a:solidFill>
                  <a:schemeClr val="tx1"/>
                </a:solidFill>
                <a:latin typeface="Century Gothic" panose="020B0502020202020204" pitchFamily="34" charset="0"/>
              </a:rPr>
            </a:br>
            <a:r>
              <a:rPr lang="en-US" sz="1800" b="0" i="0" u="none" strike="noStrike" baseline="0" dirty="0">
                <a:solidFill>
                  <a:schemeClr val="tx1"/>
                </a:solidFill>
                <a:latin typeface="Century Gothic" panose="020B0502020202020204" pitchFamily="34" charset="0"/>
              </a:rPr>
              <a:t>and trusted vaccines for future pandemics. </a:t>
            </a:r>
            <a:br>
              <a:rPr lang="en-US" sz="2800" dirty="0"/>
            </a:br>
            <a:r>
              <a:rPr lang="en-US" sz="2800" dirty="0"/>
              <a:t>9 Jan 2024</a:t>
            </a:r>
            <a:br>
              <a:rPr lang="en-US" sz="2800" dirty="0"/>
            </a:br>
            <a:endParaRPr lang="en-US" sz="2000" b="0" dirty="0">
              <a:solidFill>
                <a:srgbClr val="FFFF00"/>
              </a:solidFill>
            </a:endParaRPr>
          </a:p>
        </p:txBody>
      </p:sp>
    </p:spTree>
    <p:extLst>
      <p:ext uri="{BB962C8B-B14F-4D97-AF65-F5344CB8AC3E}">
        <p14:creationId xmlns:p14="http://schemas.microsoft.com/office/powerpoint/2010/main" val="3392185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DD0A-1C94-FD55-9629-43795E6F7A70}"/>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A8B9DC3C-677D-9F99-7DA1-F4F3D8BE48EC}"/>
              </a:ext>
            </a:extLst>
          </p:cNvPr>
          <p:cNvSpPr>
            <a:spLocks noGrp="1"/>
          </p:cNvSpPr>
          <p:nvPr>
            <p:ph idx="1"/>
          </p:nvPr>
        </p:nvSpPr>
        <p:spPr/>
        <p:txBody>
          <a:bodyPr/>
          <a:lstStyle/>
          <a:p>
            <a:r>
              <a:t>This consultation, the first in a series, focuses on pandemic research preparedness. Future discussions will cover priority pathogens and randomized evidence generation. While new pathogens emerge, known virus families (around 150 viruses from 26 families) offer a framework. A prototype pathogen approach will yield generalizable knowledge, requiring detailed planning, vaccine and therapeutic development, and stockpile manufacturing. Essential principles for pandemic response include Quality, Equity, Trust, Speed, and Cost, with global collaboration as a key goal.</a:t>
            </a:r>
          </a:p>
          <a:p>
            <a:endParaRPr lang="en-US" dirty="0"/>
          </a:p>
        </p:txBody>
      </p:sp>
      <p:sp>
        <p:nvSpPr>
          <p:cNvPr id="4" name="Slide Number Placeholder 3">
            <a:extLst>
              <a:ext uri="{FF2B5EF4-FFF2-40B4-BE49-F238E27FC236}">
                <a16:creationId xmlns:a16="http://schemas.microsoft.com/office/drawing/2014/main" id="{3A3C4411-9626-59BF-2CD0-F178C42769AA}"/>
              </a:ext>
            </a:extLst>
          </p:cNvPr>
          <p:cNvSpPr>
            <a:spLocks noGrp="1"/>
          </p:cNvSpPr>
          <p:nvPr>
            <p:ph type="sldNum" sz="quarter" idx="12"/>
          </p:nvPr>
        </p:nvSpPr>
        <p:spPr/>
        <p:txBody>
          <a:bodyPr/>
          <a:lstStyle/>
          <a:p>
            <a:fld id="{5512AD5A-2C28-1D42-B971-4292A709C8F6}" type="slidenum">
              <a:rPr lang="en-US" smtClean="0"/>
              <a:pPr/>
              <a:t>2</a:t>
            </a:fld>
            <a:endParaRPr lang="en-US" dirty="0"/>
          </a:p>
        </p:txBody>
      </p:sp>
    </p:spTree>
    <p:extLst>
      <p:ext uri="{BB962C8B-B14F-4D97-AF65-F5344CB8AC3E}">
        <p14:creationId xmlns:p14="http://schemas.microsoft.com/office/powerpoint/2010/main" val="3948659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DD0A-1C94-FD55-9629-43795E6F7A70}"/>
              </a:ext>
            </a:extLst>
          </p:cNvPr>
          <p:cNvSpPr>
            <a:spLocks noGrp="1"/>
          </p:cNvSpPr>
          <p:nvPr>
            <p:ph type="title"/>
          </p:nvPr>
        </p:nvSpPr>
        <p:spPr/>
        <p:txBody>
          <a:bodyPr/>
          <a:lstStyle/>
          <a:p>
            <a:r>
              <a:rPr lang="en-US" dirty="0"/>
              <a:t>Summary (pathogen discovery &amp; threat detection)</a:t>
            </a:r>
          </a:p>
        </p:txBody>
      </p:sp>
      <p:sp>
        <p:nvSpPr>
          <p:cNvPr id="3" name="Content Placeholder 2">
            <a:extLst>
              <a:ext uri="{FF2B5EF4-FFF2-40B4-BE49-F238E27FC236}">
                <a16:creationId xmlns:a16="http://schemas.microsoft.com/office/drawing/2014/main" id="{A8B9DC3C-677D-9F99-7DA1-F4F3D8BE48EC}"/>
              </a:ext>
            </a:extLst>
          </p:cNvPr>
          <p:cNvSpPr>
            <a:spLocks noGrp="1"/>
          </p:cNvSpPr>
          <p:nvPr>
            <p:ph idx="1"/>
          </p:nvPr>
        </p:nvSpPr>
        <p:spPr>
          <a:xfrm>
            <a:off x="418797" y="942671"/>
            <a:ext cx="10963659" cy="5077922"/>
          </a:xfrm>
        </p:spPr>
        <p:txBody>
          <a:bodyPr/>
          <a:lstStyle/>
          <a:p>
            <a:r>
              <a:t>Pathogen capture-based sequencing can identify pathogens in under 8 hours, with “smart surveillance” targeting spillover risk from wildlife and communities. Non-specific surveillance methods need global expansion, requiring long-term investment and rapid research assay deployment. Coordinated animal and human research, along with capacity building, is crucial. Monoclonal antibody research and high-throughput serological analysis are key immunological goals.</a:t>
            </a:r>
          </a:p>
          <a:p>
            <a:endParaRPr lang="en-US" dirty="0"/>
          </a:p>
        </p:txBody>
      </p:sp>
      <p:sp>
        <p:nvSpPr>
          <p:cNvPr id="4" name="Slide Number Placeholder 3">
            <a:extLst>
              <a:ext uri="{FF2B5EF4-FFF2-40B4-BE49-F238E27FC236}">
                <a16:creationId xmlns:a16="http://schemas.microsoft.com/office/drawing/2014/main" id="{3A3C4411-9626-59BF-2CD0-F178C42769AA}"/>
              </a:ext>
            </a:extLst>
          </p:cNvPr>
          <p:cNvSpPr>
            <a:spLocks noGrp="1"/>
          </p:cNvSpPr>
          <p:nvPr>
            <p:ph type="sldNum" sz="quarter" idx="12"/>
          </p:nvPr>
        </p:nvSpPr>
        <p:spPr/>
        <p:txBody>
          <a:bodyPr/>
          <a:lstStyle/>
          <a:p>
            <a:fld id="{5512AD5A-2C28-1D42-B971-4292A709C8F6}" type="slidenum">
              <a:rPr lang="en-US" smtClean="0"/>
              <a:pPr/>
              <a:t>3</a:t>
            </a:fld>
            <a:endParaRPr lang="en-US" dirty="0"/>
          </a:p>
        </p:txBody>
      </p:sp>
    </p:spTree>
    <p:extLst>
      <p:ext uri="{BB962C8B-B14F-4D97-AF65-F5344CB8AC3E}">
        <p14:creationId xmlns:p14="http://schemas.microsoft.com/office/powerpoint/2010/main" val="1442975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DD0A-1C94-FD55-9629-43795E6F7A70}"/>
              </a:ext>
            </a:extLst>
          </p:cNvPr>
          <p:cNvSpPr>
            <a:spLocks noGrp="1"/>
          </p:cNvSpPr>
          <p:nvPr>
            <p:ph type="title"/>
          </p:nvPr>
        </p:nvSpPr>
        <p:spPr/>
        <p:txBody>
          <a:bodyPr/>
          <a:lstStyle/>
          <a:p>
            <a:r>
              <a:rPr lang="en-US" dirty="0"/>
              <a:t>Summary (basic research, immunology)</a:t>
            </a:r>
          </a:p>
        </p:txBody>
      </p:sp>
      <p:sp>
        <p:nvSpPr>
          <p:cNvPr id="3" name="Content Placeholder 2">
            <a:extLst>
              <a:ext uri="{FF2B5EF4-FFF2-40B4-BE49-F238E27FC236}">
                <a16:creationId xmlns:a16="http://schemas.microsoft.com/office/drawing/2014/main" id="{A8B9DC3C-677D-9F99-7DA1-F4F3D8BE48EC}"/>
              </a:ext>
            </a:extLst>
          </p:cNvPr>
          <p:cNvSpPr>
            <a:spLocks noGrp="1"/>
          </p:cNvSpPr>
          <p:nvPr>
            <p:ph idx="1"/>
          </p:nvPr>
        </p:nvSpPr>
        <p:spPr>
          <a:xfrm>
            <a:off x="418797" y="1007272"/>
            <a:ext cx="10963659" cy="5532129"/>
          </a:xfrm>
        </p:spPr>
        <p:txBody>
          <a:bodyPr/>
          <a:lstStyle/>
          <a:p>
            <a:r>
              <a:t>Structure-based vaccine design is enhanced by Cryo-EM, DARPin, and EMPEM, with AI/ML improving antigen design. “Functional viromics” helps understand zoonotic potential by studying virus-receptor interactions. Monoclonal antibody discovery, now aided by machine learning, is crucial for antigen discovery, stabilization, and assay development.</a:t>
            </a:r>
            <a:endParaRPr lang="en-US" sz="2400" dirty="0"/>
          </a:p>
        </p:txBody>
      </p:sp>
      <p:sp>
        <p:nvSpPr>
          <p:cNvPr id="4" name="Slide Number Placeholder 3">
            <a:extLst>
              <a:ext uri="{FF2B5EF4-FFF2-40B4-BE49-F238E27FC236}">
                <a16:creationId xmlns:a16="http://schemas.microsoft.com/office/drawing/2014/main" id="{3A3C4411-9626-59BF-2CD0-F178C42769AA}"/>
              </a:ext>
            </a:extLst>
          </p:cNvPr>
          <p:cNvSpPr>
            <a:spLocks noGrp="1"/>
          </p:cNvSpPr>
          <p:nvPr>
            <p:ph type="sldNum" sz="quarter" idx="12"/>
          </p:nvPr>
        </p:nvSpPr>
        <p:spPr/>
        <p:txBody>
          <a:bodyPr/>
          <a:lstStyle/>
          <a:p>
            <a:fld id="{5512AD5A-2C28-1D42-B971-4292A709C8F6}" type="slidenum">
              <a:rPr lang="en-US" smtClean="0"/>
              <a:pPr/>
              <a:t>4</a:t>
            </a:fld>
            <a:endParaRPr lang="en-US" dirty="0"/>
          </a:p>
        </p:txBody>
      </p:sp>
    </p:spTree>
    <p:extLst>
      <p:ext uri="{BB962C8B-B14F-4D97-AF65-F5344CB8AC3E}">
        <p14:creationId xmlns:p14="http://schemas.microsoft.com/office/powerpoint/2010/main" val="3852944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DD0A-1C94-FD55-9629-43795E6F7A70}"/>
              </a:ext>
            </a:extLst>
          </p:cNvPr>
          <p:cNvSpPr>
            <a:spLocks noGrp="1"/>
          </p:cNvSpPr>
          <p:nvPr>
            <p:ph type="title"/>
          </p:nvPr>
        </p:nvSpPr>
        <p:spPr/>
        <p:txBody>
          <a:bodyPr/>
          <a:lstStyle/>
          <a:p>
            <a:r>
              <a:rPr lang="en-US" dirty="0"/>
              <a:t>Summary (basic research, animal models)</a:t>
            </a:r>
          </a:p>
        </p:txBody>
      </p:sp>
      <p:sp>
        <p:nvSpPr>
          <p:cNvPr id="3" name="Content Placeholder 2">
            <a:extLst>
              <a:ext uri="{FF2B5EF4-FFF2-40B4-BE49-F238E27FC236}">
                <a16:creationId xmlns:a16="http://schemas.microsoft.com/office/drawing/2014/main" id="{A8B9DC3C-677D-9F99-7DA1-F4F3D8BE48EC}"/>
              </a:ext>
            </a:extLst>
          </p:cNvPr>
          <p:cNvSpPr>
            <a:spLocks noGrp="1"/>
          </p:cNvSpPr>
          <p:nvPr>
            <p:ph idx="1"/>
          </p:nvPr>
        </p:nvSpPr>
        <p:spPr>
          <a:xfrm>
            <a:off x="418797" y="867841"/>
            <a:ext cx="10963659" cy="5532129"/>
          </a:xfrm>
        </p:spPr>
        <p:txBody>
          <a:bodyPr/>
          <a:lstStyle/>
          <a:p>
            <a:r>
              <a:t>The animal model group has standardized models since February 2020, aiding COVID-19 vaccine development and VOC transmission studies. WHO collaboration and humanized models are emphasized, with tools like CRISPR/CAS-9 improving precision. Pre-pandemic work should include developing HLA-expressing and pathogen-class models. Humanized models, advanced by HIV research, are crucial for studying pathogenesis.</a:t>
            </a:r>
          </a:p>
        </p:txBody>
      </p:sp>
      <p:sp>
        <p:nvSpPr>
          <p:cNvPr id="4" name="Slide Number Placeholder 3">
            <a:extLst>
              <a:ext uri="{FF2B5EF4-FFF2-40B4-BE49-F238E27FC236}">
                <a16:creationId xmlns:a16="http://schemas.microsoft.com/office/drawing/2014/main" id="{3A3C4411-9626-59BF-2CD0-F178C42769AA}"/>
              </a:ext>
            </a:extLst>
          </p:cNvPr>
          <p:cNvSpPr>
            <a:spLocks noGrp="1"/>
          </p:cNvSpPr>
          <p:nvPr>
            <p:ph type="sldNum" sz="quarter" idx="12"/>
          </p:nvPr>
        </p:nvSpPr>
        <p:spPr/>
        <p:txBody>
          <a:bodyPr/>
          <a:lstStyle/>
          <a:p>
            <a:fld id="{5512AD5A-2C28-1D42-B971-4292A709C8F6}" type="slidenum">
              <a:rPr lang="en-US" smtClean="0"/>
              <a:pPr/>
              <a:t>5</a:t>
            </a:fld>
            <a:endParaRPr lang="en-US" dirty="0"/>
          </a:p>
        </p:txBody>
      </p:sp>
    </p:spTree>
    <p:extLst>
      <p:ext uri="{BB962C8B-B14F-4D97-AF65-F5344CB8AC3E}">
        <p14:creationId xmlns:p14="http://schemas.microsoft.com/office/powerpoint/2010/main" val="1976472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DD0A-1C94-FD55-9629-43795E6F7A70}"/>
              </a:ext>
            </a:extLst>
          </p:cNvPr>
          <p:cNvSpPr>
            <a:spLocks noGrp="1"/>
          </p:cNvSpPr>
          <p:nvPr>
            <p:ph type="title"/>
          </p:nvPr>
        </p:nvSpPr>
        <p:spPr/>
        <p:txBody>
          <a:bodyPr/>
          <a:lstStyle/>
          <a:p>
            <a:r>
              <a:rPr lang="en-US" dirty="0"/>
              <a:t>Summary (basic research, organ on chip)</a:t>
            </a:r>
          </a:p>
        </p:txBody>
      </p:sp>
      <p:sp>
        <p:nvSpPr>
          <p:cNvPr id="3" name="Content Placeholder 2">
            <a:extLst>
              <a:ext uri="{FF2B5EF4-FFF2-40B4-BE49-F238E27FC236}">
                <a16:creationId xmlns:a16="http://schemas.microsoft.com/office/drawing/2014/main" id="{A8B9DC3C-677D-9F99-7DA1-F4F3D8BE48EC}"/>
              </a:ext>
            </a:extLst>
          </p:cNvPr>
          <p:cNvSpPr>
            <a:spLocks noGrp="1"/>
          </p:cNvSpPr>
          <p:nvPr>
            <p:ph idx="1"/>
          </p:nvPr>
        </p:nvSpPr>
        <p:spPr>
          <a:xfrm>
            <a:off x="418797" y="867841"/>
            <a:ext cx="10963659" cy="5532129"/>
          </a:xfrm>
        </p:spPr>
        <p:txBody>
          <a:bodyPr/>
          <a:lstStyle/>
          <a:p>
            <a:r>
              <a:t>Organ-on-a-chip technology uses microfluidic devices to model organ functions in vitro for screening and hypothesis building. Advantages include precision, high throughput, and low cost. While useful for studying viral infections and the human-animal interface, incorporating an immune system is needed for more complete models. Recent advances include immunocompetent chips and linked multi-organ systems.</a:t>
            </a:r>
          </a:p>
          <a:p>
            <a:endParaRPr lang="en-US" sz="2000" dirty="0"/>
          </a:p>
        </p:txBody>
      </p:sp>
      <p:sp>
        <p:nvSpPr>
          <p:cNvPr id="4" name="Slide Number Placeholder 3">
            <a:extLst>
              <a:ext uri="{FF2B5EF4-FFF2-40B4-BE49-F238E27FC236}">
                <a16:creationId xmlns:a16="http://schemas.microsoft.com/office/drawing/2014/main" id="{3A3C4411-9626-59BF-2CD0-F178C42769AA}"/>
              </a:ext>
            </a:extLst>
          </p:cNvPr>
          <p:cNvSpPr>
            <a:spLocks noGrp="1"/>
          </p:cNvSpPr>
          <p:nvPr>
            <p:ph type="sldNum" sz="quarter" idx="12"/>
          </p:nvPr>
        </p:nvSpPr>
        <p:spPr/>
        <p:txBody>
          <a:bodyPr/>
          <a:lstStyle/>
          <a:p>
            <a:fld id="{5512AD5A-2C28-1D42-B971-4292A709C8F6}" type="slidenum">
              <a:rPr lang="en-US" smtClean="0"/>
              <a:pPr/>
              <a:t>6</a:t>
            </a:fld>
            <a:endParaRPr lang="en-US" dirty="0"/>
          </a:p>
        </p:txBody>
      </p:sp>
    </p:spTree>
    <p:extLst>
      <p:ext uri="{BB962C8B-B14F-4D97-AF65-F5344CB8AC3E}">
        <p14:creationId xmlns:p14="http://schemas.microsoft.com/office/powerpoint/2010/main" val="1759338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DD0A-1C94-FD55-9629-43795E6F7A70}"/>
              </a:ext>
            </a:extLst>
          </p:cNvPr>
          <p:cNvSpPr>
            <a:spLocks noGrp="1"/>
          </p:cNvSpPr>
          <p:nvPr>
            <p:ph type="title"/>
          </p:nvPr>
        </p:nvSpPr>
        <p:spPr/>
        <p:txBody>
          <a:bodyPr/>
          <a:lstStyle/>
          <a:p>
            <a:r>
              <a:rPr lang="en-US" dirty="0"/>
              <a:t>Summary (basic research, assays)</a:t>
            </a:r>
          </a:p>
        </p:txBody>
      </p:sp>
      <p:sp>
        <p:nvSpPr>
          <p:cNvPr id="3" name="Content Placeholder 2">
            <a:extLst>
              <a:ext uri="{FF2B5EF4-FFF2-40B4-BE49-F238E27FC236}">
                <a16:creationId xmlns:a16="http://schemas.microsoft.com/office/drawing/2014/main" id="{A8B9DC3C-677D-9F99-7DA1-F4F3D8BE48EC}"/>
              </a:ext>
            </a:extLst>
          </p:cNvPr>
          <p:cNvSpPr>
            <a:spLocks noGrp="1"/>
          </p:cNvSpPr>
          <p:nvPr>
            <p:ph idx="1"/>
          </p:nvPr>
        </p:nvSpPr>
        <p:spPr>
          <a:xfrm>
            <a:off x="418797" y="867841"/>
            <a:ext cx="10963659" cy="5532129"/>
          </a:xfrm>
        </p:spPr>
        <p:txBody>
          <a:bodyPr/>
          <a:lstStyle/>
          <a:p>
            <a:r>
              <a:t>The WHO assays working group aims to improve immune assay interpretability and access to reagents. By collaborating on design, protocols, and standards, the group facilitated the international COVID-19 response. The focus is now on other priority pathogens, with an emphasis on developing assay platforms, antigen design, and partnerships for sharing and transferring technology to LMICs.</a:t>
            </a:r>
          </a:p>
        </p:txBody>
      </p:sp>
      <p:sp>
        <p:nvSpPr>
          <p:cNvPr id="4" name="Slide Number Placeholder 3">
            <a:extLst>
              <a:ext uri="{FF2B5EF4-FFF2-40B4-BE49-F238E27FC236}">
                <a16:creationId xmlns:a16="http://schemas.microsoft.com/office/drawing/2014/main" id="{3A3C4411-9626-59BF-2CD0-F178C42769AA}"/>
              </a:ext>
            </a:extLst>
          </p:cNvPr>
          <p:cNvSpPr>
            <a:spLocks noGrp="1"/>
          </p:cNvSpPr>
          <p:nvPr>
            <p:ph type="sldNum" sz="quarter" idx="12"/>
          </p:nvPr>
        </p:nvSpPr>
        <p:spPr/>
        <p:txBody>
          <a:bodyPr/>
          <a:lstStyle/>
          <a:p>
            <a:fld id="{5512AD5A-2C28-1D42-B971-4292A709C8F6}" type="slidenum">
              <a:rPr lang="en-US" smtClean="0"/>
              <a:pPr/>
              <a:t>7</a:t>
            </a:fld>
            <a:endParaRPr lang="en-US" dirty="0"/>
          </a:p>
        </p:txBody>
      </p:sp>
    </p:spTree>
    <p:extLst>
      <p:ext uri="{BB962C8B-B14F-4D97-AF65-F5344CB8AC3E}">
        <p14:creationId xmlns:p14="http://schemas.microsoft.com/office/powerpoint/2010/main" val="1640051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DD0A-1C94-FD55-9629-43795E6F7A70}"/>
              </a:ext>
            </a:extLst>
          </p:cNvPr>
          <p:cNvSpPr>
            <a:spLocks noGrp="1"/>
          </p:cNvSpPr>
          <p:nvPr>
            <p:ph type="title"/>
          </p:nvPr>
        </p:nvSpPr>
        <p:spPr/>
        <p:txBody>
          <a:bodyPr/>
          <a:lstStyle/>
          <a:p>
            <a:r>
              <a:rPr lang="en-US" dirty="0"/>
              <a:t>Summary (basic research, next level)</a:t>
            </a:r>
          </a:p>
        </p:txBody>
      </p:sp>
      <p:sp>
        <p:nvSpPr>
          <p:cNvPr id="3" name="Content Placeholder 2">
            <a:extLst>
              <a:ext uri="{FF2B5EF4-FFF2-40B4-BE49-F238E27FC236}">
                <a16:creationId xmlns:a16="http://schemas.microsoft.com/office/drawing/2014/main" id="{A8B9DC3C-677D-9F99-7DA1-F4F3D8BE48EC}"/>
              </a:ext>
            </a:extLst>
          </p:cNvPr>
          <p:cNvSpPr>
            <a:spLocks noGrp="1"/>
          </p:cNvSpPr>
          <p:nvPr>
            <p:ph idx="1"/>
          </p:nvPr>
        </p:nvSpPr>
        <p:spPr>
          <a:xfrm>
            <a:off x="418797" y="935105"/>
            <a:ext cx="11474888" cy="5811819"/>
          </a:xfrm>
        </p:spPr>
        <p:txBody>
          <a:bodyPr/>
          <a:lstStyle/>
          <a:p>
            <a:r>
              <a:t>A broad approach to pandemic preparedness is crucial as the next threat is unknown. Priorities include standardizing technologies, developing cross-protective vaccines and antivirals, and establishing a regulatory framework for data sharing. AI and open-access computational infrastructure can be valuable tools. Improved surveillance of potential sources like migrating birds and contaminated waterways is also needed. Global mechanisms for vaccine production and deployment are essential.</a:t>
            </a:r>
          </a:p>
        </p:txBody>
      </p:sp>
      <p:sp>
        <p:nvSpPr>
          <p:cNvPr id="4" name="Slide Number Placeholder 3">
            <a:extLst>
              <a:ext uri="{FF2B5EF4-FFF2-40B4-BE49-F238E27FC236}">
                <a16:creationId xmlns:a16="http://schemas.microsoft.com/office/drawing/2014/main" id="{3A3C4411-9626-59BF-2CD0-F178C42769AA}"/>
              </a:ext>
            </a:extLst>
          </p:cNvPr>
          <p:cNvSpPr>
            <a:spLocks noGrp="1"/>
          </p:cNvSpPr>
          <p:nvPr>
            <p:ph type="sldNum" sz="quarter" idx="12"/>
          </p:nvPr>
        </p:nvSpPr>
        <p:spPr/>
        <p:txBody>
          <a:bodyPr/>
          <a:lstStyle/>
          <a:p>
            <a:fld id="{5512AD5A-2C28-1D42-B971-4292A709C8F6}" type="slidenum">
              <a:rPr lang="en-US" smtClean="0"/>
              <a:pPr/>
              <a:t>8</a:t>
            </a:fld>
            <a:endParaRPr lang="en-US" dirty="0"/>
          </a:p>
        </p:txBody>
      </p:sp>
    </p:spTree>
    <p:extLst>
      <p:ext uri="{BB962C8B-B14F-4D97-AF65-F5344CB8AC3E}">
        <p14:creationId xmlns:p14="http://schemas.microsoft.com/office/powerpoint/2010/main" val="464833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DD0A-1C94-FD55-9629-43795E6F7A70}"/>
              </a:ext>
            </a:extLst>
          </p:cNvPr>
          <p:cNvSpPr>
            <a:spLocks noGrp="1"/>
          </p:cNvSpPr>
          <p:nvPr>
            <p:ph type="title"/>
          </p:nvPr>
        </p:nvSpPr>
        <p:spPr/>
        <p:txBody>
          <a:bodyPr/>
          <a:lstStyle/>
          <a:p>
            <a:r>
              <a:rPr lang="en-US" dirty="0"/>
              <a:t>Summary (WHO response)</a:t>
            </a:r>
          </a:p>
        </p:txBody>
      </p:sp>
      <p:sp>
        <p:nvSpPr>
          <p:cNvPr id="3" name="Content Placeholder 2">
            <a:extLst>
              <a:ext uri="{FF2B5EF4-FFF2-40B4-BE49-F238E27FC236}">
                <a16:creationId xmlns:a16="http://schemas.microsoft.com/office/drawing/2014/main" id="{A8B9DC3C-677D-9F99-7DA1-F4F3D8BE48EC}"/>
              </a:ext>
            </a:extLst>
          </p:cNvPr>
          <p:cNvSpPr>
            <a:spLocks noGrp="1"/>
          </p:cNvSpPr>
          <p:nvPr>
            <p:ph idx="1"/>
          </p:nvPr>
        </p:nvSpPr>
        <p:spPr>
          <a:xfrm>
            <a:off x="418797" y="727582"/>
            <a:ext cx="11474888" cy="5811819"/>
          </a:xfrm>
        </p:spPr>
        <p:txBody>
          <a:bodyPr/>
          <a:lstStyle/>
          <a:p>
            <a:r>
              <a:t>Member states are discussing a global agreement for future pandemic protection, emphasizing quality, equity, and trust alongside speed and cost. This consultation focused on research for vaccine development, highlighting a pathogen family approach to enhance generalizability. Key initiatives include a global consortium, the WHO Hub for collaborative surveillance, and the WHO Countermeasures network to improve access to medical supplies. The focus is on strengthening supply chains, manufacturing capacity, and equitable allocation of countermeasures during interpandemic periods.</a:t>
            </a:r>
          </a:p>
        </p:txBody>
      </p:sp>
      <p:sp>
        <p:nvSpPr>
          <p:cNvPr id="4" name="Slide Number Placeholder 3">
            <a:extLst>
              <a:ext uri="{FF2B5EF4-FFF2-40B4-BE49-F238E27FC236}">
                <a16:creationId xmlns:a16="http://schemas.microsoft.com/office/drawing/2014/main" id="{3A3C4411-9626-59BF-2CD0-F178C42769AA}"/>
              </a:ext>
            </a:extLst>
          </p:cNvPr>
          <p:cNvSpPr>
            <a:spLocks noGrp="1"/>
          </p:cNvSpPr>
          <p:nvPr>
            <p:ph type="sldNum" sz="quarter" idx="12"/>
          </p:nvPr>
        </p:nvSpPr>
        <p:spPr/>
        <p:txBody>
          <a:bodyPr/>
          <a:lstStyle/>
          <a:p>
            <a:fld id="{5512AD5A-2C28-1D42-B971-4292A709C8F6}" type="slidenum">
              <a:rPr lang="en-US" smtClean="0"/>
              <a:pPr/>
              <a:t>9</a:t>
            </a:fld>
            <a:endParaRPr lang="en-US" dirty="0"/>
          </a:p>
        </p:txBody>
      </p:sp>
    </p:spTree>
    <p:extLst>
      <p:ext uri="{BB962C8B-B14F-4D97-AF65-F5344CB8AC3E}">
        <p14:creationId xmlns:p14="http://schemas.microsoft.com/office/powerpoint/2010/main" val="3306437889"/>
      </p:ext>
    </p:extLst>
  </p:cSld>
  <p:clrMapOvr>
    <a:masterClrMapping/>
  </p:clrMapOvr>
</p:sld>
</file>

<file path=ppt/theme/theme1.xml><?xml version="1.0" encoding="utf-8"?>
<a:theme xmlns:a="http://schemas.openxmlformats.org/drawingml/2006/main" name="CSA Theme">
  <a:themeElements>
    <a:clrScheme name="WHO R&amp;D Colours">
      <a:dk1>
        <a:srgbClr val="000000"/>
      </a:dk1>
      <a:lt1>
        <a:srgbClr val="FFFFFF"/>
      </a:lt1>
      <a:dk2>
        <a:srgbClr val="1B4379"/>
      </a:dk2>
      <a:lt2>
        <a:srgbClr val="FFFFFF"/>
      </a:lt2>
      <a:accent1>
        <a:srgbClr val="1B4379"/>
      </a:accent1>
      <a:accent2>
        <a:srgbClr val="1E7FB8"/>
      </a:accent2>
      <a:accent3>
        <a:srgbClr val="399161"/>
      </a:accent3>
      <a:accent4>
        <a:srgbClr val="7BA382"/>
      </a:accent4>
      <a:accent5>
        <a:srgbClr val="D3C8B6"/>
      </a:accent5>
      <a:accent6>
        <a:srgbClr val="E9832F"/>
      </a:accent6>
      <a:hlink>
        <a:srgbClr val="0563C1"/>
      </a:hlink>
      <a:folHlink>
        <a:srgbClr val="954F72"/>
      </a:folHlink>
    </a:clrScheme>
    <a:fontScheme name="WHO R&amp;D">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sz="1200" b="1"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SA Theme" id="{AEFC4D5E-0ACC-884A-98D0-620E39709764}" vid="{DB7615A3-E894-CF42-A0C8-B08CDBE0829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TotalTime>
  <Words>1628</Words>
  <Application>Microsoft Macintosh PowerPoint</Application>
  <PresentationFormat>Widescreen</PresentationFormat>
  <Paragraphs>26</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Century Gothic</vt:lpstr>
      <vt:lpstr>Helvetica</vt:lpstr>
      <vt:lpstr>Symbol</vt:lpstr>
      <vt:lpstr>CSA Theme</vt:lpstr>
      <vt:lpstr>Meeting summary   Philip Krause, MD Advisor to WHO   A scientific framework for epidemic and pandemic research preparedness  Scientific opportunities to achieve fast and equitable access to high-quality  and trusted vaccines for future pandemics.  9 Jan 2024 </vt:lpstr>
      <vt:lpstr>Summary</vt:lpstr>
      <vt:lpstr>Summary (pathogen discovery &amp; threat detection)</vt:lpstr>
      <vt:lpstr>Summary (basic research, immunology)</vt:lpstr>
      <vt:lpstr>Summary (basic research, animal models)</vt:lpstr>
      <vt:lpstr>Summary (basic research, organ on chip)</vt:lpstr>
      <vt:lpstr>Summary (basic research, assays)</vt:lpstr>
      <vt:lpstr>Summary (basic research, next level)</vt:lpstr>
      <vt:lpstr>Summary (WHO response)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Strategies to promote collaboration and  universal values in development and evaluation of medical  countermeasures  Philip Krause, MD Advisor to WHO</dc:title>
  <dc:creator>Phil</dc:creator>
  <cp:lastModifiedBy>Michael Ofengenden</cp:lastModifiedBy>
  <cp:revision>5</cp:revision>
  <dcterms:created xsi:type="dcterms:W3CDTF">2024-01-08T21:40:49Z</dcterms:created>
  <dcterms:modified xsi:type="dcterms:W3CDTF">2025-07-27T04:06:24Z</dcterms:modified>
</cp:coreProperties>
</file>