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Workshop Floor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Constraints:</a:t>
            </a:r>
          </a:p>
          <a:p>
            <a:pPr lvl="1">
              <a:defRPr sz="1400"/>
            </a:pPr>
            <a:r>
              <a:t>• Table C must be left of Table B.</a:t>
            </a:r>
          </a:p>
          <a:p>
            <a:pPr lvl="1">
              <a:defRPr sz="1400"/>
            </a:pPr>
            <a:r>
              <a:t>• Table A must be closest to the Entrance marker.</a:t>
            </a:r>
          </a:p>
          <a:p>
            <a:pPr lvl="1">
              <a:defRPr sz="1400"/>
            </a:pPr>
            <a:r>
              <a:t>• Align all three tables along a common baseline.</a:t>
            </a:r>
          </a:p>
          <a:p>
            <a:pPr lvl="1">
              <a:defRPr sz="1400"/>
            </a:pPr>
            <a:r>
              <a:t>• No tables may overlap; keep everything inside the 0.50 in safe area.</a:t>
            </a:r>
          </a:p>
          <a:p>
            <a:pPr lvl="1">
              <a:defRPr sz="1400"/>
            </a:pPr>
            <a:r>
              <a:t>• Do not move the Entrance marker.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35033" y="4525962"/>
            <a:ext cx="914400" cy="320040"/>
          </a:xfrm>
          <a:prstGeom prst="rightArrow">
            <a:avLst/>
          </a:prstGeom>
          <a:solidFill>
            <a:srgbClr val="3C783C"/>
          </a:solidFill>
          <a:ln>
            <a:solidFill>
              <a:srgbClr val="3C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0873" y="4480242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C783C"/>
                </a:solidFill>
              </a:defRPr>
            </a:pPr>
            <a:r>
              <a:rPr dirty="0"/>
              <a:t>Entrance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649633" y="4029738"/>
            <a:ext cx="1645920" cy="1316736"/>
          </a:xfrm>
          <a:prstGeom prst="rect">
            <a:avLst/>
          </a:prstGeom>
          <a:solidFill>
            <a:srgbClr val="C83C3C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/>
              <a:t>Table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9633" y="539219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05050"/>
                </a:solidFill>
              </a:defRPr>
            </a:pPr>
            <a:r>
              <a:rPr dirty="0"/>
              <a:t>Check-in</a:t>
            </a:r>
          </a:p>
        </p:txBody>
      </p:sp>
      <p:sp>
        <p:nvSpPr>
          <p:cNvPr id="8" name="Isosceles Triangle 7"/>
          <p:cNvSpPr/>
          <p:nvPr/>
        </p:nvSpPr>
        <p:spPr>
          <a:xfrm>
            <a:off x="6124353" y="3746274"/>
            <a:ext cx="1645920" cy="1645920"/>
          </a:xfrm>
          <a:prstGeom prst="triangle">
            <a:avLst/>
          </a:prstGeom>
          <a:solidFill>
            <a:srgbClr val="28A07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/>
              <a:t>Table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4353" y="5434299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05050"/>
                </a:solidFill>
              </a:defRPr>
            </a:pPr>
            <a:r>
              <a:rPr dirty="0"/>
              <a:t>Pre-demo</a:t>
            </a:r>
          </a:p>
        </p:txBody>
      </p:sp>
      <p:sp>
        <p:nvSpPr>
          <p:cNvPr id="10" name="Oval 9"/>
          <p:cNvSpPr/>
          <p:nvPr/>
        </p:nvSpPr>
        <p:spPr>
          <a:xfrm>
            <a:off x="9050433" y="3746274"/>
            <a:ext cx="1645920" cy="1645920"/>
          </a:xfrm>
          <a:prstGeom prst="ellipse">
            <a:avLst/>
          </a:prstGeom>
          <a:solidFill>
            <a:srgbClr val="4678DC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Table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0433" y="543791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05050"/>
                </a:solidFill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71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Workshop Floor Plan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2025-09-21T23:54:24Z</dcterms:modified>
  <cp:category/>
</cp:coreProperties>
</file>