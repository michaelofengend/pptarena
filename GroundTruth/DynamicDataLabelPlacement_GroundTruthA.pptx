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>
        <p:scale>
          <a:sx n="101" d="100"/>
          <a:sy n="101" d="100"/>
        </p:scale>
        <p:origin x="1544" y="6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Hardware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  <c:pt idx="4">
                  <c:v>EMEA</c:v>
                </c:pt>
                <c:pt idx="5">
                  <c:v>APAC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28</c:v>
                </c:pt>
                <c:pt idx="2">
                  <c:v>18</c:v>
                </c:pt>
                <c:pt idx="3">
                  <c:v>4</c:v>
                </c:pt>
                <c:pt idx="4">
                  <c:v>9</c:v>
                </c:pt>
                <c:pt idx="5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Software</c:v>
                </c:pt>
              </c:strCache>
            </c:strRef>
          </c:tx>
          <c:dLbls>
            <c:dLbl>
              <c:idx val="5"/>
              <c:delete val="1"/>
            </c:dLbl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  <c:pt idx="4">
                  <c:v>EMEA</c:v>
                </c:pt>
                <c:pt idx="5">
                  <c:v>APAC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</c:v>
                </c:pt>
                <c:pt idx="1">
                  <c:v>22</c:v>
                </c:pt>
                <c:pt idx="2">
                  <c:v>7</c:v>
                </c:pt>
                <c:pt idx="3">
                  <c:v>3</c:v>
                </c:pt>
                <c:pt idx="4">
                  <c:v>4</c:v>
                </c:pt>
                <c:pt idx="5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Services</c:v>
                </c:pt>
              </c:strCache>
            </c:strRef>
          </c:tx>
          <c:dLbls>
            <c:dLbl>
              <c:idx val="2"/>
              <c:delete val="1"/>
            </c:dLbl>
            <c:dLbl>
              <c:idx val="3"/>
              <c:delete val="1"/>
            </c:dLbl>
            <c:dLbl>
              <c:idx val="5"/>
              <c:delete val="1"/>
            </c:dLbl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  <c:pt idx="4">
                  <c:v>EMEA</c:v>
                </c:pt>
                <c:pt idx="5">
                  <c:v>APAC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</c:v>
                </c:pt>
                <c:pt idx="1">
                  <c:v>8</c:v>
                </c:pt>
                <c:pt idx="2">
                  <c:v>2</c:v>
                </c:pt>
                <c:pt idx="3">
                  <c:v>1</c:v>
                </c:pt>
                <c:pt idx="4">
                  <c:v>3</c:v>
                </c:pt>
                <c:pt idx="5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</c:v>
                </c:pt>
              </c:strCache>
            </c:strRef>
          </c:tx>
          <c:dLbls>
            <c:delete val="1"/>
          </c:dLbls>
          <c:cat>
            <c:strRef>
              <c:f>Sheet1!$A$2:$A$7</c:f>
              <c:strCache>
                <c:ptCount val="6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  <c:pt idx="4">
                  <c:v>EMEA</c:v>
                </c:pt>
                <c:pt idx="5">
                  <c:v>APAC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/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11521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/>
              <a:t>Dynamic Data Label Placement — Original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521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Stacked chart with labels centered, causing crowding.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14400"/>
            <a:ext cx="2743200" cy="5303520"/>
          </a:xfrm>
          <a:prstGeom prst="roundRect">
            <a:avLst/>
          </a:prstGeom>
          <a:solidFill>
            <a:srgbClr val="F5F7FA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237744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Template Filters</a:t>
            </a:r>
          </a:p>
          <a:p>
            <a:pPr lvl="1"/>
            <a:r>
              <a:t>• Region: All</a:t>
            </a:r>
          </a:p>
          <a:p>
            <a:pPr lvl="1"/>
            <a:r>
              <a:t>• Quarter: Q1 FY25</a:t>
            </a:r>
          </a:p>
          <a:p>
            <a:pPr lvl="1"/>
            <a:r>
              <a:t>• Currency: USD</a:t>
            </a:r>
          </a:p>
          <a:p>
            <a:pPr lvl="1"/>
            <a:r>
              <a:t>• Stacking: Percent</a:t>
            </a:r>
          </a:p>
          <a:p>
            <a:pPr lvl="1"/>
            <a:r>
              <a:t>• Legend: Right</a:t>
            </a:r>
          </a:p>
          <a:p>
            <a:pPr lvl="1"/>
            <a:r>
              <a:t>• Goal: Label legibility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04999" y="137160"/>
            <a:ext cx="1645920" cy="685800"/>
          </a:xfrm>
          <a:prstGeom prst="roundRect">
            <a:avLst/>
          </a:prstGeom>
          <a:solidFill>
            <a:srgbClr val="EEF2F8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96439" y="192024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/>
              <a:t>Total Rev</a:t>
            </a:r>
          </a:p>
          <a:p>
            <a:pPr lvl="1"/>
            <a:r>
              <a:rPr sz="1400" dirty="0"/>
              <a:t>$182M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33799" y="137160"/>
            <a:ext cx="1645920" cy="685800"/>
          </a:xfrm>
          <a:prstGeom prst="roundRect">
            <a:avLst/>
          </a:prstGeom>
          <a:solidFill>
            <a:srgbClr val="EEF2F8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25239" y="192024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YoY</a:t>
            </a:r>
          </a:p>
          <a:p>
            <a:pPr lvl="1"/>
            <a:r>
              <a:rPr sz="1400"/>
              <a:t>+12%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04999" y="960120"/>
            <a:ext cx="1645920" cy="685800"/>
          </a:xfrm>
          <a:prstGeom prst="roundRect">
            <a:avLst/>
          </a:prstGeom>
          <a:solidFill>
            <a:srgbClr val="EEF2F8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96439" y="1014984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NPS</a:t>
            </a:r>
          </a:p>
          <a:p>
            <a:pPr lvl="1"/>
            <a:r>
              <a:rPr sz="1400"/>
              <a:t>64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3799" y="960120"/>
            <a:ext cx="1645920" cy="685800"/>
          </a:xfrm>
          <a:prstGeom prst="roundRect">
            <a:avLst/>
          </a:prstGeom>
          <a:solidFill>
            <a:srgbClr val="EEF2F8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25239" y="1014984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/>
              <a:t>Churn</a:t>
            </a:r>
          </a:p>
          <a:p>
            <a:pPr lvl="1"/>
            <a:r>
              <a:rPr sz="1400" dirty="0"/>
              <a:t>3.1%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579626"/>
              </p:ext>
            </p:extLst>
          </p:nvPr>
        </p:nvGraphicFramePr>
        <p:xfrm>
          <a:off x="3674613" y="1645920"/>
          <a:ext cx="7255658" cy="5020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7094</TotalTime>
  <Words>56</Words>
  <Application>Microsoft Macintosh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3</cp:revision>
  <dcterms:created xsi:type="dcterms:W3CDTF">2013-01-27T09:14:16Z</dcterms:created>
  <dcterms:modified xsi:type="dcterms:W3CDTF">2025-09-27T20:59:12Z</dcterms:modified>
  <cp:category/>
</cp:coreProperties>
</file>