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5" d="100"/>
        <a:sy n="18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f.gov/news/350-years-later-fermats-last-theorem-finally#:~:text=The%20most%20famous%20note%20ever,is%20too%20narrow%20to%20conta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sf.gov/news/350-years-later-fermats-last-theorem-finally#:~:text=Over%20the%20years%2C%20mathematicians%20did,eluded%20professionals%20and%20amateurs%20alik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sf.gov/news/350-years-later-fermats-last-theorem-finally#:~:text=Everyone%20who%27s%20ever%20taken%20high,the%20square%20of%20the%20hypotenus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sf.gov/news/350-years-later-fermats-last-theorem-finally#:~:text=Fermat%27s%20Last%20Theorem%20first%20intrigued,to%20prove%20Fermat%27s%20Last%20Theor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Fermat's Last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Historical Perspective on a Mathematical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Fermat's Challenge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dirty="0"/>
                  <a:t>Fermat claimed no positive integer solutions exist for the equation below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Mathematicians proved special cases for n = 3 and n = 4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 r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3"/>
              </a:rPr>
              <a:t>[1]</a:t>
            </a:r>
            <a:r>
              <a:rPr>
                <a:hlinkClick r:id="rId4"/>
              </a:rPr>
              <a:t> [2]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Pythagorean Case &amp;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/>
                  <a:t>The case n = 2 is the Pythagorean theorem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32" y="2291129"/>
            <a:ext cx="2743200" cy="236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4"/>
              </a:rPr>
              <a:t>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Wiles &amp;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Andrew Wiles announced a proof of the theorem in 1993</a:t>
            </a:r>
          </a:p>
          <a:p>
            <a:r>
              <a:t>The proof involved complex modern mathematics</a:t>
            </a:r>
          </a:p>
          <a:p>
            <a:r>
              <a:t>It connected number theory and geometry, inspiring further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2"/>
              </a:rPr>
              <a:t>[4]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110</Words>
  <Application>Microsoft Macintosh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Office Theme</vt:lpstr>
      <vt:lpstr>Fermat's Last Theorem</vt:lpstr>
      <vt:lpstr>Fermat's Challenge</vt:lpstr>
      <vt:lpstr>Pythagorean Case &amp; Examples</vt:lpstr>
      <vt:lpstr>Andrew Wiles &amp; Significance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8</cp:revision>
  <dcterms:created xsi:type="dcterms:W3CDTF">2013-01-27T09:14:16Z</dcterms:created>
  <dcterms:modified xsi:type="dcterms:W3CDTF">2025-11-18T08:22:45Z</dcterms:modified>
  <cp:category/>
</cp:coreProperties>
</file>