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61"/>
    <p:restoredTop sz="94658"/>
  </p:normalViewPr>
  <p:slideViewPr>
    <p:cSldViewPr snapToGrid="0" snapToObjects="1">
      <p:cViewPr varScale="1">
        <p:scale>
          <a:sx n="90" d="100"/>
          <a:sy n="90" d="100"/>
        </p:scale>
        <p:origin x="216" y="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.nasa.gov/missions/webb/nasas-webb-images-cold-exoplanet-12-light-years-away/#:~:text=An%20international%20team%20of%20astronomers,coldest%20exoplanets%20observed%20to%20dat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.nasa.gov/missions/webb/nasas-webb-images-cold-exoplanet-12-light-years-away/#:~:text=%E2%80%9CCold%20planets%20are%20very%20faint%2C,%E2%80%9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cience.nasa.gov/missions/webb/nasas-webb-images-cold-exoplanet-12-light-years-away/#:~:text=Not%20Quite%20As%20Predicte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NASA’s Webb Images Cold Exoplanet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Epsilon Indi 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Astronomers used the James Webb Space Telescope to directly image exoplanet Epsilon Indi Ab, about 12 light-years away.</a:t>
            </a:r>
          </a:p>
          <a:p>
            <a:pPr>
              <a:defRPr sz="1400"/>
            </a:pPr>
            <a:r>
              <a:t>Epsilon Indi Ab is one of the coldest exoplanets observed to date and is several times the mass of Jupiter.</a:t>
            </a:r>
          </a:p>
          <a:p>
            <a:pPr>
              <a:defRPr sz="1400"/>
            </a:pPr>
            <a:r>
              <a:t>The planet orbits the K‑type star Epsilon Indi A and was imaged using the telescope’s coronagraph.</a:t>
            </a:r>
          </a:p>
        </p:txBody>
      </p:sp>
      <p:pic>
        <p:nvPicPr>
          <p:cNvPr id="4" name="Picture 3" descr="7707e366-ee67-431a-a4d9-2e99b05993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4747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600"/>
            </a:pPr>
            <a:r>
              <a:rPr u="sng">
                <a:hlinkClick r:id="rId3"/>
              </a:rPr>
              <a:t>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Solar System Analog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Cold planets like Epsilon Indi Ab emit most of their light in the mid‑infrared spectrum.</a:t>
            </a:r>
          </a:p>
          <a:p>
            <a:pPr>
              <a:defRPr sz="1400"/>
            </a:pPr>
            <a:r>
              <a:t>Webb’s large mirror and MIRI instrument provide the spatial resolution needed to separate the planet from its host star.</a:t>
            </a:r>
          </a:p>
          <a:p>
            <a:pPr>
              <a:defRPr sz="1400"/>
            </a:pPr>
            <a:r>
              <a:t>With a temperature of 35 °F (2 °C), the planet is about 180 °F warmer than gas giants in our solar system.</a:t>
            </a:r>
          </a:p>
        </p:txBody>
      </p:sp>
      <p:pic>
        <p:nvPicPr>
          <p:cNvPr id="4" name="Picture 3" descr="7707e366-ee67-431a-a4d9-2e99b05993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565525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600"/>
            </a:pPr>
            <a:r>
              <a:rPr u="sng">
                <a:hlinkClick r:id="rId3"/>
              </a:rP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Quite As Predicted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Epsilon Indi Ab is the twelfth closest known exoplanet and the closest more massive than Jupiter.</a:t>
            </a:r>
          </a:p>
          <a:p>
            <a:pPr>
              <a:defRPr sz="1400"/>
            </a:pPr>
            <a:r>
              <a:t>Radial velocity data suggested a planet, but the detected planet is more massive, farther from its star and on a different orbit than predicted.</a:t>
            </a:r>
          </a:p>
          <a:p>
            <a:pPr>
              <a:defRPr sz="1400"/>
            </a:pPr>
            <a:r>
              <a:t>Its atmosphere may contain methane, carbon monoxide and carbon dioxide, absorbing shorter wavelengths and hinting at a cloudy atmosphere.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600"/>
            </a:pPr>
            <a:r>
              <a:rPr u="sng">
                <a:hlinkClick r:id="rId2"/>
              </a:rPr>
              <a:t>[1]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</Words>
  <Application>Microsoft Macintosh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NASA’s Webb Images Cold Exoplanet</vt:lpstr>
      <vt:lpstr>Introduction</vt:lpstr>
      <vt:lpstr>A Solar System Analog</vt:lpstr>
      <vt:lpstr>Not Quite As Predicted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2025-10-07T05:27:37Z</dcterms:modified>
  <cp:category/>
</cp:coreProperties>
</file>