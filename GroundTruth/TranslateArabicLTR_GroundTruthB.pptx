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comment1.xml" ContentType="application/vnd.openxmlformats-officedocument.presentationml.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7"/>
  </p:notesMasterIdLst>
  <p:handoutMasterIdLst>
    <p:handoutMasterId r:id="rId28"/>
  </p:handoutMasterIdLst>
  <p:sldIdLst>
    <p:sldId id="582" r:id="rId5"/>
    <p:sldId id="588" r:id="rId6"/>
    <p:sldId id="589" r:id="rId7"/>
    <p:sldId id="606" r:id="rId8"/>
    <p:sldId id="587" r:id="rId9"/>
    <p:sldId id="599" r:id="rId10"/>
    <p:sldId id="596" r:id="rId11"/>
    <p:sldId id="591" r:id="rId12"/>
    <p:sldId id="592" r:id="rId13"/>
    <p:sldId id="597" r:id="rId14"/>
    <p:sldId id="608" r:id="rId15"/>
    <p:sldId id="594" r:id="rId16"/>
    <p:sldId id="607" r:id="rId17"/>
    <p:sldId id="600" r:id="rId18"/>
    <p:sldId id="601" r:id="rId19"/>
    <p:sldId id="576" r:id="rId20"/>
    <p:sldId id="577" r:id="rId21"/>
    <p:sldId id="603" r:id="rId22"/>
    <p:sldId id="604" r:id="rId23"/>
    <p:sldId id="590" r:id="rId24"/>
    <p:sldId id="565" r:id="rId25"/>
    <p:sldId id="605" r:id="rId26"/>
  </p:sldIdLst>
  <p:sldSz cx="9144000" cy="5143500" type="screen16x9"/>
  <p:notesSz cx="6858000" cy="3267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57C9B7A-0BD7-E947-88A5-5DD01A124AFA}">
          <p14:sldIdLst/>
        </p14:section>
        <p14:section name="Click to add subtitle" id="{60E2B722-38A6-A04F-AC65-E82791577859}">
          <p14:sldIdLst>
            <p14:sldId id="582"/>
            <p14:sldId id="588"/>
            <p14:sldId id="589"/>
            <p14:sldId id="606"/>
            <p14:sldId id="587"/>
            <p14:sldId id="599"/>
            <p14:sldId id="596"/>
            <p14:sldId id="591"/>
            <p14:sldId id="592"/>
            <p14:sldId id="597"/>
            <p14:sldId id="608"/>
            <p14:sldId id="594"/>
            <p14:sldId id="607"/>
            <p14:sldId id="600"/>
            <p14:sldId id="601"/>
            <p14:sldId id="576"/>
            <p14:sldId id="577"/>
            <p14:sldId id="603"/>
            <p14:sldId id="604"/>
            <p14:sldId id="590"/>
            <p14:sldId id="565"/>
            <p14:sldId id="605"/>
          </p14:sldIdLst>
        </p14:section>
      </p14:sectionLst>
    </p:ext>
    <p:ext uri="{EFAFB233-063F-42B5-8137-9DF3F51BA10A}">
      <p15:sldGuideLst xmlns:p15="http://schemas.microsoft.com/office/powerpoint/2012/main">
        <p15:guide id="1" orient="horz" pos="900">
          <p15:clr>
            <a:srgbClr val="A4A3A4"/>
          </p15:clr>
        </p15:guide>
        <p15:guide id="2" orient="horz" pos="2288">
          <p15:clr>
            <a:srgbClr val="A4A3A4"/>
          </p15:clr>
        </p15:guide>
        <p15:guide id="3" orient="horz" pos="1008">
          <p15:clr>
            <a:srgbClr val="A4A3A4"/>
          </p15:clr>
        </p15:guide>
        <p15:guide id="4" pos="328">
          <p15:clr>
            <a:srgbClr val="A4A3A4"/>
          </p15:clr>
        </p15:guide>
        <p15:guide id="5" pos="5424">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ri Mason" initials="LM" lastIdx="3" clrIdx="0">
    <p:extLst>
      <p:ext uri="{19B8F6BF-5375-455C-9EA6-DF929625EA0E}">
        <p15:presenceInfo xmlns:p15="http://schemas.microsoft.com/office/powerpoint/2012/main" userId="S::lmason@irex.org::782fdb5e-c6e0-42a8-b411-f056894096e3" providerId="AD"/>
      </p:ext>
    </p:extLst>
  </p:cmAuthor>
  <p:cmAuthor id="2" name="Stanley Currier" initials="SC" lastIdx="1" clrIdx="1">
    <p:extLst>
      <p:ext uri="{19B8F6BF-5375-455C-9EA6-DF929625EA0E}">
        <p15:presenceInfo xmlns:p15="http://schemas.microsoft.com/office/powerpoint/2012/main" userId="S::scurrier@irex.org::62b8aaa8-5ce6-4197-b882-9703622d5d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BA0"/>
    <a:srgbClr val="99B83C"/>
    <a:srgbClr val="AFD53B"/>
    <a:srgbClr val="000000"/>
    <a:srgbClr val="376D70"/>
    <a:srgbClr val="082C2D"/>
    <a:srgbClr val="075254"/>
    <a:srgbClr val="098B8E"/>
    <a:srgbClr val="9AA7A7"/>
    <a:srgbClr val="3185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2560D-0DDB-A850-899E-2B15C7EC4721}" v="2" dt="2020-04-21T15:55:46.422"/>
    <p1510:client id="{399140FE-687D-8443-FBC9-DE3F39A35F2A}" v="7" dt="2020-04-20T19:46:27.778"/>
    <p1510:client id="{43C9529A-8CE6-4B77-82EA-42649FC4C736}" v="937" dt="2020-04-21T15:25:56.767"/>
    <p1510:client id="{6C6C1F89-23AF-85CD-DE0F-C1EB8A573E1E}" v="1" dt="2020-04-21T15:53:11.9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39" d="100"/>
          <a:sy n="139" d="100"/>
        </p:scale>
        <p:origin x="176" y="512"/>
      </p:cViewPr>
      <p:guideLst>
        <p:guide orient="horz" pos="900"/>
        <p:guide orient="horz" pos="2288"/>
        <p:guide orient="horz" pos="1008"/>
        <p:guide pos="328"/>
        <p:guide pos="5424"/>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4-21T08:53:11.960" idx="1">
    <p:pos x="5628" y="920"/>
    <p:text>[@Lori Mason] these came directly from Google's lesson; what about adapting language slightly to the following - 
1. How does technology impact your life?
2. What is one way technology has  made you more efficient as an instructor?
3. What are your colleagues doing with technology in the classroom that you’d like to try?
</p:text>
    <p:extLst>
      <p:ext uri="{C676402C-5697-4E1C-873F-D02D1690AC5C}">
        <p15:threadingInfo xmlns:p15="http://schemas.microsoft.com/office/powerpoint/2012/main" timeZoneBias="420"/>
      </p:ext>
    </p:extLst>
  </p:cm>
</p:cmLst>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179A08-F76C-4754-8613-8DDACCD27580}"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US"/>
        </a:p>
      </dgm:t>
    </dgm:pt>
    <dgm:pt modelId="{2C6FFF5F-FE35-46B4-9624-B8D3CA71DBD8}">
      <dgm:prSet custT="1"/>
      <dgm:spPr/>
      <dgm:t>
        <a:bodyPr/>
        <a:lstStyle/>
        <a:p>
          <a:r>
            <a:rPr lang="en-US" sz="2800" dirty="0"/>
            <a:t>Teaching Methods</a:t>
          </a:r>
        </a:p>
      </dgm:t>
    </dgm:pt>
    <dgm:pt modelId="{D1EBBB53-60C5-4DC3-8A33-4CC6AD796A1E}" type="parTrans" cxnId="{66FF2E25-27B0-4408-94C0-A6DE50592E48}">
      <dgm:prSet/>
      <dgm:spPr/>
      <dgm:t>
        <a:bodyPr/>
        <a:lstStyle/>
        <a:p>
          <a:endParaRPr lang="en-US"/>
        </a:p>
      </dgm:t>
    </dgm:pt>
    <dgm:pt modelId="{C84F8B39-EE07-483F-866D-E3FB3D46EF42}" type="sibTrans" cxnId="{66FF2E25-27B0-4408-94C0-A6DE50592E48}">
      <dgm:prSet/>
      <dgm:spPr/>
      <dgm:t>
        <a:bodyPr/>
        <a:lstStyle/>
        <a:p>
          <a:endParaRPr lang="en-US"/>
        </a:p>
      </dgm:t>
    </dgm:pt>
    <dgm:pt modelId="{75EB3124-9520-4242-B126-44D7D6D32D99}">
      <dgm:prSet custT="1"/>
      <dgm:spPr/>
      <dgm:t>
        <a:bodyPr/>
        <a:lstStyle/>
        <a:p>
          <a:r>
            <a:rPr lang="en-US" sz="2800" dirty="0"/>
            <a:t>Classroom</a:t>
          </a:r>
          <a:r>
            <a:rPr lang="en-US" sz="2800" baseline="0" dirty="0"/>
            <a:t> Activities</a:t>
          </a:r>
          <a:endParaRPr lang="en-US" sz="2800" dirty="0"/>
        </a:p>
      </dgm:t>
    </dgm:pt>
    <dgm:pt modelId="{0EDB303A-F883-4532-8090-E77C65BA1646}" type="parTrans" cxnId="{380C8F33-CC63-48DC-8B7B-78B433E43680}">
      <dgm:prSet/>
      <dgm:spPr/>
      <dgm:t>
        <a:bodyPr/>
        <a:lstStyle/>
        <a:p>
          <a:endParaRPr lang="en-US"/>
        </a:p>
      </dgm:t>
    </dgm:pt>
    <dgm:pt modelId="{0B255E43-10E7-49CF-8C28-93D8BADCA6DC}" type="sibTrans" cxnId="{380C8F33-CC63-48DC-8B7B-78B433E43680}">
      <dgm:prSet/>
      <dgm:spPr/>
      <dgm:t>
        <a:bodyPr/>
        <a:lstStyle/>
        <a:p>
          <a:endParaRPr lang="en-US"/>
        </a:p>
      </dgm:t>
    </dgm:pt>
    <dgm:pt modelId="{B3DFA1C8-D06D-4315-ABC3-14E04D6049DB}">
      <dgm:prSet/>
      <dgm:spPr/>
      <dgm:t>
        <a:bodyPr/>
        <a:lstStyle/>
        <a:p>
          <a:pPr algn="l" rtl="0"/>
          <a:r>
            <a:rPr lang="en-US" dirty="0"/>
            <a:t>Activities should be appropriate for the topic level and provide opportunities for interaction.</a:t>
          </a:r>
        </a:p>
      </dgm:t>
    </dgm:pt>
    <dgm:pt modelId="{DCC74877-B25D-415B-85E4-70AE3BAF135D}" type="parTrans" cxnId="{C50DAA5B-1014-46CE-BF26-F8EB21A190F3}">
      <dgm:prSet/>
      <dgm:spPr/>
      <dgm:t>
        <a:bodyPr/>
        <a:lstStyle/>
        <a:p>
          <a:endParaRPr lang="en-US"/>
        </a:p>
      </dgm:t>
    </dgm:pt>
    <dgm:pt modelId="{360E52E3-5057-4519-AFC5-0E1B6C98528D}" type="sibTrans" cxnId="{C50DAA5B-1014-46CE-BF26-F8EB21A190F3}">
      <dgm:prSet/>
      <dgm:spPr/>
      <dgm:t>
        <a:bodyPr/>
        <a:lstStyle/>
        <a:p>
          <a:endParaRPr lang="en-US"/>
        </a:p>
      </dgm:t>
    </dgm:pt>
    <dgm:pt modelId="{5B89E7AA-64E3-4EE6-8DF5-0770CABB7626}">
      <dgm:prSet custT="1"/>
      <dgm:spPr/>
      <dgm:t>
        <a:bodyPr/>
        <a:lstStyle/>
        <a:p>
          <a:pPr rtl="1"/>
          <a:r>
            <a:rPr lang="en-US" sz="2800" dirty="0"/>
            <a:t>Student Participation</a:t>
          </a:r>
        </a:p>
      </dgm:t>
    </dgm:pt>
    <dgm:pt modelId="{C114DDDB-CB46-40E6-A03C-E1AE338B1184}" type="parTrans" cxnId="{06D235E4-0327-49A6-9D2C-F16BE0CBA36A}">
      <dgm:prSet/>
      <dgm:spPr/>
      <dgm:t>
        <a:bodyPr/>
        <a:lstStyle/>
        <a:p>
          <a:endParaRPr lang="en-US"/>
        </a:p>
      </dgm:t>
    </dgm:pt>
    <dgm:pt modelId="{0BE37FA3-13A0-413F-8386-DDE1265145C3}" type="sibTrans" cxnId="{06D235E4-0327-49A6-9D2C-F16BE0CBA36A}">
      <dgm:prSet/>
      <dgm:spPr/>
      <dgm:t>
        <a:bodyPr/>
        <a:lstStyle/>
        <a:p>
          <a:endParaRPr lang="en-US"/>
        </a:p>
      </dgm:t>
    </dgm:pt>
    <dgm:pt modelId="{6DEE9F78-4292-4E84-84F4-C4C84229BE64}">
      <dgm:prSet/>
      <dgm:spPr/>
      <dgm:t>
        <a:bodyPr/>
        <a:lstStyle/>
        <a:p>
          <a:pPr algn="l" rtl="0"/>
          <a:r>
            <a:rPr lang="en-US" dirty="0"/>
            <a:t> Stimulate students' interest and curiosity with interactive materials relevant to real-world application.</a:t>
          </a:r>
        </a:p>
      </dgm:t>
    </dgm:pt>
    <dgm:pt modelId="{0E63C90D-6B02-4875-A785-3BBF86015938}" type="parTrans" cxnId="{6D3FDD33-6230-491A-82F0-14F67DAD3F31}">
      <dgm:prSet/>
      <dgm:spPr/>
      <dgm:t>
        <a:bodyPr/>
        <a:lstStyle/>
        <a:p>
          <a:endParaRPr lang="en-US"/>
        </a:p>
      </dgm:t>
    </dgm:pt>
    <dgm:pt modelId="{E7D1DD3D-4DE8-4386-A560-7D158D8505FD}" type="sibTrans" cxnId="{6D3FDD33-6230-491A-82F0-14F67DAD3F31}">
      <dgm:prSet/>
      <dgm:spPr/>
      <dgm:t>
        <a:bodyPr/>
        <a:lstStyle/>
        <a:p>
          <a:endParaRPr lang="en-US"/>
        </a:p>
      </dgm:t>
    </dgm:pt>
    <dgm:pt modelId="{5D61EDA0-9401-46EB-AAAB-C42F15AD8EBA}">
      <dgm:prSet custT="1"/>
      <dgm:spPr/>
      <dgm:t>
        <a:bodyPr/>
        <a:lstStyle/>
        <a:p>
          <a:r>
            <a:rPr lang="en-US" sz="2800" dirty="0"/>
            <a:t>Assessment and Measurement</a:t>
          </a:r>
        </a:p>
      </dgm:t>
    </dgm:pt>
    <dgm:pt modelId="{02076AAD-591F-474F-A754-26DBC00C5CE4}" type="parTrans" cxnId="{7241D9C0-36B1-4DCA-8005-7FDA3442C174}">
      <dgm:prSet/>
      <dgm:spPr/>
      <dgm:t>
        <a:bodyPr/>
        <a:lstStyle/>
        <a:p>
          <a:endParaRPr lang="en-US"/>
        </a:p>
      </dgm:t>
    </dgm:pt>
    <dgm:pt modelId="{641595B9-CAED-4A00-8EB9-2CA2E58C1589}" type="sibTrans" cxnId="{7241D9C0-36B1-4DCA-8005-7FDA3442C174}">
      <dgm:prSet/>
      <dgm:spPr/>
      <dgm:t>
        <a:bodyPr/>
        <a:lstStyle/>
        <a:p>
          <a:endParaRPr lang="en-US"/>
        </a:p>
      </dgm:t>
    </dgm:pt>
    <dgm:pt modelId="{0B6E3C02-9570-4E73-B598-D520B7147567}">
      <dgm:prSet/>
      <dgm:spPr/>
      <dgm:t>
        <a:bodyPr/>
        <a:lstStyle/>
        <a:p>
          <a:pPr algn="l" rtl="0"/>
          <a:r>
            <a:rPr lang="en-US" dirty="0"/>
            <a:t>Assessments measure the previously clarified learning objectives.</a:t>
          </a:r>
        </a:p>
      </dgm:t>
    </dgm:pt>
    <dgm:pt modelId="{8D4681FC-F75B-4390-9109-AAA1DA21C173}" type="parTrans" cxnId="{A8205951-97EB-4F81-9F19-3579790374FD}">
      <dgm:prSet/>
      <dgm:spPr/>
      <dgm:t>
        <a:bodyPr/>
        <a:lstStyle/>
        <a:p>
          <a:endParaRPr lang="en-US"/>
        </a:p>
      </dgm:t>
    </dgm:pt>
    <dgm:pt modelId="{AD9CC963-A3C8-407C-A111-CE5F22E9B3F4}" type="sibTrans" cxnId="{A8205951-97EB-4F81-9F19-3579790374FD}">
      <dgm:prSet/>
      <dgm:spPr/>
      <dgm:t>
        <a:bodyPr/>
        <a:lstStyle/>
        <a:p>
          <a:endParaRPr lang="en-US"/>
        </a:p>
      </dgm:t>
    </dgm:pt>
    <dgm:pt modelId="{E4D43481-2BCC-45DE-BA19-37FA2A68F4A0}">
      <dgm:prSet/>
      <dgm:spPr/>
      <dgm:t>
        <a:bodyPr/>
        <a:lstStyle/>
        <a:p>
          <a:pPr rtl="0"/>
          <a:r>
            <a:rPr lang="en-US" dirty="0"/>
            <a:t>This requires planning. Plan carefully, think about details, and maintain their variety and simplicity!</a:t>
          </a:r>
        </a:p>
      </dgm:t>
    </dgm:pt>
    <dgm:pt modelId="{E17849D2-A46B-487A-AAEF-008CD0F36D11}" type="sibTrans" cxnId="{56490E7B-EAD6-46F2-A209-F220432E8BA7}">
      <dgm:prSet/>
      <dgm:spPr/>
      <dgm:t>
        <a:bodyPr/>
        <a:lstStyle/>
        <a:p>
          <a:endParaRPr lang="en-US"/>
        </a:p>
      </dgm:t>
    </dgm:pt>
    <dgm:pt modelId="{56943867-93DE-4172-852B-8FEF10189DE9}" type="parTrans" cxnId="{56490E7B-EAD6-46F2-A209-F220432E8BA7}">
      <dgm:prSet/>
      <dgm:spPr/>
      <dgm:t>
        <a:bodyPr/>
        <a:lstStyle/>
        <a:p>
          <a:endParaRPr lang="en-US"/>
        </a:p>
      </dgm:t>
    </dgm:pt>
    <dgm:pt modelId="{DA24B348-7995-49C7-8098-7D002873695B}">
      <dgm:prSet custT="1"/>
      <dgm:spPr/>
      <dgm:t>
        <a:bodyPr/>
        <a:lstStyle/>
        <a:p>
          <a:pPr rtl="1"/>
          <a:r>
            <a:rPr lang="en-US" sz="2800" dirty="0"/>
            <a:t>Educational</a:t>
          </a:r>
          <a:r>
            <a:rPr lang="en-US" sz="2800" baseline="0" dirty="0"/>
            <a:t> Materials</a:t>
          </a:r>
          <a:endParaRPr lang="en-US" sz="2800" dirty="0"/>
        </a:p>
      </dgm:t>
    </dgm:pt>
    <dgm:pt modelId="{EA889336-C95F-472E-8CDF-CADF5CD8E5E9}" type="sibTrans" cxnId="{9190B011-8CD4-4342-B7E7-C76759A3951F}">
      <dgm:prSet/>
      <dgm:spPr/>
      <dgm:t>
        <a:bodyPr/>
        <a:lstStyle/>
        <a:p>
          <a:endParaRPr lang="en-US"/>
        </a:p>
      </dgm:t>
    </dgm:pt>
    <dgm:pt modelId="{C0254197-BED5-4932-9C90-9199B6825C2B}" type="parTrans" cxnId="{9190B011-8CD4-4342-B7E7-C76759A3951F}">
      <dgm:prSet/>
      <dgm:spPr/>
      <dgm:t>
        <a:bodyPr/>
        <a:lstStyle/>
        <a:p>
          <a:endParaRPr lang="en-US"/>
        </a:p>
      </dgm:t>
    </dgm:pt>
    <dgm:pt modelId="{8294D026-9410-476C-9C56-E5B17E84B058}">
      <dgm:prSet/>
      <dgm:spPr/>
      <dgm:t>
        <a:bodyPr/>
        <a:lstStyle/>
        <a:p>
          <a:pPr algn="l" rtl="0"/>
          <a:r>
            <a:rPr lang="en-US" dirty="0"/>
            <a:t>The materials must be of high quality with attractive images. Use the available templates or standard structures!</a:t>
          </a:r>
        </a:p>
      </dgm:t>
    </dgm:pt>
    <dgm:pt modelId="{63133564-737E-4487-9F6E-700D2FC01A7F}" type="sibTrans" cxnId="{A141A54C-55DF-4656-81AC-25C18F27EB37}">
      <dgm:prSet/>
      <dgm:spPr/>
      <dgm:t>
        <a:bodyPr/>
        <a:lstStyle/>
        <a:p>
          <a:endParaRPr lang="en-US"/>
        </a:p>
      </dgm:t>
    </dgm:pt>
    <dgm:pt modelId="{7BE72255-AC61-434A-8C8E-3F77F4CC6959}" type="parTrans" cxnId="{A141A54C-55DF-4656-81AC-25C18F27EB37}">
      <dgm:prSet/>
      <dgm:spPr/>
      <dgm:t>
        <a:bodyPr/>
        <a:lstStyle/>
        <a:p>
          <a:endParaRPr lang="en-US"/>
        </a:p>
      </dgm:t>
    </dgm:pt>
    <dgm:pt modelId="{72CABD3B-3685-E444-AB8E-99656450BE83}">
      <dgm:prSet/>
      <dgm:spPr/>
      <dgm:t>
        <a:bodyPr/>
        <a:lstStyle/>
        <a:p>
          <a:pPr algn="l" rtl="0"/>
          <a:r>
            <a:rPr lang="en-US" dirty="0"/>
            <a:t> Diversity in assessment methods.</a:t>
          </a:r>
        </a:p>
      </dgm:t>
    </dgm:pt>
    <dgm:pt modelId="{A32A3FDD-AE24-A144-98B3-D5C1CEDF3A95}" type="parTrans" cxnId="{8A8E822A-58DB-0C41-8597-41C880F696AB}">
      <dgm:prSet/>
      <dgm:spPr/>
      <dgm:t>
        <a:bodyPr/>
        <a:lstStyle/>
        <a:p>
          <a:endParaRPr lang="en-US"/>
        </a:p>
      </dgm:t>
    </dgm:pt>
    <dgm:pt modelId="{C9C1D518-E5B6-3548-BB28-2B9AC0E4E102}" type="sibTrans" cxnId="{8A8E822A-58DB-0C41-8597-41C880F696AB}">
      <dgm:prSet/>
      <dgm:spPr/>
      <dgm:t>
        <a:bodyPr/>
        <a:lstStyle/>
        <a:p>
          <a:endParaRPr lang="en-US"/>
        </a:p>
      </dgm:t>
    </dgm:pt>
    <dgm:pt modelId="{F59476A0-E1C0-4EF6-85FF-E24A54B399B6}" type="pres">
      <dgm:prSet presAssocID="{C8179A08-F76C-4754-8613-8DDACCD27580}" presName="Name0" presStyleCnt="0">
        <dgm:presLayoutVars>
          <dgm:dir/>
          <dgm:animLvl val="lvl"/>
          <dgm:resizeHandles val="exact"/>
        </dgm:presLayoutVars>
      </dgm:prSet>
      <dgm:spPr/>
    </dgm:pt>
    <dgm:pt modelId="{7A0E8C38-659E-41FF-B09F-7947E5F0C2C3}" type="pres">
      <dgm:prSet presAssocID="{2C6FFF5F-FE35-46B4-9624-B8D3CA71DBD8}" presName="linNode" presStyleCnt="0"/>
      <dgm:spPr/>
    </dgm:pt>
    <dgm:pt modelId="{81BB03DF-4C36-4B6B-AF1C-F186204603D4}" type="pres">
      <dgm:prSet presAssocID="{2C6FFF5F-FE35-46B4-9624-B8D3CA71DBD8}" presName="parentText" presStyleLbl="node1" presStyleIdx="0" presStyleCnt="5" custLinFactNeighborX="100000" custLinFactNeighborY="-6619">
        <dgm:presLayoutVars>
          <dgm:chMax val="1"/>
          <dgm:bulletEnabled val="1"/>
        </dgm:presLayoutVars>
      </dgm:prSet>
      <dgm:spPr/>
    </dgm:pt>
    <dgm:pt modelId="{7DC8D43D-31A1-479D-823A-CF10A992A00B}" type="pres">
      <dgm:prSet presAssocID="{2C6FFF5F-FE35-46B4-9624-B8D3CA71DBD8}" presName="descendantText" presStyleLbl="alignAccFollowNode1" presStyleIdx="0" presStyleCnt="5" custLinFactNeighborX="-97664" custLinFactNeighborY="-8513">
        <dgm:presLayoutVars>
          <dgm:bulletEnabled val="1"/>
        </dgm:presLayoutVars>
      </dgm:prSet>
      <dgm:spPr/>
    </dgm:pt>
    <dgm:pt modelId="{30ACC66B-AF4C-4EAA-9303-18D5D2764606}" type="pres">
      <dgm:prSet presAssocID="{C84F8B39-EE07-483F-866D-E3FB3D46EF42}" presName="sp" presStyleCnt="0"/>
      <dgm:spPr/>
    </dgm:pt>
    <dgm:pt modelId="{D3D83F4C-F862-4AA5-AAB3-8078C61EF936}" type="pres">
      <dgm:prSet presAssocID="{DA24B348-7995-49C7-8098-7D002873695B}" presName="linNode" presStyleCnt="0"/>
      <dgm:spPr/>
    </dgm:pt>
    <dgm:pt modelId="{0373C326-6E27-4CC9-A118-16253C855A7A}" type="pres">
      <dgm:prSet presAssocID="{DA24B348-7995-49C7-8098-7D002873695B}" presName="parentText" presStyleLbl="node1" presStyleIdx="1" presStyleCnt="5" custLinFactX="0" custLinFactNeighborX="100000" custLinFactNeighborY="3949">
        <dgm:presLayoutVars>
          <dgm:chMax val="1"/>
          <dgm:bulletEnabled val="1"/>
        </dgm:presLayoutVars>
      </dgm:prSet>
      <dgm:spPr/>
    </dgm:pt>
    <dgm:pt modelId="{2CFFE887-8981-48CB-A1BC-A9163472E680}" type="pres">
      <dgm:prSet presAssocID="{DA24B348-7995-49C7-8098-7D002873695B}" presName="descendantText" presStyleLbl="alignAccFollowNode1" presStyleIdx="1" presStyleCnt="5" custLinFactNeighborX="-97664" custLinFactNeighborY="4496">
        <dgm:presLayoutVars>
          <dgm:bulletEnabled val="1"/>
        </dgm:presLayoutVars>
      </dgm:prSet>
      <dgm:spPr/>
    </dgm:pt>
    <dgm:pt modelId="{6B74BEDC-5D97-43BF-92B0-A6C859C29C0D}" type="pres">
      <dgm:prSet presAssocID="{EA889336-C95F-472E-8CDF-CADF5CD8E5E9}" presName="sp" presStyleCnt="0"/>
      <dgm:spPr/>
    </dgm:pt>
    <dgm:pt modelId="{67CB0E68-6F85-497A-9FED-7575F53F8401}" type="pres">
      <dgm:prSet presAssocID="{75EB3124-9520-4242-B126-44D7D6D32D99}" presName="linNode" presStyleCnt="0"/>
      <dgm:spPr/>
    </dgm:pt>
    <dgm:pt modelId="{6E4C5A58-EB42-4B84-AF54-4FE53DF78189}" type="pres">
      <dgm:prSet presAssocID="{75EB3124-9520-4242-B126-44D7D6D32D99}" presName="parentText" presStyleLbl="node1" presStyleIdx="2" presStyleCnt="5" custLinFactNeighborX="99611" custLinFactNeighborY="-1051">
        <dgm:presLayoutVars>
          <dgm:chMax val="1"/>
          <dgm:bulletEnabled val="1"/>
        </dgm:presLayoutVars>
      </dgm:prSet>
      <dgm:spPr/>
    </dgm:pt>
    <dgm:pt modelId="{930DB8E0-7064-4F16-92C7-2F2592C921CE}" type="pres">
      <dgm:prSet presAssocID="{75EB3124-9520-4242-B126-44D7D6D32D99}" presName="descendantText" presStyleLbl="alignAccFollowNode1" presStyleIdx="2" presStyleCnt="5" custLinFactNeighborX="-97664" custLinFactNeighborY="-1594">
        <dgm:presLayoutVars>
          <dgm:bulletEnabled val="1"/>
        </dgm:presLayoutVars>
      </dgm:prSet>
      <dgm:spPr/>
    </dgm:pt>
    <dgm:pt modelId="{FB74B762-ACA2-49C3-81D6-3966286BD3A4}" type="pres">
      <dgm:prSet presAssocID="{0B255E43-10E7-49CF-8C28-93D8BADCA6DC}" presName="sp" presStyleCnt="0"/>
      <dgm:spPr/>
    </dgm:pt>
    <dgm:pt modelId="{699FE98D-861C-40D5-91A6-F4F58F1C7DF2}" type="pres">
      <dgm:prSet presAssocID="{5B89E7AA-64E3-4EE6-8DF5-0770CABB7626}" presName="linNode" presStyleCnt="0"/>
      <dgm:spPr/>
    </dgm:pt>
    <dgm:pt modelId="{33902961-D3EF-42D2-8888-2D76E6F0B095}" type="pres">
      <dgm:prSet presAssocID="{5B89E7AA-64E3-4EE6-8DF5-0770CABB7626}" presName="parentText" presStyleLbl="node1" presStyleIdx="3" presStyleCnt="5" custLinFactX="1385" custLinFactNeighborX="100000" custLinFactNeighborY="-1670">
        <dgm:presLayoutVars>
          <dgm:chMax val="1"/>
          <dgm:bulletEnabled val="1"/>
        </dgm:presLayoutVars>
      </dgm:prSet>
      <dgm:spPr/>
    </dgm:pt>
    <dgm:pt modelId="{1CA7AF10-B9DF-4919-98F0-BF8C53356A1A}" type="pres">
      <dgm:prSet presAssocID="{5B89E7AA-64E3-4EE6-8DF5-0770CABB7626}" presName="descendantText" presStyleLbl="alignAccFollowNode1" presStyleIdx="3" presStyleCnt="5" custLinFactNeighborX="-97664" custLinFactNeighborY="-2087">
        <dgm:presLayoutVars>
          <dgm:bulletEnabled val="1"/>
        </dgm:presLayoutVars>
      </dgm:prSet>
      <dgm:spPr/>
    </dgm:pt>
    <dgm:pt modelId="{5F586189-3929-4BC3-B0E8-B3860CE4DB92}" type="pres">
      <dgm:prSet presAssocID="{0BE37FA3-13A0-413F-8386-DDE1265145C3}" presName="sp" presStyleCnt="0"/>
      <dgm:spPr/>
    </dgm:pt>
    <dgm:pt modelId="{9611567D-54FC-4989-9817-4D5AFD7DD26B}" type="pres">
      <dgm:prSet presAssocID="{5D61EDA0-9401-46EB-AAAB-C42F15AD8EBA}" presName="linNode" presStyleCnt="0"/>
      <dgm:spPr/>
    </dgm:pt>
    <dgm:pt modelId="{32870765-68E8-4922-A54F-89D9A67AD49E}" type="pres">
      <dgm:prSet presAssocID="{5D61EDA0-9401-46EB-AAAB-C42F15AD8EBA}" presName="parentText" presStyleLbl="node1" presStyleIdx="4" presStyleCnt="5" custLinFactNeighborX="99612" custLinFactNeighborY="224">
        <dgm:presLayoutVars>
          <dgm:chMax val="1"/>
          <dgm:bulletEnabled val="1"/>
        </dgm:presLayoutVars>
      </dgm:prSet>
      <dgm:spPr/>
    </dgm:pt>
    <dgm:pt modelId="{350D7F84-35EB-4FFF-8A1A-858AF224E4B2}" type="pres">
      <dgm:prSet presAssocID="{5D61EDA0-9401-46EB-AAAB-C42F15AD8EBA}" presName="descendantText" presStyleLbl="alignAccFollowNode1" presStyleIdx="4" presStyleCnt="5" custLinFactNeighborX="-97664" custLinFactNeighborY="279">
        <dgm:presLayoutVars>
          <dgm:bulletEnabled val="1"/>
        </dgm:presLayoutVars>
      </dgm:prSet>
      <dgm:spPr/>
    </dgm:pt>
  </dgm:ptLst>
  <dgm:cxnLst>
    <dgm:cxn modelId="{9190B011-8CD4-4342-B7E7-C76759A3951F}" srcId="{C8179A08-F76C-4754-8613-8DDACCD27580}" destId="{DA24B348-7995-49C7-8098-7D002873695B}" srcOrd="1" destOrd="0" parTransId="{C0254197-BED5-4932-9C90-9199B6825C2B}" sibTransId="{EA889336-C95F-472E-8CDF-CADF5CD8E5E9}"/>
    <dgm:cxn modelId="{63ECF518-4B47-45D9-889E-151CA99C5173}" type="presOf" srcId="{DA24B348-7995-49C7-8098-7D002873695B}" destId="{0373C326-6E27-4CC9-A118-16253C855A7A}" srcOrd="0" destOrd="0" presId="urn:microsoft.com/office/officeart/2005/8/layout/vList5"/>
    <dgm:cxn modelId="{12D65421-0352-473F-91AD-362482483832}" type="presOf" srcId="{0B6E3C02-9570-4E73-B598-D520B7147567}" destId="{350D7F84-35EB-4FFF-8A1A-858AF224E4B2}" srcOrd="0" destOrd="0" presId="urn:microsoft.com/office/officeart/2005/8/layout/vList5"/>
    <dgm:cxn modelId="{66FF2E25-27B0-4408-94C0-A6DE50592E48}" srcId="{C8179A08-F76C-4754-8613-8DDACCD27580}" destId="{2C6FFF5F-FE35-46B4-9624-B8D3CA71DBD8}" srcOrd="0" destOrd="0" parTransId="{D1EBBB53-60C5-4DC3-8A33-4CC6AD796A1E}" sibTransId="{C84F8B39-EE07-483F-866D-E3FB3D46EF42}"/>
    <dgm:cxn modelId="{8A8E822A-58DB-0C41-8597-41C880F696AB}" srcId="{5D61EDA0-9401-46EB-AAAB-C42F15AD8EBA}" destId="{72CABD3B-3685-E444-AB8E-99656450BE83}" srcOrd="1" destOrd="0" parTransId="{A32A3FDD-AE24-A144-98B3-D5C1CEDF3A95}" sibTransId="{C9C1D518-E5B6-3548-BB28-2B9AC0E4E102}"/>
    <dgm:cxn modelId="{732CE52B-81FE-4DA9-9C60-9CCD72A4772D}" type="presOf" srcId="{75EB3124-9520-4242-B126-44D7D6D32D99}" destId="{6E4C5A58-EB42-4B84-AF54-4FE53DF78189}" srcOrd="0" destOrd="0" presId="urn:microsoft.com/office/officeart/2005/8/layout/vList5"/>
    <dgm:cxn modelId="{380C8F33-CC63-48DC-8B7B-78B433E43680}" srcId="{C8179A08-F76C-4754-8613-8DDACCD27580}" destId="{75EB3124-9520-4242-B126-44D7D6D32D99}" srcOrd="2" destOrd="0" parTransId="{0EDB303A-F883-4532-8090-E77C65BA1646}" sibTransId="{0B255E43-10E7-49CF-8C28-93D8BADCA6DC}"/>
    <dgm:cxn modelId="{6D3FDD33-6230-491A-82F0-14F67DAD3F31}" srcId="{5B89E7AA-64E3-4EE6-8DF5-0770CABB7626}" destId="{6DEE9F78-4292-4E84-84F4-C4C84229BE64}" srcOrd="0" destOrd="0" parTransId="{0E63C90D-6B02-4875-A785-3BBF86015938}" sibTransId="{E7D1DD3D-4DE8-4386-A560-7D158D8505FD}"/>
    <dgm:cxn modelId="{F9E7B03A-AFFF-F34D-AE43-030639DD8776}" type="presOf" srcId="{72CABD3B-3685-E444-AB8E-99656450BE83}" destId="{350D7F84-35EB-4FFF-8A1A-858AF224E4B2}" srcOrd="0" destOrd="1" presId="urn:microsoft.com/office/officeart/2005/8/layout/vList5"/>
    <dgm:cxn modelId="{A141A54C-55DF-4656-81AC-25C18F27EB37}" srcId="{DA24B348-7995-49C7-8098-7D002873695B}" destId="{8294D026-9410-476C-9C56-E5B17E84B058}" srcOrd="0" destOrd="0" parTransId="{7BE72255-AC61-434A-8C8E-3F77F4CC6959}" sibTransId="{63133564-737E-4487-9F6E-700D2FC01A7F}"/>
    <dgm:cxn modelId="{A8205951-97EB-4F81-9F19-3579790374FD}" srcId="{5D61EDA0-9401-46EB-AAAB-C42F15AD8EBA}" destId="{0B6E3C02-9570-4E73-B598-D520B7147567}" srcOrd="0" destOrd="0" parTransId="{8D4681FC-F75B-4390-9109-AAA1DA21C173}" sibTransId="{AD9CC963-A3C8-407C-A111-CE5F22E9B3F4}"/>
    <dgm:cxn modelId="{1A757256-7A2B-4F0E-BBDD-12F5E5F041C4}" type="presOf" srcId="{2C6FFF5F-FE35-46B4-9624-B8D3CA71DBD8}" destId="{81BB03DF-4C36-4B6B-AF1C-F186204603D4}" srcOrd="0" destOrd="0" presId="urn:microsoft.com/office/officeart/2005/8/layout/vList5"/>
    <dgm:cxn modelId="{C50DAA5B-1014-46CE-BF26-F8EB21A190F3}" srcId="{75EB3124-9520-4242-B126-44D7D6D32D99}" destId="{B3DFA1C8-D06D-4315-ABC3-14E04D6049DB}" srcOrd="0" destOrd="0" parTransId="{DCC74877-B25D-415B-85E4-70AE3BAF135D}" sibTransId="{360E52E3-5057-4519-AFC5-0E1B6C98528D}"/>
    <dgm:cxn modelId="{56490E7B-EAD6-46F2-A209-F220432E8BA7}" srcId="{2C6FFF5F-FE35-46B4-9624-B8D3CA71DBD8}" destId="{E4D43481-2BCC-45DE-BA19-37FA2A68F4A0}" srcOrd="0" destOrd="0" parTransId="{56943867-93DE-4172-852B-8FEF10189DE9}" sibTransId="{E17849D2-A46B-487A-AAEF-008CD0F36D11}"/>
    <dgm:cxn modelId="{5998C69F-BD0D-400D-86C8-B40E8706FB66}" type="presOf" srcId="{5D61EDA0-9401-46EB-AAAB-C42F15AD8EBA}" destId="{32870765-68E8-4922-A54F-89D9A67AD49E}" srcOrd="0" destOrd="0" presId="urn:microsoft.com/office/officeart/2005/8/layout/vList5"/>
    <dgm:cxn modelId="{8FB400A8-0237-4327-A94B-094AE59BAABE}" type="presOf" srcId="{C8179A08-F76C-4754-8613-8DDACCD27580}" destId="{F59476A0-E1C0-4EF6-85FF-E24A54B399B6}" srcOrd="0" destOrd="0" presId="urn:microsoft.com/office/officeart/2005/8/layout/vList5"/>
    <dgm:cxn modelId="{2F7615AF-8E98-49FA-B233-B865288B9DBE}" type="presOf" srcId="{6DEE9F78-4292-4E84-84F4-C4C84229BE64}" destId="{1CA7AF10-B9DF-4919-98F0-BF8C53356A1A}" srcOrd="0" destOrd="0" presId="urn:microsoft.com/office/officeart/2005/8/layout/vList5"/>
    <dgm:cxn modelId="{7241D9C0-36B1-4DCA-8005-7FDA3442C174}" srcId="{C8179A08-F76C-4754-8613-8DDACCD27580}" destId="{5D61EDA0-9401-46EB-AAAB-C42F15AD8EBA}" srcOrd="4" destOrd="0" parTransId="{02076AAD-591F-474F-A754-26DBC00C5CE4}" sibTransId="{641595B9-CAED-4A00-8EB9-2CA2E58C1589}"/>
    <dgm:cxn modelId="{294434CF-073C-4EF6-82F9-C2DAE3D6B1D9}" type="presOf" srcId="{8294D026-9410-476C-9C56-E5B17E84B058}" destId="{2CFFE887-8981-48CB-A1BC-A9163472E680}" srcOrd="0" destOrd="0" presId="urn:microsoft.com/office/officeart/2005/8/layout/vList5"/>
    <dgm:cxn modelId="{71786BD2-F3AA-4D5E-A586-9D16D45C0ACA}" type="presOf" srcId="{B3DFA1C8-D06D-4315-ABC3-14E04D6049DB}" destId="{930DB8E0-7064-4F16-92C7-2F2592C921CE}" srcOrd="0" destOrd="0" presId="urn:microsoft.com/office/officeart/2005/8/layout/vList5"/>
    <dgm:cxn modelId="{87C547D3-CB71-4CCB-A772-88D479132D38}" type="presOf" srcId="{5B89E7AA-64E3-4EE6-8DF5-0770CABB7626}" destId="{33902961-D3EF-42D2-8888-2D76E6F0B095}" srcOrd="0" destOrd="0" presId="urn:microsoft.com/office/officeart/2005/8/layout/vList5"/>
    <dgm:cxn modelId="{06D235E4-0327-49A6-9D2C-F16BE0CBA36A}" srcId="{C8179A08-F76C-4754-8613-8DDACCD27580}" destId="{5B89E7AA-64E3-4EE6-8DF5-0770CABB7626}" srcOrd="3" destOrd="0" parTransId="{C114DDDB-CB46-40E6-A03C-E1AE338B1184}" sibTransId="{0BE37FA3-13A0-413F-8386-DDE1265145C3}"/>
    <dgm:cxn modelId="{84A04AEA-0117-4E0D-819E-B7C094547ACD}" type="presOf" srcId="{E4D43481-2BCC-45DE-BA19-37FA2A68F4A0}" destId="{7DC8D43D-31A1-479D-823A-CF10A992A00B}" srcOrd="0" destOrd="0" presId="urn:microsoft.com/office/officeart/2005/8/layout/vList5"/>
    <dgm:cxn modelId="{B0295AE3-DAB2-4010-ADFA-23C7544855DE}" type="presParOf" srcId="{F59476A0-E1C0-4EF6-85FF-E24A54B399B6}" destId="{7A0E8C38-659E-41FF-B09F-7947E5F0C2C3}" srcOrd="0" destOrd="0" presId="urn:microsoft.com/office/officeart/2005/8/layout/vList5"/>
    <dgm:cxn modelId="{15DBA438-DF21-42AE-A974-694597A807D0}" type="presParOf" srcId="{7A0E8C38-659E-41FF-B09F-7947E5F0C2C3}" destId="{81BB03DF-4C36-4B6B-AF1C-F186204603D4}" srcOrd="0" destOrd="0" presId="urn:microsoft.com/office/officeart/2005/8/layout/vList5"/>
    <dgm:cxn modelId="{F3CBBF75-3CAF-4D7B-89DD-B01DF71D62ED}" type="presParOf" srcId="{7A0E8C38-659E-41FF-B09F-7947E5F0C2C3}" destId="{7DC8D43D-31A1-479D-823A-CF10A992A00B}" srcOrd="1" destOrd="0" presId="urn:microsoft.com/office/officeart/2005/8/layout/vList5"/>
    <dgm:cxn modelId="{972713BB-CA84-4DCD-B8E6-68923619F469}" type="presParOf" srcId="{F59476A0-E1C0-4EF6-85FF-E24A54B399B6}" destId="{30ACC66B-AF4C-4EAA-9303-18D5D2764606}" srcOrd="1" destOrd="0" presId="urn:microsoft.com/office/officeart/2005/8/layout/vList5"/>
    <dgm:cxn modelId="{61F22E87-569E-43EC-B6D5-27A620B14592}" type="presParOf" srcId="{F59476A0-E1C0-4EF6-85FF-E24A54B399B6}" destId="{D3D83F4C-F862-4AA5-AAB3-8078C61EF936}" srcOrd="2" destOrd="0" presId="urn:microsoft.com/office/officeart/2005/8/layout/vList5"/>
    <dgm:cxn modelId="{74A2A749-8CEC-49DB-8F23-56E7442B9A7A}" type="presParOf" srcId="{D3D83F4C-F862-4AA5-AAB3-8078C61EF936}" destId="{0373C326-6E27-4CC9-A118-16253C855A7A}" srcOrd="0" destOrd="0" presId="urn:microsoft.com/office/officeart/2005/8/layout/vList5"/>
    <dgm:cxn modelId="{877CC63F-D375-4E74-8C1D-37D343613DBD}" type="presParOf" srcId="{D3D83F4C-F862-4AA5-AAB3-8078C61EF936}" destId="{2CFFE887-8981-48CB-A1BC-A9163472E680}" srcOrd="1" destOrd="0" presId="urn:microsoft.com/office/officeart/2005/8/layout/vList5"/>
    <dgm:cxn modelId="{4C254DDE-257B-4138-9B67-69F7B71AD789}" type="presParOf" srcId="{F59476A0-E1C0-4EF6-85FF-E24A54B399B6}" destId="{6B74BEDC-5D97-43BF-92B0-A6C859C29C0D}" srcOrd="3" destOrd="0" presId="urn:microsoft.com/office/officeart/2005/8/layout/vList5"/>
    <dgm:cxn modelId="{A468556B-8DDD-4369-A57B-422EE737C08D}" type="presParOf" srcId="{F59476A0-E1C0-4EF6-85FF-E24A54B399B6}" destId="{67CB0E68-6F85-497A-9FED-7575F53F8401}" srcOrd="4" destOrd="0" presId="urn:microsoft.com/office/officeart/2005/8/layout/vList5"/>
    <dgm:cxn modelId="{37C05B8A-46C7-421A-A54D-46E0E2422366}" type="presParOf" srcId="{67CB0E68-6F85-497A-9FED-7575F53F8401}" destId="{6E4C5A58-EB42-4B84-AF54-4FE53DF78189}" srcOrd="0" destOrd="0" presId="urn:microsoft.com/office/officeart/2005/8/layout/vList5"/>
    <dgm:cxn modelId="{6DDDCEE6-7190-4EEF-B118-5DDBD2C6817E}" type="presParOf" srcId="{67CB0E68-6F85-497A-9FED-7575F53F8401}" destId="{930DB8E0-7064-4F16-92C7-2F2592C921CE}" srcOrd="1" destOrd="0" presId="urn:microsoft.com/office/officeart/2005/8/layout/vList5"/>
    <dgm:cxn modelId="{50D01AEA-0B90-4720-AC6C-A9B597EEF113}" type="presParOf" srcId="{F59476A0-E1C0-4EF6-85FF-E24A54B399B6}" destId="{FB74B762-ACA2-49C3-81D6-3966286BD3A4}" srcOrd="5" destOrd="0" presId="urn:microsoft.com/office/officeart/2005/8/layout/vList5"/>
    <dgm:cxn modelId="{2F121CC4-14DD-4A75-A4CE-2E97CE46CC44}" type="presParOf" srcId="{F59476A0-E1C0-4EF6-85FF-E24A54B399B6}" destId="{699FE98D-861C-40D5-91A6-F4F58F1C7DF2}" srcOrd="6" destOrd="0" presId="urn:microsoft.com/office/officeart/2005/8/layout/vList5"/>
    <dgm:cxn modelId="{04E0D36B-698B-41D9-AB52-3F1D1C1E6DFE}" type="presParOf" srcId="{699FE98D-861C-40D5-91A6-F4F58F1C7DF2}" destId="{33902961-D3EF-42D2-8888-2D76E6F0B095}" srcOrd="0" destOrd="0" presId="urn:microsoft.com/office/officeart/2005/8/layout/vList5"/>
    <dgm:cxn modelId="{18B0A81D-DE6E-4FDE-B0A9-CB122BE7CED9}" type="presParOf" srcId="{699FE98D-861C-40D5-91A6-F4F58F1C7DF2}" destId="{1CA7AF10-B9DF-4919-98F0-BF8C53356A1A}" srcOrd="1" destOrd="0" presId="urn:microsoft.com/office/officeart/2005/8/layout/vList5"/>
    <dgm:cxn modelId="{D2355D34-6226-40E9-A918-E81066445F1C}" type="presParOf" srcId="{F59476A0-E1C0-4EF6-85FF-E24A54B399B6}" destId="{5F586189-3929-4BC3-B0E8-B3860CE4DB92}" srcOrd="7" destOrd="0" presId="urn:microsoft.com/office/officeart/2005/8/layout/vList5"/>
    <dgm:cxn modelId="{61DFF79D-A9DF-4A8A-B174-54A3780278B5}" type="presParOf" srcId="{F59476A0-E1C0-4EF6-85FF-E24A54B399B6}" destId="{9611567D-54FC-4989-9817-4D5AFD7DD26B}" srcOrd="8" destOrd="0" presId="urn:microsoft.com/office/officeart/2005/8/layout/vList5"/>
    <dgm:cxn modelId="{27A0D065-A284-46A8-9B29-130DAA030F3A}" type="presParOf" srcId="{9611567D-54FC-4989-9817-4D5AFD7DD26B}" destId="{32870765-68E8-4922-A54F-89D9A67AD49E}" srcOrd="0" destOrd="0" presId="urn:microsoft.com/office/officeart/2005/8/layout/vList5"/>
    <dgm:cxn modelId="{E91A2364-948E-4D8E-AF0F-22A01A427FF4}" type="presParOf" srcId="{9611567D-54FC-4989-9817-4D5AFD7DD26B}" destId="{350D7F84-35EB-4FFF-8A1A-858AF224E4B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6A6AC6-E4D6-4076-AC71-069039822B13}"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51954233-9739-48C2-9662-9762BCEA18D8}">
      <dgm:prSet/>
      <dgm:spPr/>
      <dgm:t>
        <a:bodyPr/>
        <a:lstStyle/>
        <a:p>
          <a:pPr algn="l" rtl="1"/>
          <a:r>
            <a:rPr lang="en-US" dirty="0"/>
            <a:t>Focus on active learning</a:t>
          </a:r>
        </a:p>
      </dgm:t>
    </dgm:pt>
    <dgm:pt modelId="{32513F42-C918-4EDA-9DE0-75A08C2FF5CD}" type="parTrans" cxnId="{4CC7D636-83E6-47EC-B351-69CEE91DE03E}">
      <dgm:prSet/>
      <dgm:spPr/>
      <dgm:t>
        <a:bodyPr/>
        <a:lstStyle/>
        <a:p>
          <a:endParaRPr lang="en-US"/>
        </a:p>
      </dgm:t>
    </dgm:pt>
    <dgm:pt modelId="{5801512A-44B1-4FFC-A970-3642DE444F87}" type="sibTrans" cxnId="{4CC7D636-83E6-47EC-B351-69CEE91DE03E}">
      <dgm:prSet/>
      <dgm:spPr/>
      <dgm:t>
        <a:bodyPr/>
        <a:lstStyle/>
        <a:p>
          <a:endParaRPr lang="en-US"/>
        </a:p>
      </dgm:t>
    </dgm:pt>
    <dgm:pt modelId="{3A6B339E-F7EA-7745-8CCE-F4A24125ACE7}">
      <dgm:prSet/>
      <dgm:spPr>
        <a:noFill/>
      </dgm:spPr>
      <dgm:t>
        <a:bodyPr/>
        <a:lstStyle/>
        <a:p>
          <a:pPr algn="l"/>
          <a:r>
            <a:rPr lang="en-US" dirty="0">
              <a:solidFill>
                <a:schemeClr val="tx1"/>
              </a:solidFill>
            </a:rPr>
            <a:t>Use a mix of video, collaborative assignments, discussion, hands-on exercises, chat and peer review.</a:t>
          </a:r>
        </a:p>
      </dgm:t>
    </dgm:pt>
    <dgm:pt modelId="{BA0A5C6D-73A4-8C4C-9DA1-0214B0BA266A}" type="parTrans" cxnId="{F8288E49-817A-C545-909A-69A12A909AD2}">
      <dgm:prSet/>
      <dgm:spPr/>
      <dgm:t>
        <a:bodyPr/>
        <a:lstStyle/>
        <a:p>
          <a:endParaRPr lang="en-US"/>
        </a:p>
      </dgm:t>
    </dgm:pt>
    <dgm:pt modelId="{FC41DC4F-0847-CF40-82BA-51E176945E9C}" type="sibTrans" cxnId="{F8288E49-817A-C545-909A-69A12A909AD2}">
      <dgm:prSet/>
      <dgm:spPr/>
      <dgm:t>
        <a:bodyPr/>
        <a:lstStyle/>
        <a:p>
          <a:endParaRPr lang="en-US"/>
        </a:p>
      </dgm:t>
    </dgm:pt>
    <dgm:pt modelId="{868CCE03-7CF9-2A47-A0C8-304ADE69C6FE}">
      <dgm:prSet/>
      <dgm:spPr>
        <a:solidFill>
          <a:srgbClr val="99B83C"/>
        </a:solidFill>
      </dgm:spPr>
      <dgm:t>
        <a:bodyPr/>
        <a:lstStyle/>
        <a:p>
          <a:pPr algn="l" rtl="1"/>
          <a:r>
            <a:rPr lang="en-US" dirty="0"/>
            <a:t>Chunk your lessons</a:t>
          </a:r>
        </a:p>
      </dgm:t>
    </dgm:pt>
    <dgm:pt modelId="{0EF7C990-504B-7A4E-A72C-374FAF2BE649}" type="parTrans" cxnId="{38807FF3-BB09-1649-9284-DAF23F3EC33A}">
      <dgm:prSet/>
      <dgm:spPr/>
      <dgm:t>
        <a:bodyPr/>
        <a:lstStyle/>
        <a:p>
          <a:endParaRPr lang="en-US"/>
        </a:p>
      </dgm:t>
    </dgm:pt>
    <dgm:pt modelId="{34A3F388-D8EB-3A4E-831A-1CD9C6865990}" type="sibTrans" cxnId="{38807FF3-BB09-1649-9284-DAF23F3EC33A}">
      <dgm:prSet/>
      <dgm:spPr/>
      <dgm:t>
        <a:bodyPr/>
        <a:lstStyle/>
        <a:p>
          <a:endParaRPr lang="en-US"/>
        </a:p>
      </dgm:t>
    </dgm:pt>
    <dgm:pt modelId="{93907170-1543-1B48-AB68-A8F311CC055F}">
      <dgm:prSet/>
      <dgm:spPr>
        <a:solidFill>
          <a:schemeClr val="accent4"/>
        </a:solidFill>
      </dgm:spPr>
      <dgm:t>
        <a:bodyPr/>
        <a:lstStyle/>
        <a:p>
          <a:pPr algn="l" rtl="1"/>
          <a:r>
            <a:rPr lang="en-US" dirty="0"/>
            <a:t>Manage your time</a:t>
          </a:r>
        </a:p>
      </dgm:t>
    </dgm:pt>
    <dgm:pt modelId="{D114B2D2-23B6-324E-ACAF-5FA79542BCD5}" type="parTrans" cxnId="{BC5FCCA7-4A37-7848-9793-3F46F05C443C}">
      <dgm:prSet/>
      <dgm:spPr/>
      <dgm:t>
        <a:bodyPr/>
        <a:lstStyle/>
        <a:p>
          <a:endParaRPr lang="en-US"/>
        </a:p>
      </dgm:t>
    </dgm:pt>
    <dgm:pt modelId="{820B9E11-3235-CF48-8BB2-11D56676E998}" type="sibTrans" cxnId="{BC5FCCA7-4A37-7848-9793-3F46F05C443C}">
      <dgm:prSet/>
      <dgm:spPr/>
      <dgm:t>
        <a:bodyPr/>
        <a:lstStyle/>
        <a:p>
          <a:endParaRPr lang="en-US"/>
        </a:p>
      </dgm:t>
    </dgm:pt>
    <dgm:pt modelId="{8FD12662-2D46-E34E-9063-F9D9B5BBC5CA}">
      <dgm:prSet/>
      <dgm:spPr>
        <a:solidFill>
          <a:schemeClr val="accent5"/>
        </a:solidFill>
      </dgm:spPr>
      <dgm:t>
        <a:bodyPr/>
        <a:lstStyle/>
        <a:p>
          <a:pPr algn="l" rtl="1"/>
          <a:r>
            <a:rPr lang="en-US" dirty="0"/>
            <a:t>Vary the assignments</a:t>
          </a:r>
        </a:p>
      </dgm:t>
    </dgm:pt>
    <dgm:pt modelId="{4A39800A-278C-C342-BB32-F6AA5CCD100F}" type="parTrans" cxnId="{5653211E-FD4B-9E4B-9B39-B4F0B1C6F856}">
      <dgm:prSet/>
      <dgm:spPr/>
      <dgm:t>
        <a:bodyPr/>
        <a:lstStyle/>
        <a:p>
          <a:endParaRPr lang="en-US"/>
        </a:p>
      </dgm:t>
    </dgm:pt>
    <dgm:pt modelId="{ED070DBE-E8CF-264C-82FE-6BED2FA14D18}" type="sibTrans" cxnId="{5653211E-FD4B-9E4B-9B39-B4F0B1C6F856}">
      <dgm:prSet/>
      <dgm:spPr/>
      <dgm:t>
        <a:bodyPr/>
        <a:lstStyle/>
        <a:p>
          <a:endParaRPr lang="en-US"/>
        </a:p>
      </dgm:t>
    </dgm:pt>
    <dgm:pt modelId="{99346CAB-A664-064F-AD90-219E17E5A820}">
      <dgm:prSet/>
      <dgm:spPr>
        <a:noFill/>
      </dgm:spPr>
      <dgm:t>
        <a:bodyPr/>
        <a:lstStyle/>
        <a:p>
          <a:pPr algn="l" rtl="1"/>
          <a:r>
            <a:rPr lang="en-US" dirty="0">
              <a:solidFill>
                <a:schemeClr val="tx1"/>
              </a:solidFill>
            </a:rPr>
            <a:t>Break your lessons into 10-minute chunks of information and activities and vary them.</a:t>
          </a:r>
        </a:p>
      </dgm:t>
    </dgm:pt>
    <dgm:pt modelId="{A51EBCE0-59E1-A648-8A17-BEFFD38328F4}" type="parTrans" cxnId="{E1ECA56A-3C74-C344-A1F3-39A07AB6C194}">
      <dgm:prSet/>
      <dgm:spPr/>
      <dgm:t>
        <a:bodyPr/>
        <a:lstStyle/>
        <a:p>
          <a:endParaRPr lang="en-US"/>
        </a:p>
      </dgm:t>
    </dgm:pt>
    <dgm:pt modelId="{415C3AD4-B74B-3C4C-A9B6-2FB6DC92A713}" type="sibTrans" cxnId="{E1ECA56A-3C74-C344-A1F3-39A07AB6C194}">
      <dgm:prSet/>
      <dgm:spPr/>
      <dgm:t>
        <a:bodyPr/>
        <a:lstStyle/>
        <a:p>
          <a:endParaRPr lang="en-US"/>
        </a:p>
      </dgm:t>
    </dgm:pt>
    <dgm:pt modelId="{E6308393-3FE0-7F43-8795-2B2DC00A7F40}">
      <dgm:prSet/>
      <dgm:spPr>
        <a:noFill/>
      </dgm:spPr>
      <dgm:t>
        <a:bodyPr/>
        <a:lstStyle/>
        <a:p>
          <a:pPr algn="l" rtl="1"/>
          <a:r>
            <a:rPr lang="en-US" dirty="0">
              <a:solidFill>
                <a:schemeClr val="tx1"/>
              </a:solidFill>
            </a:rPr>
            <a:t>Be responsive to students but set clear hours and expectations for virtual office hours, responses to their queries and feedback on their answers.</a:t>
          </a:r>
        </a:p>
      </dgm:t>
    </dgm:pt>
    <dgm:pt modelId="{AD6DA2A4-8ECC-724E-B046-36E027522434}" type="parTrans" cxnId="{BE6F81EA-6B97-2B44-AC8A-4129CEA4BC52}">
      <dgm:prSet/>
      <dgm:spPr/>
      <dgm:t>
        <a:bodyPr/>
        <a:lstStyle/>
        <a:p>
          <a:endParaRPr lang="en-US"/>
        </a:p>
      </dgm:t>
    </dgm:pt>
    <dgm:pt modelId="{6748E8DB-51C6-0F44-9034-F65F6584F5A5}" type="sibTrans" cxnId="{BE6F81EA-6B97-2B44-AC8A-4129CEA4BC52}">
      <dgm:prSet/>
      <dgm:spPr/>
      <dgm:t>
        <a:bodyPr/>
        <a:lstStyle/>
        <a:p>
          <a:endParaRPr lang="en-US"/>
        </a:p>
      </dgm:t>
    </dgm:pt>
    <dgm:pt modelId="{BF55FA27-D91C-7F4B-9FAE-EDB72437335E}">
      <dgm:prSet/>
      <dgm:spPr>
        <a:noFill/>
      </dgm:spPr>
      <dgm:t>
        <a:bodyPr/>
        <a:lstStyle/>
        <a:p>
          <a:pPr algn="l" rtl="1"/>
          <a:r>
            <a:rPr lang="en-US" dirty="0">
              <a:solidFill>
                <a:schemeClr val="tx1"/>
              </a:solidFill>
            </a:rPr>
            <a:t>As students become more comfortable with digital technology, incorporate recurring assignments into the course.</a:t>
          </a:r>
        </a:p>
      </dgm:t>
    </dgm:pt>
    <dgm:pt modelId="{FCC331F7-E19F-3D40-81EE-73542FDC2507}" type="parTrans" cxnId="{8E985BA6-D856-9049-A6C3-24DE77753918}">
      <dgm:prSet/>
      <dgm:spPr/>
      <dgm:t>
        <a:bodyPr/>
        <a:lstStyle/>
        <a:p>
          <a:endParaRPr lang="en-US"/>
        </a:p>
      </dgm:t>
    </dgm:pt>
    <dgm:pt modelId="{0C413095-107A-0B4E-9B04-676AECA57847}" type="sibTrans" cxnId="{8E985BA6-D856-9049-A6C3-24DE77753918}">
      <dgm:prSet/>
      <dgm:spPr/>
      <dgm:t>
        <a:bodyPr/>
        <a:lstStyle/>
        <a:p>
          <a:endParaRPr lang="en-US"/>
        </a:p>
      </dgm:t>
    </dgm:pt>
    <dgm:pt modelId="{A895A816-07CB-4FFB-BD37-61C0945339CB}" type="pres">
      <dgm:prSet presAssocID="{976A6AC6-E4D6-4076-AC71-069039822B13}" presName="linear" presStyleCnt="0">
        <dgm:presLayoutVars>
          <dgm:animLvl val="lvl"/>
          <dgm:resizeHandles val="exact"/>
        </dgm:presLayoutVars>
      </dgm:prSet>
      <dgm:spPr/>
    </dgm:pt>
    <dgm:pt modelId="{8BCD58B8-6FE1-402F-8D2F-EAA6CD45BD6B}" type="pres">
      <dgm:prSet presAssocID="{51954233-9739-48C2-9662-9762BCEA18D8}" presName="parentText" presStyleLbl="node1" presStyleIdx="0" presStyleCnt="8">
        <dgm:presLayoutVars>
          <dgm:chMax val="0"/>
          <dgm:bulletEnabled val="1"/>
        </dgm:presLayoutVars>
      </dgm:prSet>
      <dgm:spPr/>
    </dgm:pt>
    <dgm:pt modelId="{560B4CBE-0155-1343-B2DB-B9CAD94F959E}" type="pres">
      <dgm:prSet presAssocID="{5801512A-44B1-4FFC-A970-3642DE444F87}" presName="spacer" presStyleCnt="0"/>
      <dgm:spPr/>
    </dgm:pt>
    <dgm:pt modelId="{6E1A4023-FEE2-AD4C-B4F1-DD91443163DA}" type="pres">
      <dgm:prSet presAssocID="{3A6B339E-F7EA-7745-8CCE-F4A24125ACE7}" presName="parentText" presStyleLbl="node1" presStyleIdx="1" presStyleCnt="8">
        <dgm:presLayoutVars>
          <dgm:chMax val="0"/>
          <dgm:bulletEnabled val="1"/>
        </dgm:presLayoutVars>
      </dgm:prSet>
      <dgm:spPr/>
    </dgm:pt>
    <dgm:pt modelId="{645DF3BA-ACEE-134F-9015-704A28530226}" type="pres">
      <dgm:prSet presAssocID="{FC41DC4F-0847-CF40-82BA-51E176945E9C}" presName="spacer" presStyleCnt="0"/>
      <dgm:spPr/>
    </dgm:pt>
    <dgm:pt modelId="{0B723776-6AA5-F648-B290-54F5FBD2516F}" type="pres">
      <dgm:prSet presAssocID="{868CCE03-7CF9-2A47-A0C8-304ADE69C6FE}" presName="parentText" presStyleLbl="node1" presStyleIdx="2" presStyleCnt="8">
        <dgm:presLayoutVars>
          <dgm:chMax val="0"/>
          <dgm:bulletEnabled val="1"/>
        </dgm:presLayoutVars>
      </dgm:prSet>
      <dgm:spPr/>
    </dgm:pt>
    <dgm:pt modelId="{696F2602-44D0-D34F-A7EF-F439C84656D4}" type="pres">
      <dgm:prSet presAssocID="{34A3F388-D8EB-3A4E-831A-1CD9C6865990}" presName="spacer" presStyleCnt="0"/>
      <dgm:spPr/>
    </dgm:pt>
    <dgm:pt modelId="{1E479C0E-5134-284A-BA5D-2CA04787094D}" type="pres">
      <dgm:prSet presAssocID="{99346CAB-A664-064F-AD90-219E17E5A820}" presName="parentText" presStyleLbl="node1" presStyleIdx="3" presStyleCnt="8">
        <dgm:presLayoutVars>
          <dgm:chMax val="0"/>
          <dgm:bulletEnabled val="1"/>
        </dgm:presLayoutVars>
      </dgm:prSet>
      <dgm:spPr/>
    </dgm:pt>
    <dgm:pt modelId="{81D9F007-0DA0-1448-8E89-0632C6CADE87}" type="pres">
      <dgm:prSet presAssocID="{415C3AD4-B74B-3C4C-A9B6-2FB6DC92A713}" presName="spacer" presStyleCnt="0"/>
      <dgm:spPr/>
    </dgm:pt>
    <dgm:pt modelId="{001F13B6-DFEA-DE49-9411-5E5F2D68446C}" type="pres">
      <dgm:prSet presAssocID="{93907170-1543-1B48-AB68-A8F311CC055F}" presName="parentText" presStyleLbl="node1" presStyleIdx="4" presStyleCnt="8">
        <dgm:presLayoutVars>
          <dgm:chMax val="0"/>
          <dgm:bulletEnabled val="1"/>
        </dgm:presLayoutVars>
      </dgm:prSet>
      <dgm:spPr/>
    </dgm:pt>
    <dgm:pt modelId="{1182488B-6154-C14F-B416-38734C61022E}" type="pres">
      <dgm:prSet presAssocID="{820B9E11-3235-CF48-8BB2-11D56676E998}" presName="spacer" presStyleCnt="0"/>
      <dgm:spPr/>
    </dgm:pt>
    <dgm:pt modelId="{298E7BDE-BA9D-DC41-81FA-F44919ADE53B}" type="pres">
      <dgm:prSet presAssocID="{E6308393-3FE0-7F43-8795-2B2DC00A7F40}" presName="parentText" presStyleLbl="node1" presStyleIdx="5" presStyleCnt="8">
        <dgm:presLayoutVars>
          <dgm:chMax val="0"/>
          <dgm:bulletEnabled val="1"/>
        </dgm:presLayoutVars>
      </dgm:prSet>
      <dgm:spPr/>
    </dgm:pt>
    <dgm:pt modelId="{F158D51B-FB03-4147-BD65-DCF3794548F9}" type="pres">
      <dgm:prSet presAssocID="{6748E8DB-51C6-0F44-9034-F65F6584F5A5}" presName="spacer" presStyleCnt="0"/>
      <dgm:spPr/>
    </dgm:pt>
    <dgm:pt modelId="{EDB0854E-E21F-594B-A3B9-F4910174F653}" type="pres">
      <dgm:prSet presAssocID="{8FD12662-2D46-E34E-9063-F9D9B5BBC5CA}" presName="parentText" presStyleLbl="node1" presStyleIdx="6" presStyleCnt="8">
        <dgm:presLayoutVars>
          <dgm:chMax val="0"/>
          <dgm:bulletEnabled val="1"/>
        </dgm:presLayoutVars>
      </dgm:prSet>
      <dgm:spPr/>
    </dgm:pt>
    <dgm:pt modelId="{97C086E0-1DCE-7B47-8DD4-9977BE21C580}" type="pres">
      <dgm:prSet presAssocID="{ED070DBE-E8CF-264C-82FE-6BED2FA14D18}" presName="spacer" presStyleCnt="0"/>
      <dgm:spPr/>
    </dgm:pt>
    <dgm:pt modelId="{B7FCCDEB-AB49-CB41-981B-D1F50A10811B}" type="pres">
      <dgm:prSet presAssocID="{BF55FA27-D91C-7F4B-9FAE-EDB72437335E}" presName="parentText" presStyleLbl="node1" presStyleIdx="7" presStyleCnt="8">
        <dgm:presLayoutVars>
          <dgm:chMax val="0"/>
          <dgm:bulletEnabled val="1"/>
        </dgm:presLayoutVars>
      </dgm:prSet>
      <dgm:spPr/>
    </dgm:pt>
  </dgm:ptLst>
  <dgm:cxnLst>
    <dgm:cxn modelId="{6A41E904-8CAE-B344-8ED5-BCE750D5C7A6}" type="presOf" srcId="{BF55FA27-D91C-7F4B-9FAE-EDB72437335E}" destId="{B7FCCDEB-AB49-CB41-981B-D1F50A10811B}" srcOrd="0" destOrd="0" presId="urn:microsoft.com/office/officeart/2005/8/layout/vList2"/>
    <dgm:cxn modelId="{71D6421C-D395-4DF4-A1AF-511A9794BEEF}" type="presOf" srcId="{51954233-9739-48C2-9662-9762BCEA18D8}" destId="{8BCD58B8-6FE1-402F-8D2F-EAA6CD45BD6B}" srcOrd="0" destOrd="0" presId="urn:microsoft.com/office/officeart/2005/8/layout/vList2"/>
    <dgm:cxn modelId="{5653211E-FD4B-9E4B-9B39-B4F0B1C6F856}" srcId="{976A6AC6-E4D6-4076-AC71-069039822B13}" destId="{8FD12662-2D46-E34E-9063-F9D9B5BBC5CA}" srcOrd="6" destOrd="0" parTransId="{4A39800A-278C-C342-BB32-F6AA5CCD100F}" sibTransId="{ED070DBE-E8CF-264C-82FE-6BED2FA14D18}"/>
    <dgm:cxn modelId="{ED317721-78E5-4B9F-AAC7-1F878BDB90AD}" type="presOf" srcId="{976A6AC6-E4D6-4076-AC71-069039822B13}" destId="{A895A816-07CB-4FFB-BD37-61C0945339CB}" srcOrd="0" destOrd="0" presId="urn:microsoft.com/office/officeart/2005/8/layout/vList2"/>
    <dgm:cxn modelId="{85635F23-1FCB-8F4A-AD03-BBC8290BBD14}" type="presOf" srcId="{3A6B339E-F7EA-7745-8CCE-F4A24125ACE7}" destId="{6E1A4023-FEE2-AD4C-B4F1-DD91443163DA}" srcOrd="0" destOrd="0" presId="urn:microsoft.com/office/officeart/2005/8/layout/vList2"/>
    <dgm:cxn modelId="{4CC7D636-83E6-47EC-B351-69CEE91DE03E}" srcId="{976A6AC6-E4D6-4076-AC71-069039822B13}" destId="{51954233-9739-48C2-9662-9762BCEA18D8}" srcOrd="0" destOrd="0" parTransId="{32513F42-C918-4EDA-9DE0-75A08C2FF5CD}" sibTransId="{5801512A-44B1-4FFC-A970-3642DE444F87}"/>
    <dgm:cxn modelId="{F8288E49-817A-C545-909A-69A12A909AD2}" srcId="{976A6AC6-E4D6-4076-AC71-069039822B13}" destId="{3A6B339E-F7EA-7745-8CCE-F4A24125ACE7}" srcOrd="1" destOrd="0" parTransId="{BA0A5C6D-73A4-8C4C-9DA1-0214B0BA266A}" sibTransId="{FC41DC4F-0847-CF40-82BA-51E176945E9C}"/>
    <dgm:cxn modelId="{7514244D-CD2A-7842-98E0-B7DA4DFCBF33}" type="presOf" srcId="{E6308393-3FE0-7F43-8795-2B2DC00A7F40}" destId="{298E7BDE-BA9D-DC41-81FA-F44919ADE53B}" srcOrd="0" destOrd="0" presId="urn:microsoft.com/office/officeart/2005/8/layout/vList2"/>
    <dgm:cxn modelId="{7C76DD5C-A9B1-8743-B740-8ED36B1ED1B3}" type="presOf" srcId="{8FD12662-2D46-E34E-9063-F9D9B5BBC5CA}" destId="{EDB0854E-E21F-594B-A3B9-F4910174F653}" srcOrd="0" destOrd="0" presId="urn:microsoft.com/office/officeart/2005/8/layout/vList2"/>
    <dgm:cxn modelId="{E1ECA56A-3C74-C344-A1F3-39A07AB6C194}" srcId="{976A6AC6-E4D6-4076-AC71-069039822B13}" destId="{99346CAB-A664-064F-AD90-219E17E5A820}" srcOrd="3" destOrd="0" parTransId="{A51EBCE0-59E1-A648-8A17-BEFFD38328F4}" sibTransId="{415C3AD4-B74B-3C4C-A9B6-2FB6DC92A713}"/>
    <dgm:cxn modelId="{8E985BA6-D856-9049-A6C3-24DE77753918}" srcId="{976A6AC6-E4D6-4076-AC71-069039822B13}" destId="{BF55FA27-D91C-7F4B-9FAE-EDB72437335E}" srcOrd="7" destOrd="0" parTransId="{FCC331F7-E19F-3D40-81EE-73542FDC2507}" sibTransId="{0C413095-107A-0B4E-9B04-676AECA57847}"/>
    <dgm:cxn modelId="{BC5FCCA7-4A37-7848-9793-3F46F05C443C}" srcId="{976A6AC6-E4D6-4076-AC71-069039822B13}" destId="{93907170-1543-1B48-AB68-A8F311CC055F}" srcOrd="4" destOrd="0" parTransId="{D114B2D2-23B6-324E-ACAF-5FA79542BCD5}" sibTransId="{820B9E11-3235-CF48-8BB2-11D56676E998}"/>
    <dgm:cxn modelId="{B971C9BC-A7DA-F444-9244-F5D50F6C1EF9}" type="presOf" srcId="{99346CAB-A664-064F-AD90-219E17E5A820}" destId="{1E479C0E-5134-284A-BA5D-2CA04787094D}" srcOrd="0" destOrd="0" presId="urn:microsoft.com/office/officeart/2005/8/layout/vList2"/>
    <dgm:cxn modelId="{B08B28E7-B6E2-0C47-849B-6BE54929C902}" type="presOf" srcId="{93907170-1543-1B48-AB68-A8F311CC055F}" destId="{001F13B6-DFEA-DE49-9411-5E5F2D68446C}" srcOrd="0" destOrd="0" presId="urn:microsoft.com/office/officeart/2005/8/layout/vList2"/>
    <dgm:cxn modelId="{BE6F81EA-6B97-2B44-AC8A-4129CEA4BC52}" srcId="{976A6AC6-E4D6-4076-AC71-069039822B13}" destId="{E6308393-3FE0-7F43-8795-2B2DC00A7F40}" srcOrd="5" destOrd="0" parTransId="{AD6DA2A4-8ECC-724E-B046-36E027522434}" sibTransId="{6748E8DB-51C6-0F44-9034-F65F6584F5A5}"/>
    <dgm:cxn modelId="{38807FF3-BB09-1649-9284-DAF23F3EC33A}" srcId="{976A6AC6-E4D6-4076-AC71-069039822B13}" destId="{868CCE03-7CF9-2A47-A0C8-304ADE69C6FE}" srcOrd="2" destOrd="0" parTransId="{0EF7C990-504B-7A4E-A72C-374FAF2BE649}" sibTransId="{34A3F388-D8EB-3A4E-831A-1CD9C6865990}"/>
    <dgm:cxn modelId="{460236FB-34BD-7C4B-8098-54FD6C9D6936}" type="presOf" srcId="{868CCE03-7CF9-2A47-A0C8-304ADE69C6FE}" destId="{0B723776-6AA5-F648-B290-54F5FBD2516F}" srcOrd="0" destOrd="0" presId="urn:microsoft.com/office/officeart/2005/8/layout/vList2"/>
    <dgm:cxn modelId="{34A4D261-BFEC-4230-98BA-20110A95074B}" type="presParOf" srcId="{A895A816-07CB-4FFB-BD37-61C0945339CB}" destId="{8BCD58B8-6FE1-402F-8D2F-EAA6CD45BD6B}" srcOrd="0" destOrd="0" presId="urn:microsoft.com/office/officeart/2005/8/layout/vList2"/>
    <dgm:cxn modelId="{4F7636AB-85D8-4140-98EB-48EEFE5C37E8}" type="presParOf" srcId="{A895A816-07CB-4FFB-BD37-61C0945339CB}" destId="{560B4CBE-0155-1343-B2DB-B9CAD94F959E}" srcOrd="1" destOrd="0" presId="urn:microsoft.com/office/officeart/2005/8/layout/vList2"/>
    <dgm:cxn modelId="{95F6C4DA-30B3-E846-93A8-7405BE5ADD65}" type="presParOf" srcId="{A895A816-07CB-4FFB-BD37-61C0945339CB}" destId="{6E1A4023-FEE2-AD4C-B4F1-DD91443163DA}" srcOrd="2" destOrd="0" presId="urn:microsoft.com/office/officeart/2005/8/layout/vList2"/>
    <dgm:cxn modelId="{4E0A7001-CDA9-BA47-95AB-377745835521}" type="presParOf" srcId="{A895A816-07CB-4FFB-BD37-61C0945339CB}" destId="{645DF3BA-ACEE-134F-9015-704A28530226}" srcOrd="3" destOrd="0" presId="urn:microsoft.com/office/officeart/2005/8/layout/vList2"/>
    <dgm:cxn modelId="{03832FA1-0FA9-204C-9324-2986CEAF0E25}" type="presParOf" srcId="{A895A816-07CB-4FFB-BD37-61C0945339CB}" destId="{0B723776-6AA5-F648-B290-54F5FBD2516F}" srcOrd="4" destOrd="0" presId="urn:microsoft.com/office/officeart/2005/8/layout/vList2"/>
    <dgm:cxn modelId="{49A9D783-A16E-664D-A024-5E49207ED47F}" type="presParOf" srcId="{A895A816-07CB-4FFB-BD37-61C0945339CB}" destId="{696F2602-44D0-D34F-A7EF-F439C84656D4}" srcOrd="5" destOrd="0" presId="urn:microsoft.com/office/officeart/2005/8/layout/vList2"/>
    <dgm:cxn modelId="{A4BD2E37-E85D-9E4A-9DEB-A2F45E078493}" type="presParOf" srcId="{A895A816-07CB-4FFB-BD37-61C0945339CB}" destId="{1E479C0E-5134-284A-BA5D-2CA04787094D}" srcOrd="6" destOrd="0" presId="urn:microsoft.com/office/officeart/2005/8/layout/vList2"/>
    <dgm:cxn modelId="{9884CD12-7A7B-B34F-B524-80CCED659EDC}" type="presParOf" srcId="{A895A816-07CB-4FFB-BD37-61C0945339CB}" destId="{81D9F007-0DA0-1448-8E89-0632C6CADE87}" srcOrd="7" destOrd="0" presId="urn:microsoft.com/office/officeart/2005/8/layout/vList2"/>
    <dgm:cxn modelId="{B72DDC50-93B9-4C4C-A3CD-9B2A48DCC00C}" type="presParOf" srcId="{A895A816-07CB-4FFB-BD37-61C0945339CB}" destId="{001F13B6-DFEA-DE49-9411-5E5F2D68446C}" srcOrd="8" destOrd="0" presId="urn:microsoft.com/office/officeart/2005/8/layout/vList2"/>
    <dgm:cxn modelId="{2CAA430D-4034-D347-9012-F0F312D8DC64}" type="presParOf" srcId="{A895A816-07CB-4FFB-BD37-61C0945339CB}" destId="{1182488B-6154-C14F-B416-38734C61022E}" srcOrd="9" destOrd="0" presId="urn:microsoft.com/office/officeart/2005/8/layout/vList2"/>
    <dgm:cxn modelId="{F7B0C19D-9A9B-684C-B0D9-0F5C3A117906}" type="presParOf" srcId="{A895A816-07CB-4FFB-BD37-61C0945339CB}" destId="{298E7BDE-BA9D-DC41-81FA-F44919ADE53B}" srcOrd="10" destOrd="0" presId="urn:microsoft.com/office/officeart/2005/8/layout/vList2"/>
    <dgm:cxn modelId="{EC782A08-63B2-C44A-A6E3-111753FE26FA}" type="presParOf" srcId="{A895A816-07CB-4FFB-BD37-61C0945339CB}" destId="{F158D51B-FB03-4147-BD65-DCF3794548F9}" srcOrd="11" destOrd="0" presId="urn:microsoft.com/office/officeart/2005/8/layout/vList2"/>
    <dgm:cxn modelId="{DE07049F-067D-DE40-856A-E90A39F13C86}" type="presParOf" srcId="{A895A816-07CB-4FFB-BD37-61C0945339CB}" destId="{EDB0854E-E21F-594B-A3B9-F4910174F653}" srcOrd="12" destOrd="0" presId="urn:microsoft.com/office/officeart/2005/8/layout/vList2"/>
    <dgm:cxn modelId="{8B8FEC9D-4BA6-2043-A730-C7E04290D49E}" type="presParOf" srcId="{A895A816-07CB-4FFB-BD37-61C0945339CB}" destId="{97C086E0-1DCE-7B47-8DD4-9977BE21C580}" srcOrd="13" destOrd="0" presId="urn:microsoft.com/office/officeart/2005/8/layout/vList2"/>
    <dgm:cxn modelId="{A19BC5D4-F3FD-1C4C-9350-F98C38907D20}" type="presParOf" srcId="{A895A816-07CB-4FFB-BD37-61C0945339CB}" destId="{B7FCCDEB-AB49-CB41-981B-D1F50A10811B}"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C8D43D-31A1-479D-823A-CF10A992A00B}">
      <dsp:nvSpPr>
        <dsp:cNvPr id="0" name=""/>
        <dsp:cNvSpPr/>
      </dsp:nvSpPr>
      <dsp:spPr>
        <a:xfrm rot="5400000">
          <a:off x="2281489" y="-2188438"/>
          <a:ext cx="623568" cy="5053735"/>
        </a:xfrm>
        <a:prstGeom prst="round2Same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This requires planning. Plan carefully, think about details, and maintain their variety and simplicity!</a:t>
          </a:r>
        </a:p>
      </dsp:txBody>
      <dsp:txXfrm rot="-5400000">
        <a:off x="66406" y="57085"/>
        <a:ext cx="5023295" cy="562688"/>
      </dsp:txXfrm>
    </dsp:sp>
    <dsp:sp modelId="{81BB03DF-4C36-4B6B-AF1C-F186204603D4}">
      <dsp:nvSpPr>
        <dsp:cNvPr id="0" name=""/>
        <dsp:cNvSpPr/>
      </dsp:nvSpPr>
      <dsp:spPr>
        <a:xfrm>
          <a:off x="5053735" y="0"/>
          <a:ext cx="2842725" cy="77946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Teaching Methods</a:t>
          </a:r>
        </a:p>
      </dsp:txBody>
      <dsp:txXfrm>
        <a:off x="5091785" y="38050"/>
        <a:ext cx="2766625" cy="703360"/>
      </dsp:txXfrm>
    </dsp:sp>
    <dsp:sp modelId="{2CFFE887-8981-48CB-A1BC-A9163472E680}">
      <dsp:nvSpPr>
        <dsp:cNvPr id="0" name=""/>
        <dsp:cNvSpPr/>
      </dsp:nvSpPr>
      <dsp:spPr>
        <a:xfrm rot="5400000">
          <a:off x="2281489" y="-1288885"/>
          <a:ext cx="623568" cy="5053735"/>
        </a:xfrm>
        <a:prstGeom prst="round2SameRect">
          <a:avLst/>
        </a:prstGeom>
        <a:solidFill>
          <a:schemeClr val="accent3">
            <a:tint val="40000"/>
            <a:alpha val="90000"/>
            <a:hueOff val="2679212"/>
            <a:satOff val="-3448"/>
            <a:lumOff val="-269"/>
            <a:alphaOff val="0"/>
          </a:schemeClr>
        </a:solidFill>
        <a:ln w="25400" cap="flat" cmpd="sng" algn="ctr">
          <a:solidFill>
            <a:schemeClr val="accent3">
              <a:tint val="40000"/>
              <a:alpha val="90000"/>
              <a:hueOff val="2679212"/>
              <a:satOff val="-3448"/>
              <a:lumOff val="-2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The materials must be of high quality with attractive images. Use the available templates or standard structures!</a:t>
          </a:r>
        </a:p>
      </dsp:txBody>
      <dsp:txXfrm rot="-5400000">
        <a:off x="66406" y="956638"/>
        <a:ext cx="5023295" cy="562688"/>
      </dsp:txXfrm>
    </dsp:sp>
    <dsp:sp modelId="{0373C326-6E27-4CC9-A118-16253C855A7A}">
      <dsp:nvSpPr>
        <dsp:cNvPr id="0" name=""/>
        <dsp:cNvSpPr/>
      </dsp:nvSpPr>
      <dsp:spPr>
        <a:xfrm>
          <a:off x="5053735" y="850997"/>
          <a:ext cx="2842725" cy="779460"/>
        </a:xfrm>
        <a:prstGeom prst="roundRect">
          <a:avLst/>
        </a:prstGeom>
        <a:solidFill>
          <a:schemeClr val="accent3">
            <a:hueOff val="2812566"/>
            <a:satOff val="-4220"/>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1">
            <a:lnSpc>
              <a:spcPct val="90000"/>
            </a:lnSpc>
            <a:spcBef>
              <a:spcPct val="0"/>
            </a:spcBef>
            <a:spcAft>
              <a:spcPct val="35000"/>
            </a:spcAft>
            <a:buNone/>
          </a:pPr>
          <a:r>
            <a:rPr lang="en-US" sz="2800" kern="1200" dirty="0"/>
            <a:t>Educational</a:t>
          </a:r>
          <a:r>
            <a:rPr lang="en-US" sz="2800" kern="1200" baseline="0" dirty="0"/>
            <a:t> Materials</a:t>
          </a:r>
          <a:endParaRPr lang="en-US" sz="2800" kern="1200" dirty="0"/>
        </a:p>
      </dsp:txBody>
      <dsp:txXfrm>
        <a:off x="5091785" y="889047"/>
        <a:ext cx="2766625" cy="703360"/>
      </dsp:txXfrm>
    </dsp:sp>
    <dsp:sp modelId="{930DB8E0-7064-4F16-92C7-2F2592C921CE}">
      <dsp:nvSpPr>
        <dsp:cNvPr id="0" name=""/>
        <dsp:cNvSpPr/>
      </dsp:nvSpPr>
      <dsp:spPr>
        <a:xfrm rot="5400000">
          <a:off x="2281489" y="-508426"/>
          <a:ext cx="623568" cy="5053735"/>
        </a:xfrm>
        <a:prstGeom prst="round2SameRect">
          <a:avLst/>
        </a:prstGeom>
        <a:solidFill>
          <a:schemeClr val="accent3">
            <a:tint val="40000"/>
            <a:alpha val="90000"/>
            <a:hueOff val="5358425"/>
            <a:satOff val="-6896"/>
            <a:lumOff val="-537"/>
            <a:alphaOff val="0"/>
          </a:schemeClr>
        </a:solidFill>
        <a:ln w="25400" cap="flat" cmpd="sng" algn="ctr">
          <a:solidFill>
            <a:schemeClr val="accent3">
              <a:tint val="40000"/>
              <a:alpha val="90000"/>
              <a:hueOff val="5358425"/>
              <a:satOff val="-6896"/>
              <a:lumOff val="-53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Activities should be appropriate for the topic level and provide opportunities for interaction.</a:t>
          </a:r>
        </a:p>
      </dsp:txBody>
      <dsp:txXfrm rot="-5400000">
        <a:off x="66406" y="1737097"/>
        <a:ext cx="5023295" cy="562688"/>
      </dsp:txXfrm>
    </dsp:sp>
    <dsp:sp modelId="{6E4C5A58-EB42-4B84-AF54-4FE53DF78189}">
      <dsp:nvSpPr>
        <dsp:cNvPr id="0" name=""/>
        <dsp:cNvSpPr/>
      </dsp:nvSpPr>
      <dsp:spPr>
        <a:xfrm>
          <a:off x="5034076" y="1630458"/>
          <a:ext cx="2842725" cy="779460"/>
        </a:xfrm>
        <a:prstGeom prst="roundRect">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Classroom</a:t>
          </a:r>
          <a:r>
            <a:rPr lang="en-US" sz="2800" kern="1200" baseline="0" dirty="0"/>
            <a:t> Activities</a:t>
          </a:r>
          <a:endParaRPr lang="en-US" sz="2800" kern="1200" dirty="0"/>
        </a:p>
      </dsp:txBody>
      <dsp:txXfrm>
        <a:off x="5072126" y="1668508"/>
        <a:ext cx="2766625" cy="703360"/>
      </dsp:txXfrm>
    </dsp:sp>
    <dsp:sp modelId="{1CA7AF10-B9DF-4919-98F0-BF8C53356A1A}">
      <dsp:nvSpPr>
        <dsp:cNvPr id="0" name=""/>
        <dsp:cNvSpPr/>
      </dsp:nvSpPr>
      <dsp:spPr>
        <a:xfrm rot="5400000">
          <a:off x="2281489" y="306932"/>
          <a:ext cx="623568" cy="5053735"/>
        </a:xfrm>
        <a:prstGeom prst="round2SameRect">
          <a:avLst/>
        </a:prstGeom>
        <a:solidFill>
          <a:schemeClr val="accent3">
            <a:tint val="40000"/>
            <a:alpha val="90000"/>
            <a:hueOff val="8037638"/>
            <a:satOff val="-10345"/>
            <a:lumOff val="-806"/>
            <a:alphaOff val="0"/>
          </a:schemeClr>
        </a:solidFill>
        <a:ln w="25400" cap="flat" cmpd="sng" algn="ctr">
          <a:solidFill>
            <a:schemeClr val="accent3">
              <a:tint val="40000"/>
              <a:alpha val="90000"/>
              <a:hueOff val="8037638"/>
              <a:satOff val="-10345"/>
              <a:lumOff val="-8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 Stimulate students' interest and curiosity with interactive materials relevant to real-world application.</a:t>
          </a:r>
        </a:p>
      </dsp:txBody>
      <dsp:txXfrm rot="-5400000">
        <a:off x="66406" y="2552455"/>
        <a:ext cx="5023295" cy="562688"/>
      </dsp:txXfrm>
    </dsp:sp>
    <dsp:sp modelId="{33902961-D3EF-42D2-8888-2D76E6F0B095}">
      <dsp:nvSpPr>
        <dsp:cNvPr id="0" name=""/>
        <dsp:cNvSpPr/>
      </dsp:nvSpPr>
      <dsp:spPr>
        <a:xfrm>
          <a:off x="5053735" y="2444066"/>
          <a:ext cx="2842725" cy="779460"/>
        </a:xfrm>
        <a:prstGeom prst="roundRect">
          <a:avLst/>
        </a:prstGeom>
        <a:solidFill>
          <a:schemeClr val="accent3">
            <a:hueOff val="8437698"/>
            <a:satOff val="-12660"/>
            <a:lumOff val="-2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1">
            <a:lnSpc>
              <a:spcPct val="90000"/>
            </a:lnSpc>
            <a:spcBef>
              <a:spcPct val="0"/>
            </a:spcBef>
            <a:spcAft>
              <a:spcPct val="35000"/>
            </a:spcAft>
            <a:buNone/>
          </a:pPr>
          <a:r>
            <a:rPr lang="en-US" sz="2800" kern="1200" dirty="0"/>
            <a:t>Student Participation</a:t>
          </a:r>
        </a:p>
      </dsp:txBody>
      <dsp:txXfrm>
        <a:off x="5091785" y="2482116"/>
        <a:ext cx="2766625" cy="703360"/>
      </dsp:txXfrm>
    </dsp:sp>
    <dsp:sp modelId="{350D7F84-35EB-4FFF-8A1A-858AF224E4B2}">
      <dsp:nvSpPr>
        <dsp:cNvPr id="0" name=""/>
        <dsp:cNvSpPr/>
      </dsp:nvSpPr>
      <dsp:spPr>
        <a:xfrm rot="5400000">
          <a:off x="2281489" y="1140120"/>
          <a:ext cx="623568" cy="5053735"/>
        </a:xfrm>
        <a:prstGeom prst="round2SameRect">
          <a:avLst/>
        </a:prstGeom>
        <a:solidFill>
          <a:schemeClr val="accent3">
            <a:tint val="40000"/>
            <a:alpha val="90000"/>
            <a:hueOff val="10716850"/>
            <a:satOff val="-13793"/>
            <a:lumOff val="-1075"/>
            <a:alphaOff val="0"/>
          </a:schemeClr>
        </a:solidFill>
        <a:ln w="25400" cap="flat" cmpd="sng" algn="ctr">
          <a:solidFill>
            <a:schemeClr val="accent3">
              <a:tint val="40000"/>
              <a:alpha val="90000"/>
              <a:hueOff val="10716850"/>
              <a:satOff val="-13793"/>
              <a:lumOff val="-10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Assessments measure the previously clarified learning objectives.</a:t>
          </a:r>
        </a:p>
        <a:p>
          <a:pPr marL="114300" lvl="1" indent="-114300" algn="l" defTabSz="622300" rtl="0">
            <a:lnSpc>
              <a:spcPct val="90000"/>
            </a:lnSpc>
            <a:spcBef>
              <a:spcPct val="0"/>
            </a:spcBef>
            <a:spcAft>
              <a:spcPct val="15000"/>
            </a:spcAft>
            <a:buChar char="•"/>
          </a:pPr>
          <a:r>
            <a:rPr lang="en-US" sz="1400" kern="1200" dirty="0"/>
            <a:t> Diversity in assessment methods.</a:t>
          </a:r>
        </a:p>
      </dsp:txBody>
      <dsp:txXfrm rot="-5400000">
        <a:off x="66406" y="3385643"/>
        <a:ext cx="5023295" cy="562688"/>
      </dsp:txXfrm>
    </dsp:sp>
    <dsp:sp modelId="{32870765-68E8-4922-A54F-89D9A67AD49E}">
      <dsp:nvSpPr>
        <dsp:cNvPr id="0" name=""/>
        <dsp:cNvSpPr/>
      </dsp:nvSpPr>
      <dsp:spPr>
        <a:xfrm>
          <a:off x="5034126" y="3277263"/>
          <a:ext cx="2842725" cy="77946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Assessment and Measurement</a:t>
          </a:r>
        </a:p>
      </dsp:txBody>
      <dsp:txXfrm>
        <a:off x="5072176" y="3315313"/>
        <a:ext cx="2766625" cy="7033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CD58B8-6FE1-402F-8D2F-EAA6CD45BD6B}">
      <dsp:nvSpPr>
        <dsp:cNvPr id="0" name=""/>
        <dsp:cNvSpPr/>
      </dsp:nvSpPr>
      <dsp:spPr>
        <a:xfrm>
          <a:off x="0" y="18946"/>
          <a:ext cx="8089883" cy="47670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t>Focus on active learning</a:t>
          </a:r>
        </a:p>
      </dsp:txBody>
      <dsp:txXfrm>
        <a:off x="23271" y="42217"/>
        <a:ext cx="8043341" cy="430159"/>
      </dsp:txXfrm>
    </dsp:sp>
    <dsp:sp modelId="{6E1A4023-FEE2-AD4C-B4F1-DD91443163DA}">
      <dsp:nvSpPr>
        <dsp:cNvPr id="0" name=""/>
        <dsp:cNvSpPr/>
      </dsp:nvSpPr>
      <dsp:spPr>
        <a:xfrm>
          <a:off x="0" y="530208"/>
          <a:ext cx="8089883" cy="476701"/>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1"/>
              </a:solidFill>
            </a:rPr>
            <a:t>Use a mix of video, collaborative assignments, discussion, hands-on exercises, chat and peer review.</a:t>
          </a:r>
        </a:p>
      </dsp:txBody>
      <dsp:txXfrm>
        <a:off x="23271" y="553479"/>
        <a:ext cx="8043341" cy="430159"/>
      </dsp:txXfrm>
    </dsp:sp>
    <dsp:sp modelId="{0B723776-6AA5-F648-B290-54F5FBD2516F}">
      <dsp:nvSpPr>
        <dsp:cNvPr id="0" name=""/>
        <dsp:cNvSpPr/>
      </dsp:nvSpPr>
      <dsp:spPr>
        <a:xfrm>
          <a:off x="0" y="1041470"/>
          <a:ext cx="8089883" cy="476701"/>
        </a:xfrm>
        <a:prstGeom prst="roundRect">
          <a:avLst/>
        </a:prstGeom>
        <a:solidFill>
          <a:srgbClr val="99B83C"/>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t>Chunk your lessons</a:t>
          </a:r>
        </a:p>
      </dsp:txBody>
      <dsp:txXfrm>
        <a:off x="23271" y="1064741"/>
        <a:ext cx="8043341" cy="430159"/>
      </dsp:txXfrm>
    </dsp:sp>
    <dsp:sp modelId="{1E479C0E-5134-284A-BA5D-2CA04787094D}">
      <dsp:nvSpPr>
        <dsp:cNvPr id="0" name=""/>
        <dsp:cNvSpPr/>
      </dsp:nvSpPr>
      <dsp:spPr>
        <a:xfrm>
          <a:off x="0" y="1552732"/>
          <a:ext cx="8089883" cy="476701"/>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solidFill>
                <a:schemeClr val="tx1"/>
              </a:solidFill>
            </a:rPr>
            <a:t>Break your lessons into 10-minute chunks of information and activities and vary them.</a:t>
          </a:r>
        </a:p>
      </dsp:txBody>
      <dsp:txXfrm>
        <a:off x="23271" y="1576003"/>
        <a:ext cx="8043341" cy="430159"/>
      </dsp:txXfrm>
    </dsp:sp>
    <dsp:sp modelId="{001F13B6-DFEA-DE49-9411-5E5F2D68446C}">
      <dsp:nvSpPr>
        <dsp:cNvPr id="0" name=""/>
        <dsp:cNvSpPr/>
      </dsp:nvSpPr>
      <dsp:spPr>
        <a:xfrm>
          <a:off x="0" y="2063994"/>
          <a:ext cx="8089883" cy="476701"/>
        </a:xfrm>
        <a:prstGeom prst="roundRect">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t>Manage your time</a:t>
          </a:r>
        </a:p>
      </dsp:txBody>
      <dsp:txXfrm>
        <a:off x="23271" y="2087265"/>
        <a:ext cx="8043341" cy="430159"/>
      </dsp:txXfrm>
    </dsp:sp>
    <dsp:sp modelId="{298E7BDE-BA9D-DC41-81FA-F44919ADE53B}">
      <dsp:nvSpPr>
        <dsp:cNvPr id="0" name=""/>
        <dsp:cNvSpPr/>
      </dsp:nvSpPr>
      <dsp:spPr>
        <a:xfrm>
          <a:off x="0" y="2575255"/>
          <a:ext cx="8089883" cy="476701"/>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solidFill>
                <a:schemeClr val="tx1"/>
              </a:solidFill>
            </a:rPr>
            <a:t>Be responsive to students but set clear hours and expectations for virtual office hours, responses to their queries and feedback on their answers.</a:t>
          </a:r>
        </a:p>
      </dsp:txBody>
      <dsp:txXfrm>
        <a:off x="23271" y="2598526"/>
        <a:ext cx="8043341" cy="430159"/>
      </dsp:txXfrm>
    </dsp:sp>
    <dsp:sp modelId="{EDB0854E-E21F-594B-A3B9-F4910174F653}">
      <dsp:nvSpPr>
        <dsp:cNvPr id="0" name=""/>
        <dsp:cNvSpPr/>
      </dsp:nvSpPr>
      <dsp:spPr>
        <a:xfrm>
          <a:off x="0" y="3086517"/>
          <a:ext cx="8089883" cy="476701"/>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t>Vary the assignments</a:t>
          </a:r>
        </a:p>
      </dsp:txBody>
      <dsp:txXfrm>
        <a:off x="23271" y="3109788"/>
        <a:ext cx="8043341" cy="430159"/>
      </dsp:txXfrm>
    </dsp:sp>
    <dsp:sp modelId="{B7FCCDEB-AB49-CB41-981B-D1F50A10811B}">
      <dsp:nvSpPr>
        <dsp:cNvPr id="0" name=""/>
        <dsp:cNvSpPr/>
      </dsp:nvSpPr>
      <dsp:spPr>
        <a:xfrm>
          <a:off x="0" y="3597779"/>
          <a:ext cx="8089883" cy="476701"/>
        </a:xfrm>
        <a:prstGeom prst="roundRect">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1">
            <a:lnSpc>
              <a:spcPct val="90000"/>
            </a:lnSpc>
            <a:spcBef>
              <a:spcPct val="0"/>
            </a:spcBef>
            <a:spcAft>
              <a:spcPct val="35000"/>
            </a:spcAft>
            <a:buNone/>
          </a:pPr>
          <a:r>
            <a:rPr lang="en-US" sz="1200" kern="1200" dirty="0">
              <a:solidFill>
                <a:schemeClr val="tx1"/>
              </a:solidFill>
            </a:rPr>
            <a:t>As students become more comfortable with digital technology, incorporate recurring assignments into the course.</a:t>
          </a:r>
        </a:p>
      </dsp:txBody>
      <dsp:txXfrm>
        <a:off x="23271" y="3621050"/>
        <a:ext cx="8043341" cy="43015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latin typeface="Arial" charset="0"/>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093954A-C201-EB40-9459-342C786798D2}" type="datetimeFigureOut">
              <a:rPr lang="en-US" smtClean="0">
                <a:latin typeface="Arial" charset="0"/>
              </a:rPr>
              <a:t>9/29/25</a:t>
            </a:fld>
            <a:endParaRPr lang="en-US">
              <a:latin typeface="Arial" charset="0"/>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latin typeface="Arial" charset="0"/>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3F52853C-6216-544B-82BE-E4DDDB9FF424}" type="slidenum">
              <a:rPr lang="en-US" smtClean="0">
                <a:latin typeface="Arial" charset="0"/>
              </a:rPr>
              <a:t>‹#›</a:t>
            </a:fld>
            <a:endParaRPr lang="en-US">
              <a:latin typeface="Arial" charset="0"/>
            </a:endParaRPr>
          </a:p>
        </p:txBody>
      </p:sp>
    </p:spTree>
    <p:extLst>
      <p:ext uri="{BB962C8B-B14F-4D97-AF65-F5344CB8AC3E}">
        <p14:creationId xmlns:p14="http://schemas.microsoft.com/office/powerpoint/2010/main" val="17896620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b="0" i="0">
                <a:latin typeface="Arial" charset="0"/>
              </a:defRPr>
            </a:lvl1pPr>
          </a:lstStyle>
          <a:p>
            <a:endParaRPr lang="en-JM"/>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b="0" i="0">
                <a:latin typeface="Arial" charset="0"/>
              </a:defRPr>
            </a:lvl1pPr>
          </a:lstStyle>
          <a:p>
            <a:fld id="{7D7D0FC4-79A4-4CD6-9D21-6D2AFDDF42EC}" type="datetimeFigureOut">
              <a:rPr lang="en-JM" smtClean="0"/>
              <a:pPr/>
              <a:t>29/09/2025</a:t>
            </a:fld>
            <a:endParaRPr lang="en-JM"/>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JM"/>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b="0" i="0">
                <a:latin typeface="Arial" charset="0"/>
              </a:defRPr>
            </a:lvl1pPr>
          </a:lstStyle>
          <a:p>
            <a:endParaRPr lang="en-JM"/>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b="0" i="0">
                <a:latin typeface="Arial" charset="0"/>
              </a:defRPr>
            </a:lvl1pPr>
          </a:lstStyle>
          <a:p>
            <a:fld id="{FEA829E4-7B8F-48ED-BCF8-1C0A3C644052}" type="slidenum">
              <a:rPr lang="en-JM" smtClean="0"/>
              <a:pPr/>
              <a:t>‹#›</a:t>
            </a:fld>
            <a:endParaRPr lang="en-JM"/>
          </a:p>
        </p:txBody>
      </p:sp>
    </p:spTree>
    <p:extLst>
      <p:ext uri="{BB962C8B-B14F-4D97-AF65-F5344CB8AC3E}">
        <p14:creationId xmlns:p14="http://schemas.microsoft.com/office/powerpoint/2010/main" val="4870379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b="0" i="0" kern="1200">
        <a:solidFill>
          <a:schemeClr val="tx1"/>
        </a:solidFill>
        <a:latin typeface="Arial" charset="0"/>
        <a:ea typeface="+mn-ea"/>
        <a:cs typeface="+mn-cs"/>
      </a:defRPr>
    </a:lvl1pPr>
    <a:lvl2pPr marL="457200" algn="l" defTabSz="914400" rtl="0" eaLnBrk="1" latinLnBrk="0" hangingPunct="1">
      <a:defRPr sz="1200" b="0" i="0" kern="1200">
        <a:solidFill>
          <a:schemeClr val="tx1"/>
        </a:solidFill>
        <a:latin typeface="Arial" charset="0"/>
        <a:ea typeface="+mn-ea"/>
        <a:cs typeface="+mn-cs"/>
      </a:defRPr>
    </a:lvl2pPr>
    <a:lvl3pPr marL="914400" algn="l" defTabSz="914400" rtl="0" eaLnBrk="1" latinLnBrk="0" hangingPunct="1">
      <a:defRPr sz="1200" b="0" i="0" kern="1200">
        <a:solidFill>
          <a:schemeClr val="tx1"/>
        </a:solidFill>
        <a:latin typeface="Arial" charset="0"/>
        <a:ea typeface="+mn-ea"/>
        <a:cs typeface="+mn-cs"/>
      </a:defRPr>
    </a:lvl3pPr>
    <a:lvl4pPr marL="1371600" algn="l" defTabSz="914400" rtl="0" eaLnBrk="1" latinLnBrk="0" hangingPunct="1">
      <a:defRPr sz="1200" b="0" i="0" kern="1200">
        <a:solidFill>
          <a:schemeClr val="tx1"/>
        </a:solidFill>
        <a:latin typeface="Arial" charset="0"/>
        <a:ea typeface="+mn-ea"/>
        <a:cs typeface="+mn-cs"/>
      </a:defRPr>
    </a:lvl4pPr>
    <a:lvl5pPr marL="1828800" algn="l" defTabSz="914400" rtl="0" eaLnBrk="1" latinLnBrk="0" hangingPunct="1">
      <a:defRPr sz="1200" b="0" i="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chronicle.com/interactives/advice-online-teachin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insidehighered.com/digital-learning/article/2017/07/12/7-guidelines-effective-teaching-onlin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teachercenter.withgoogle.com/fundamentals/unit?unit=1&amp;lesson=2"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irectpoll.com/c?XDVhEtiyGKGrkHbJ9hL2Z8hBSnJyhqFuPl"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directpoll.com/r?XDbzPBd3ixYqg8AVvzpKuelO6eOB1N9i7SsRrUhNwG2" TargetMode="External"/><Relationship Id="rId5" Type="http://schemas.openxmlformats.org/officeDocument/2006/relationships/hyperlink" Target="https://directpoll.com/v?XDVhEtiyGKGrkHbJ9hL2Z8hBSnJyhBlXy" TargetMode="External"/><Relationship Id="rId4" Type="http://schemas.openxmlformats.org/officeDocument/2006/relationships/hyperlink" Target="http://etc.ch/d7Jj"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2</a:t>
            </a:fld>
            <a:endParaRPr lang="en-JM"/>
          </a:p>
        </p:txBody>
      </p:sp>
    </p:spTree>
    <p:extLst>
      <p:ext uri="{BB962C8B-B14F-4D97-AF65-F5344CB8AC3E}">
        <p14:creationId xmlns:p14="http://schemas.microsoft.com/office/powerpoint/2010/main" val="2102325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LM – go through objectives and why. Goal of this session is to introduce participants to concepts. Many of you already understand and are already using online learning. Our session and some activities reflect that however we are hoping to guide all through the use of this whether you have been leading online sessions for years or just trying to get started. This will be a stretch area for many of our faculty and students. We will need patience in this process but also a perseverance to keep moving forward </a:t>
            </a:r>
          </a:p>
          <a:p>
            <a:endParaRPr lang="en-US"/>
          </a:p>
          <a:p>
            <a:r>
              <a:rPr lang="en-US"/>
              <a:t>E Learning/ E TEACHING is more than just posting a series of </a:t>
            </a:r>
            <a:r>
              <a:rPr lang="en-US" err="1"/>
              <a:t>powerpoint</a:t>
            </a:r>
            <a:r>
              <a:rPr lang="en-US"/>
              <a:t> lectures online. It is active and in motion</a:t>
            </a:r>
          </a:p>
          <a:p>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3</a:t>
            </a:fld>
            <a:endParaRPr lang="en-JM"/>
          </a:p>
        </p:txBody>
      </p:sp>
    </p:spTree>
    <p:extLst>
      <p:ext uri="{BB962C8B-B14F-4D97-AF65-F5344CB8AC3E}">
        <p14:creationId xmlns:p14="http://schemas.microsoft.com/office/powerpoint/2010/main" val="2328882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Quick formative assessment model to gauge starting point for all </a:t>
            </a:r>
          </a:p>
        </p:txBody>
      </p:sp>
      <p:sp>
        <p:nvSpPr>
          <p:cNvPr id="4" name="Slide Number Placeholder 3"/>
          <p:cNvSpPr>
            <a:spLocks noGrp="1"/>
          </p:cNvSpPr>
          <p:nvPr>
            <p:ph type="sldNum" sz="quarter" idx="5"/>
          </p:nvPr>
        </p:nvSpPr>
        <p:spPr/>
        <p:txBody>
          <a:bodyPr/>
          <a:lstStyle/>
          <a:p>
            <a:fld id="{FEA829E4-7B8F-48ED-BCF8-1C0A3C644052}" type="slidenum">
              <a:rPr lang="en-JM" smtClean="0"/>
              <a:pPr/>
              <a:t>4</a:t>
            </a:fld>
            <a:endParaRPr lang="en-JM"/>
          </a:p>
        </p:txBody>
      </p:sp>
    </p:spTree>
    <p:extLst>
      <p:ext uri="{BB962C8B-B14F-4D97-AF65-F5344CB8AC3E}">
        <p14:creationId xmlns:p14="http://schemas.microsoft.com/office/powerpoint/2010/main" val="2414454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lvl="0"/>
            <a:r>
              <a:rPr lang="en-US" sz="1200" b="1" i="0" kern="1200">
                <a:solidFill>
                  <a:schemeClr val="tx1"/>
                </a:solidFill>
                <a:effectLst/>
                <a:latin typeface="Arial"/>
                <a:cs typeface="Arial"/>
              </a:rPr>
              <a:t>Self-paced and asynchronous:</a:t>
            </a:r>
            <a:r>
              <a:rPr lang="en-US" sz="1200" b="0" i="0" kern="1200">
                <a:solidFill>
                  <a:schemeClr val="tx1"/>
                </a:solidFill>
                <a:effectLst/>
                <a:latin typeface="Arial"/>
                <a:cs typeface="Arial"/>
              </a:rPr>
              <a:t> Learners learn at their own pace and path. This consists of pre-recorded and established resources which a learner can access at any time. There are no time constraints and no requirements for a student to complete section one before section two, for example. The instructor pre-records and develops the learning experience then allows each learner to have autonomy and select their learning journey without constraints. Instructors can still be available for technical or learning support.</a:t>
            </a:r>
          </a:p>
          <a:p>
            <a:pPr lvl="0"/>
            <a:r>
              <a:rPr lang="en-US" sz="1200" b="1" i="0" kern="1200">
                <a:solidFill>
                  <a:schemeClr val="tx1"/>
                </a:solidFill>
                <a:effectLst/>
                <a:latin typeface="Arial"/>
                <a:cs typeface="Arial"/>
              </a:rPr>
              <a:t>Self-paced and synchronous: </a:t>
            </a:r>
            <a:r>
              <a:rPr lang="en-US" sz="1200" b="0" i="0" kern="1200">
                <a:solidFill>
                  <a:schemeClr val="tx1"/>
                </a:solidFill>
                <a:effectLst/>
                <a:latin typeface="Arial"/>
                <a:cs typeface="Arial"/>
              </a:rPr>
              <a:t>Like self-paced and asynchronous, except the e-learning materials are presented in a specific order and the platform provides guidance for progressing in the course. For example, although there may not be a deadline to complete section one, students may still need to complete it before progressing to section two.</a:t>
            </a:r>
          </a:p>
          <a:p>
            <a:pPr lvl="0"/>
            <a:r>
              <a:rPr lang="en-US" sz="1200" b="1" i="0" kern="1200">
                <a:solidFill>
                  <a:schemeClr val="tx1"/>
                </a:solidFill>
                <a:effectLst/>
                <a:latin typeface="Arial"/>
                <a:cs typeface="Arial"/>
              </a:rPr>
              <a:t>Facilitated and synchronous:</a:t>
            </a:r>
            <a:r>
              <a:rPr lang="en-US" sz="1200" b="0" i="0" kern="1200">
                <a:solidFill>
                  <a:schemeClr val="tx1"/>
                </a:solidFill>
                <a:effectLst/>
                <a:latin typeface="Arial"/>
                <a:cs typeface="Arial"/>
              </a:rPr>
              <a:t> The trainer provides a linear syllabus or course/training agenda with specific dates and deadlines. The trainer guides the learner through each topic and resource which follows in chronological order. The instructor is very involved in the learner’s experience. This may include live virtual classrooms, moderated discussion forums, assignments with feedback from the instructor, and trainer assessment to be completed at a specific date after the materials have been reviewed. This methodology includes one-time live trainings.</a:t>
            </a:r>
          </a:p>
          <a:p>
            <a:pPr lvl="0"/>
            <a:r>
              <a:rPr lang="en-US" sz="1200" b="1" i="0" kern="1200">
                <a:solidFill>
                  <a:schemeClr val="tx1"/>
                </a:solidFill>
                <a:effectLst/>
                <a:latin typeface="Arial"/>
                <a:cs typeface="Arial"/>
              </a:rPr>
              <a:t>Blended Learning</a:t>
            </a:r>
            <a:r>
              <a:rPr lang="en-US" sz="1200" b="0" i="0" kern="1200">
                <a:solidFill>
                  <a:schemeClr val="tx1"/>
                </a:solidFill>
                <a:effectLst/>
                <a:latin typeface="Arial"/>
                <a:cs typeface="Arial"/>
              </a:rPr>
              <a:t>: </a:t>
            </a:r>
            <a:r>
              <a:rPr lang="en-US" sz="1200" b="1" i="0" kern="1200">
                <a:solidFill>
                  <a:schemeClr val="tx1"/>
                </a:solidFill>
                <a:effectLst/>
                <a:latin typeface="Arial"/>
                <a:cs typeface="Arial"/>
              </a:rPr>
              <a:t>A blended, or mixed approach, is very common in online learning. This may include a series of pre-recorded videos, required and optional resources, moderated or un-moderated discussion forums, modules which participants complete within a specific time frame but at their own pace and determining which order to review, and live classrooms. </a:t>
            </a:r>
            <a:r>
              <a:rPr lang="en-US" sz="1200" b="0" i="0" kern="1200">
                <a:solidFill>
                  <a:schemeClr val="tx1"/>
                </a:solidFill>
                <a:effectLst/>
                <a:latin typeface="Arial"/>
                <a:cs typeface="Arial"/>
              </a:rPr>
              <a:t>In a more traditional sense, blended-learning may also include in-person components.</a:t>
            </a:r>
          </a:p>
          <a:p>
            <a:r>
              <a:rPr lang="en-US">
                <a:latin typeface="Arial"/>
                <a:cs typeface="Arial"/>
              </a:rPr>
              <a:t>Source: IREX Remote Training Handbook</a:t>
            </a:r>
            <a:endParaRPr lang="en-US">
              <a:cs typeface="Arial"/>
            </a:endParaRPr>
          </a:p>
          <a:p>
            <a:endParaRPr lang="en-US">
              <a:cs typeface="Arial" charset="0"/>
            </a:endParaRPr>
          </a:p>
        </p:txBody>
      </p:sp>
      <p:sp>
        <p:nvSpPr>
          <p:cNvPr id="4" name="Slide Number Placeholder 3"/>
          <p:cNvSpPr>
            <a:spLocks noGrp="1"/>
          </p:cNvSpPr>
          <p:nvPr>
            <p:ph type="sldNum" sz="quarter" idx="10"/>
          </p:nvPr>
        </p:nvSpPr>
        <p:spPr/>
        <p:txBody>
          <a:bodyPr/>
          <a:lstStyle/>
          <a:p>
            <a:fld id="{FEA829E4-7B8F-48ED-BCF8-1C0A3C644052}" type="slidenum">
              <a:rPr lang="en-JM" smtClean="0"/>
              <a:pPr/>
              <a:t>5</a:t>
            </a:fld>
            <a:endParaRPr lang="en-JM"/>
          </a:p>
        </p:txBody>
      </p:sp>
    </p:spTree>
    <p:extLst>
      <p:ext uri="{BB962C8B-B14F-4D97-AF65-F5344CB8AC3E}">
        <p14:creationId xmlns:p14="http://schemas.microsoft.com/office/powerpoint/2010/main" val="937785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a:solidFill>
                  <a:schemeClr val="tx1"/>
                </a:solidFill>
                <a:effectLst/>
                <a:latin typeface="Arial"/>
                <a:cs typeface="Arial"/>
              </a:rPr>
              <a:t>Learning management system.</a:t>
            </a:r>
            <a:r>
              <a:rPr lang="en-US" sz="1200" b="0" i="0" kern="1200">
                <a:solidFill>
                  <a:schemeClr val="tx1"/>
                </a:solidFill>
                <a:effectLst/>
                <a:latin typeface="Arial"/>
                <a:cs typeface="Arial"/>
              </a:rPr>
              <a:t> Otherwise known as an LMS. Online classes typically take place via your institution’s chosen learning-management system — a platform that include communication, content delivery, and assessment tools to facilitate the teaching-and-learning process.</a:t>
            </a:r>
            <a:r>
              <a:rPr lang="en-US">
                <a:latin typeface="Arial"/>
                <a:cs typeface="Arial"/>
              </a:rPr>
              <a:t> Examples of common LMSs include Google Classroom, Moodle and many others. An LMS can be used with synchronous and asynchronous online learning </a:t>
            </a:r>
            <a:endParaRPr lang="en-US" sz="1200" b="0" i="0" kern="1200">
              <a:solidFill>
                <a:schemeClr val="tx1"/>
              </a:solidFill>
              <a:effectLst/>
              <a:latin typeface="Arial" charset="0"/>
              <a:ea typeface="+mn-ea"/>
              <a:cs typeface="+mn-cs"/>
            </a:endParaRPr>
          </a:p>
          <a:p>
            <a:endParaRPr lang="en-US" sz="1200" b="0" i="0" kern="1200">
              <a:solidFill>
                <a:schemeClr val="tx1"/>
              </a:solidFill>
              <a:effectLst/>
              <a:latin typeface="Arial" charset="0"/>
              <a:cs typeface="Arial"/>
            </a:endParaRPr>
          </a:p>
          <a:p>
            <a:r>
              <a:rPr lang="en-US" b="1">
                <a:latin typeface="Arial"/>
                <a:cs typeface="Arial"/>
              </a:rPr>
              <a:t>Video Conferencing System- </a:t>
            </a:r>
            <a:r>
              <a:rPr lang="en-US" b="0">
                <a:latin typeface="Arial"/>
                <a:cs typeface="Arial"/>
              </a:rPr>
              <a:t>this is a web based video system that allows for video meetings in real time. Common systems include Zoom, GoToMeeting, </a:t>
            </a:r>
            <a:r>
              <a:rPr lang="en-US" b="0" err="1">
                <a:latin typeface="Arial"/>
                <a:cs typeface="Arial"/>
              </a:rPr>
              <a:t>CiscoWebEX</a:t>
            </a:r>
            <a:r>
              <a:rPr lang="en-US" b="0">
                <a:latin typeface="Arial"/>
                <a:cs typeface="Arial"/>
              </a:rPr>
              <a:t>, and others. These are used for synchronous teaching </a:t>
            </a:r>
            <a:endParaRPr lang="en-US">
              <a:cs typeface="Arial"/>
            </a:endParaRPr>
          </a:p>
          <a:p>
            <a:endParaRPr lang="en-US">
              <a:cs typeface="Arial"/>
            </a:endParaRPr>
          </a:p>
          <a:p>
            <a:endParaRPr lang="en-US">
              <a:cs typeface="Arial" charset="0"/>
            </a:endParaRPr>
          </a:p>
          <a:p>
            <a:r>
              <a:rPr lang="en-US" sz="1200" b="1" i="0" kern="1200">
                <a:solidFill>
                  <a:schemeClr val="tx1"/>
                </a:solidFill>
                <a:effectLst/>
                <a:latin typeface="Arial"/>
                <a:cs typeface="Arial"/>
              </a:rPr>
              <a:t>Module.</a:t>
            </a:r>
            <a:r>
              <a:rPr lang="en-US" sz="1200" b="0" i="0" kern="1200">
                <a:solidFill>
                  <a:schemeClr val="tx1"/>
                </a:solidFill>
                <a:effectLst/>
                <a:latin typeface="Arial"/>
                <a:cs typeface="Arial"/>
              </a:rPr>
              <a:t> The most common unit of organization for an online class is a module. Instructors use modules to organize class materials into topics. They’re ordered sequentially and contain all course materials and learning activities for that particular topic or unit.</a:t>
            </a:r>
          </a:p>
          <a:p>
            <a:r>
              <a:rPr lang="en-US" sz="1200" b="0" i="0" kern="1200">
                <a:solidFill>
                  <a:schemeClr val="tx1"/>
                </a:solidFill>
                <a:effectLst/>
                <a:latin typeface="Arial"/>
                <a:cs typeface="Arial"/>
              </a:rPr>
              <a:t>Source: </a:t>
            </a:r>
            <a:r>
              <a:rPr lang="en-US">
                <a:latin typeface="Arial"/>
                <a:cs typeface="Arial"/>
                <a:hlinkClick r:id="rId3"/>
              </a:rPr>
              <a:t>https://www.chronicle.com/interactives/advice-online-teaching</a:t>
            </a:r>
            <a:endParaRPr lang="en-US">
              <a:latin typeface="Arial"/>
              <a:cs typeface="Arial"/>
            </a:endParaRPr>
          </a:p>
          <a:p>
            <a:endParaRPr lang="en-US" sz="1200" b="0" i="0" kern="1200">
              <a:solidFill>
                <a:schemeClr val="tx1"/>
              </a:solidFill>
              <a:effectLst/>
              <a:latin typeface="Arial" charset="0"/>
              <a:ea typeface="+mn-ea"/>
              <a:cs typeface="+mn-cs"/>
            </a:endParaRPr>
          </a:p>
          <a:p>
            <a:r>
              <a:rPr lang="en-US" sz="1200" b="0" i="0" kern="1200">
                <a:solidFill>
                  <a:schemeClr val="tx1"/>
                </a:solidFill>
                <a:effectLst/>
                <a:latin typeface="Arial"/>
                <a:cs typeface="Arial"/>
              </a:rPr>
              <a:t>A MOOC is a massive open online course, usually (but not always) delivered free of charge or for a small fee. Typically MOOCs are open to all meaning that there are no enrollment requirements.</a:t>
            </a:r>
            <a:r>
              <a:rPr lang="en-US">
                <a:latin typeface="Arial"/>
                <a:cs typeface="Arial"/>
              </a:rPr>
              <a:t> </a:t>
            </a:r>
            <a:endParaRPr lang="en-US" sz="1200" b="0" i="0" kern="1200">
              <a:solidFill>
                <a:schemeClr val="tx1"/>
              </a:solidFill>
              <a:effectLst/>
              <a:latin typeface="Arial" charset="0"/>
              <a:cs typeface="Arial"/>
            </a:endParaRPr>
          </a:p>
          <a:p>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6</a:t>
            </a:fld>
            <a:endParaRPr lang="en-JM"/>
          </a:p>
        </p:txBody>
      </p:sp>
    </p:spTree>
    <p:extLst>
      <p:ext uri="{BB962C8B-B14F-4D97-AF65-F5344CB8AC3E}">
        <p14:creationId xmlns:p14="http://schemas.microsoft.com/office/powerpoint/2010/main" val="1924049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See what comes through in the chat (may be a lot of responses simultaneously); use responses as a means to discuss the current need as one potential way to structure this topic; additional ideas on next slide</a:t>
            </a:r>
          </a:p>
        </p:txBody>
      </p:sp>
      <p:sp>
        <p:nvSpPr>
          <p:cNvPr id="4" name="Slide Number Placeholder 3"/>
          <p:cNvSpPr>
            <a:spLocks noGrp="1"/>
          </p:cNvSpPr>
          <p:nvPr>
            <p:ph type="sldNum" sz="quarter" idx="5"/>
          </p:nvPr>
        </p:nvSpPr>
        <p:spPr/>
        <p:txBody>
          <a:bodyPr/>
          <a:lstStyle/>
          <a:p>
            <a:fld id="{FEA829E4-7B8F-48ED-BCF8-1C0A3C644052}" type="slidenum">
              <a:rPr lang="en-JM" smtClean="0"/>
              <a:pPr/>
              <a:t>7</a:t>
            </a:fld>
            <a:endParaRPr lang="en-JM"/>
          </a:p>
        </p:txBody>
      </p:sp>
    </p:spTree>
    <p:extLst>
      <p:ext uri="{BB962C8B-B14F-4D97-AF65-F5344CB8AC3E}">
        <p14:creationId xmlns:p14="http://schemas.microsoft.com/office/powerpoint/2010/main" val="1523429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Why e-learning and why now</a:t>
            </a:r>
          </a:p>
          <a:p>
            <a:endParaRPr lang="en-US"/>
          </a:p>
          <a:p>
            <a:r>
              <a:rPr lang="en-US"/>
              <a:t>Big picture- needs to learn</a:t>
            </a:r>
          </a:p>
          <a:p>
            <a:endParaRPr lang="en-US"/>
          </a:p>
          <a:p>
            <a:r>
              <a:rPr lang="en-US"/>
              <a:t>Current situation- one access point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8</a:t>
            </a:fld>
            <a:endParaRPr lang="en-JM"/>
          </a:p>
        </p:txBody>
      </p:sp>
    </p:spTree>
    <p:extLst>
      <p:ext uri="{BB962C8B-B14F-4D97-AF65-F5344CB8AC3E}">
        <p14:creationId xmlns:p14="http://schemas.microsoft.com/office/powerpoint/2010/main" val="330419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dirty="0"/>
              <a:t>Correct answer is all of these!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9</a:t>
            </a:fld>
            <a:endParaRPr lang="en-JM"/>
          </a:p>
        </p:txBody>
      </p:sp>
    </p:spTree>
    <p:extLst>
      <p:ext uri="{BB962C8B-B14F-4D97-AF65-F5344CB8AC3E}">
        <p14:creationId xmlns:p14="http://schemas.microsoft.com/office/powerpoint/2010/main" val="882730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This is an individual reflection exercise  where each faculty member takes just a moment to reflect on their own; using this as basis for an assignment post-session as well</a:t>
            </a:r>
          </a:p>
          <a:p>
            <a:endParaRPr lang="en-US"/>
          </a:p>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10</a:t>
            </a:fld>
            <a:endParaRPr lang="en-JM"/>
          </a:p>
        </p:txBody>
      </p:sp>
    </p:spTree>
    <p:extLst>
      <p:ext uri="{BB962C8B-B14F-4D97-AF65-F5344CB8AC3E}">
        <p14:creationId xmlns:p14="http://schemas.microsoft.com/office/powerpoint/2010/main" val="4046303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many best practices related to e-learning. Here are a few to start us. These are big picture areas however we are going into detail in tips and ways you can move active learning online. and we will provide a ‘Best Practices in E-Learning Checklist’ at the end of the lesson for more! </a:t>
            </a:r>
          </a:p>
        </p:txBody>
      </p:sp>
      <p:sp>
        <p:nvSpPr>
          <p:cNvPr id="4" name="Slide Number Placeholder 3"/>
          <p:cNvSpPr>
            <a:spLocks noGrp="1"/>
          </p:cNvSpPr>
          <p:nvPr>
            <p:ph type="sldNum" sz="quarter" idx="10"/>
          </p:nvPr>
        </p:nvSpPr>
        <p:spPr/>
        <p:txBody>
          <a:bodyPr/>
          <a:lstStyle/>
          <a:p>
            <a:fld id="{FEA829E4-7B8F-48ED-BCF8-1C0A3C644052}" type="slidenum">
              <a:rPr lang="en-JM" smtClean="0"/>
              <a:pPr/>
              <a:t>11</a:t>
            </a:fld>
            <a:endParaRPr lang="en-JM"/>
          </a:p>
        </p:txBody>
      </p:sp>
    </p:spTree>
    <p:extLst>
      <p:ext uri="{BB962C8B-B14F-4D97-AF65-F5344CB8AC3E}">
        <p14:creationId xmlns:p14="http://schemas.microsoft.com/office/powerpoint/2010/main" val="367168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Reference to include in facilitator notes: </a:t>
            </a:r>
            <a:r>
              <a:rPr lang="en-US">
                <a:hlinkClick r:id="rId3"/>
              </a:rPr>
              <a:t>https://www.insidehighered.com/digital-learning/article/2017/07/12/7-guidelines-effective-teaching-online</a:t>
            </a:r>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12</a:t>
            </a:fld>
            <a:endParaRPr lang="en-JM"/>
          </a:p>
        </p:txBody>
      </p:sp>
    </p:spTree>
    <p:extLst>
      <p:ext uri="{BB962C8B-B14F-4D97-AF65-F5344CB8AC3E}">
        <p14:creationId xmlns:p14="http://schemas.microsoft.com/office/powerpoint/2010/main" val="237872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Source: </a:t>
            </a:r>
            <a:r>
              <a:rPr lang="en-US">
                <a:hlinkClick r:id="rId3"/>
              </a:rPr>
              <a:t>https://teachercenter.withgoogle.com/fundamentals/unit?unit=1&amp;lesson=2</a:t>
            </a:r>
            <a:endParaRPr lang="en-US"/>
          </a:p>
        </p:txBody>
      </p:sp>
      <p:sp>
        <p:nvSpPr>
          <p:cNvPr id="4" name="Slide Number Placeholder 3"/>
          <p:cNvSpPr>
            <a:spLocks noGrp="1"/>
          </p:cNvSpPr>
          <p:nvPr>
            <p:ph type="sldNum" sz="quarter" idx="10"/>
          </p:nvPr>
        </p:nvSpPr>
        <p:spPr/>
        <p:txBody>
          <a:bodyPr/>
          <a:lstStyle/>
          <a:p>
            <a:fld id="{FEA829E4-7B8F-48ED-BCF8-1C0A3C644052}" type="slidenum">
              <a:rPr lang="en-JM" smtClean="0"/>
              <a:pPr/>
              <a:t>13</a:t>
            </a:fld>
            <a:endParaRPr lang="en-JM"/>
          </a:p>
        </p:txBody>
      </p:sp>
    </p:spTree>
    <p:extLst>
      <p:ext uri="{BB962C8B-B14F-4D97-AF65-F5344CB8AC3E}">
        <p14:creationId xmlns:p14="http://schemas.microsoft.com/office/powerpoint/2010/main" val="2150103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Materials from IREX Remote Training Handbook</a:t>
            </a:r>
          </a:p>
        </p:txBody>
      </p:sp>
      <p:sp>
        <p:nvSpPr>
          <p:cNvPr id="4" name="Slide Number Placeholder 3"/>
          <p:cNvSpPr>
            <a:spLocks noGrp="1"/>
          </p:cNvSpPr>
          <p:nvPr>
            <p:ph type="sldNum" sz="quarter" idx="5"/>
          </p:nvPr>
        </p:nvSpPr>
        <p:spPr/>
        <p:txBody>
          <a:bodyPr/>
          <a:lstStyle/>
          <a:p>
            <a:fld id="{FEA829E4-7B8F-48ED-BCF8-1C0A3C644052}" type="slidenum">
              <a:rPr lang="en-JM" smtClean="0"/>
              <a:pPr/>
              <a:t>14</a:t>
            </a:fld>
            <a:endParaRPr lang="en-JM"/>
          </a:p>
        </p:txBody>
      </p:sp>
    </p:spTree>
    <p:extLst>
      <p:ext uri="{BB962C8B-B14F-4D97-AF65-F5344CB8AC3E}">
        <p14:creationId xmlns:p14="http://schemas.microsoft.com/office/powerpoint/2010/main" val="653969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Materials from IREX Remote Training Handbook</a:t>
            </a:r>
          </a:p>
        </p:txBody>
      </p:sp>
      <p:sp>
        <p:nvSpPr>
          <p:cNvPr id="4" name="Slide Number Placeholder 3"/>
          <p:cNvSpPr>
            <a:spLocks noGrp="1"/>
          </p:cNvSpPr>
          <p:nvPr>
            <p:ph type="sldNum" sz="quarter" idx="5"/>
          </p:nvPr>
        </p:nvSpPr>
        <p:spPr/>
        <p:txBody>
          <a:bodyPr/>
          <a:lstStyle/>
          <a:p>
            <a:fld id="{FEA829E4-7B8F-48ED-BCF8-1C0A3C644052}" type="slidenum">
              <a:rPr lang="en-JM" smtClean="0"/>
              <a:pPr/>
              <a:t>15</a:t>
            </a:fld>
            <a:endParaRPr lang="en-JM"/>
          </a:p>
        </p:txBody>
      </p:sp>
    </p:spTree>
    <p:extLst>
      <p:ext uri="{BB962C8B-B14F-4D97-AF65-F5344CB8AC3E}">
        <p14:creationId xmlns:p14="http://schemas.microsoft.com/office/powerpoint/2010/main" val="407949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A829E4-7B8F-48ED-BCF8-1C0A3C644052}" type="slidenum">
              <a:rPr lang="en-JM" smtClean="0"/>
              <a:pPr/>
              <a:t>16</a:t>
            </a:fld>
            <a:endParaRPr lang="en-JM"/>
          </a:p>
        </p:txBody>
      </p:sp>
    </p:spTree>
    <p:extLst>
      <p:ext uri="{BB962C8B-B14F-4D97-AF65-F5344CB8AC3E}">
        <p14:creationId xmlns:p14="http://schemas.microsoft.com/office/powerpoint/2010/main" val="1246457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sz="1200" b="0" i="0" kern="120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FEA829E4-7B8F-48ED-BCF8-1C0A3C644052}" type="slidenum">
              <a:rPr lang="en-JM" smtClean="0"/>
              <a:pPr/>
              <a:t>18</a:t>
            </a:fld>
            <a:endParaRPr lang="en-JM"/>
          </a:p>
        </p:txBody>
      </p:sp>
    </p:spTree>
    <p:extLst>
      <p:ext uri="{BB962C8B-B14F-4D97-AF65-F5344CB8AC3E}">
        <p14:creationId xmlns:p14="http://schemas.microsoft.com/office/powerpoint/2010/main" val="3775257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0" i="0" kern="1200">
                <a:solidFill>
                  <a:schemeClr val="tx1"/>
                </a:solidFill>
                <a:effectLst/>
                <a:latin typeface="Arial" charset="0"/>
                <a:ea typeface="+mn-ea"/>
                <a:cs typeface="+mn-cs"/>
              </a:rPr>
              <a:t>Type your </a:t>
            </a:r>
            <a:r>
              <a:rPr lang="en-US" sz="1200" b="0" i="0" kern="1200" err="1">
                <a:solidFill>
                  <a:schemeClr val="tx1"/>
                </a:solidFill>
                <a:effectLst/>
                <a:latin typeface="Arial" charset="0"/>
                <a:ea typeface="+mn-ea"/>
                <a:cs typeface="+mn-cs"/>
              </a:rPr>
              <a:t>respnoses</a:t>
            </a:r>
            <a:r>
              <a:rPr lang="en-US" sz="1200" b="0" i="0" kern="1200">
                <a:solidFill>
                  <a:schemeClr val="tx1"/>
                </a:solidFill>
                <a:effectLst/>
                <a:latin typeface="Arial" charset="0"/>
                <a:ea typeface="+mn-ea"/>
                <a:cs typeface="+mn-cs"/>
              </a:rPr>
              <a:t> in the chat box</a:t>
            </a:r>
          </a:p>
        </p:txBody>
      </p:sp>
      <p:sp>
        <p:nvSpPr>
          <p:cNvPr id="4" name="Slide Number Placeholder 3"/>
          <p:cNvSpPr>
            <a:spLocks noGrp="1"/>
          </p:cNvSpPr>
          <p:nvPr>
            <p:ph type="sldNum" sz="quarter" idx="5"/>
          </p:nvPr>
        </p:nvSpPr>
        <p:spPr/>
        <p:txBody>
          <a:bodyPr/>
          <a:lstStyle/>
          <a:p>
            <a:fld id="{FEA829E4-7B8F-48ED-BCF8-1C0A3C644052}" type="slidenum">
              <a:rPr lang="en-JM" smtClean="0"/>
              <a:pPr/>
              <a:t>19</a:t>
            </a:fld>
            <a:endParaRPr lang="en-JM"/>
          </a:p>
        </p:txBody>
      </p:sp>
    </p:spTree>
    <p:extLst>
      <p:ext uri="{BB962C8B-B14F-4D97-AF65-F5344CB8AC3E}">
        <p14:creationId xmlns:p14="http://schemas.microsoft.com/office/powerpoint/2010/main" val="2272229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a:solidFill>
                  <a:schemeClr val="tx1"/>
                </a:solidFill>
                <a:effectLst/>
                <a:latin typeface="Arial" charset="0"/>
                <a:ea typeface="+mn-ea"/>
                <a:cs typeface="+mn-cs"/>
              </a:rPr>
              <a:t>This is a free tool you can use for formative assessments. This allows you to create polls for up to 500 participants. The first 500 responses here will be taken</a:t>
            </a:r>
          </a:p>
          <a:p>
            <a:endParaRPr lang="en-US" sz="1200" b="1" i="0" kern="1200">
              <a:solidFill>
                <a:schemeClr val="tx1"/>
              </a:solidFill>
              <a:effectLst/>
              <a:latin typeface="Arial" charset="0"/>
              <a:ea typeface="+mn-ea"/>
              <a:cs typeface="+mn-cs"/>
            </a:endParaRPr>
          </a:p>
          <a:p>
            <a:r>
              <a:rPr lang="en-US" sz="1200" b="1" i="0" kern="1200">
                <a:solidFill>
                  <a:schemeClr val="tx1"/>
                </a:solidFill>
                <a:effectLst/>
                <a:latin typeface="Arial" charset="0"/>
                <a:ea typeface="+mn-ea"/>
                <a:cs typeface="+mn-cs"/>
              </a:rPr>
              <a:t>Your Cockpit link</a:t>
            </a:r>
          </a:p>
          <a:p>
            <a:r>
              <a:rPr lang="en-US" sz="1200" b="0" i="0" u="sng" kern="1200">
                <a:solidFill>
                  <a:schemeClr val="tx1"/>
                </a:solidFill>
                <a:effectLst/>
                <a:latin typeface="Arial" charset="0"/>
                <a:ea typeface="+mn-ea"/>
                <a:cs typeface="+mn-cs"/>
                <a:hlinkClick r:id="rId3"/>
              </a:rPr>
              <a:t>https://directpoll.com/c?XDVhEtiyGKGrkHbJ9hL2Z8hBSnJyhqFuPl</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link will always bring you back to your poll cockpit. Make sure not to lose this link. Losing it means your poll is lost.</a:t>
            </a:r>
          </a:p>
          <a:p>
            <a:r>
              <a:rPr lang="en-US" sz="1200" b="0" i="0" kern="1200">
                <a:solidFill>
                  <a:schemeClr val="tx1"/>
                </a:solidFill>
                <a:effectLst/>
                <a:latin typeface="Arial" charset="0"/>
                <a:ea typeface="+mn-ea"/>
                <a:cs typeface="+mn-cs"/>
              </a:rPr>
              <a:t>Please note that the poll expires 30 days after you last saved your poll. You'll receive a notification before this happens. Just save your poll again to get another 30 days.</a:t>
            </a:r>
          </a:p>
          <a:p>
            <a:endParaRPr lang="en-US" sz="1200" b="1" i="0" kern="1200">
              <a:solidFill>
                <a:schemeClr val="tx1"/>
              </a:solidFill>
              <a:effectLst/>
              <a:latin typeface="Arial" charset="0"/>
              <a:ea typeface="+mn-ea"/>
              <a:cs typeface="+mn-cs"/>
            </a:endParaRPr>
          </a:p>
          <a:p>
            <a:endParaRPr lang="en-US" sz="1200" b="1" i="0" kern="1200">
              <a:solidFill>
                <a:schemeClr val="tx1"/>
              </a:solidFill>
              <a:effectLst/>
              <a:latin typeface="Arial" charset="0"/>
              <a:ea typeface="+mn-ea"/>
              <a:cs typeface="+mn-cs"/>
            </a:endParaRPr>
          </a:p>
          <a:p>
            <a:r>
              <a:rPr lang="en-US" sz="1200" b="1" i="0" kern="1200">
                <a:solidFill>
                  <a:schemeClr val="tx1"/>
                </a:solidFill>
                <a:effectLst/>
                <a:latin typeface="Arial" charset="0"/>
                <a:ea typeface="+mn-ea"/>
                <a:cs typeface="+mn-cs"/>
              </a:rPr>
              <a:t>Vote link for your audience</a:t>
            </a:r>
          </a:p>
          <a:p>
            <a:r>
              <a:rPr lang="en-US" sz="1200" b="0" i="0" u="sng" kern="1200">
                <a:solidFill>
                  <a:schemeClr val="tx1"/>
                </a:solidFill>
                <a:effectLst/>
                <a:latin typeface="Arial" charset="0"/>
                <a:ea typeface="+mn-ea"/>
                <a:cs typeface="+mn-cs"/>
                <a:hlinkClick r:id="rId4"/>
              </a:rPr>
              <a:t>http://etc.ch/d7Jj</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Forward this link to your audience and ask them to load it on their (mobile) devices. We're offering a QR code too to assure an easy access for your voters. The QR code will be shown on the result page before the poll is started.</a:t>
            </a:r>
          </a:p>
          <a:p>
            <a:r>
              <a:rPr lang="en-US" sz="1200" b="0" i="0" u="sng" kern="1200">
                <a:solidFill>
                  <a:schemeClr val="tx1"/>
                </a:solidFill>
                <a:effectLst/>
                <a:latin typeface="Arial" charset="0"/>
                <a:ea typeface="+mn-ea"/>
                <a:cs typeface="+mn-cs"/>
                <a:hlinkClick r:id="rId5"/>
              </a:rPr>
              <a:t>https://directpoll.com/v?XDVhEtiyGKGrkHbJ9hL2Z8hBSnJyhBlXy</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is the actual full link to your voting-page. Use this if you setup your own redirect for your audience.</a:t>
            </a:r>
          </a:p>
          <a:p>
            <a:r>
              <a:rPr lang="en-US" sz="1200" b="1" i="0" kern="1200">
                <a:solidFill>
                  <a:schemeClr val="tx1"/>
                </a:solidFill>
                <a:effectLst/>
                <a:latin typeface="Arial" charset="0"/>
                <a:ea typeface="+mn-ea"/>
                <a:cs typeface="+mn-cs"/>
              </a:rPr>
              <a:t>Result link</a:t>
            </a:r>
          </a:p>
          <a:p>
            <a:r>
              <a:rPr lang="en-US" sz="1200" b="0" i="0" u="sng" kern="1200">
                <a:solidFill>
                  <a:schemeClr val="tx1"/>
                </a:solidFill>
                <a:effectLst/>
                <a:latin typeface="Arial" charset="0"/>
                <a:ea typeface="+mn-ea"/>
                <a:cs typeface="+mn-cs"/>
                <a:hlinkClick r:id="rId6"/>
              </a:rPr>
              <a:t>https://directpoll.com/r?XDbzPBd3ixYqg8AVvzpKuelO6eOB1N9i7SsRrUhNwG2</a:t>
            </a:r>
            <a:r>
              <a:rPr lang="en-US" sz="1200" b="0" i="0" kern="1200">
                <a:solidFill>
                  <a:schemeClr val="tx1"/>
                </a:solidFill>
                <a:effectLst/>
                <a:latin typeface="Arial" charset="0"/>
                <a:ea typeface="+mn-ea"/>
                <a:cs typeface="+mn-cs"/>
              </a:rPr>
              <a:t> </a:t>
            </a:r>
          </a:p>
          <a:p>
            <a:r>
              <a:rPr lang="en-US" sz="1200" b="0" i="0" kern="1200">
                <a:solidFill>
                  <a:schemeClr val="tx1"/>
                </a:solidFill>
                <a:effectLst/>
                <a:latin typeface="Arial" charset="0"/>
                <a:ea typeface="+mn-ea"/>
                <a:cs typeface="+mn-cs"/>
              </a:rPr>
              <a:t>This link will always show the real-time results of the current question. You can use it to display the results on a big screen to let your audience enjoy the live-experience of answers coming in. </a:t>
            </a:r>
            <a:br>
              <a:rPr lang="en-US" sz="1200" b="0" i="0" kern="1200">
                <a:solidFill>
                  <a:schemeClr val="tx1"/>
                </a:solidFill>
                <a:effectLst/>
                <a:latin typeface="Arial" charset="0"/>
                <a:ea typeface="+mn-ea"/>
                <a:cs typeface="+mn-cs"/>
              </a:rPr>
            </a:br>
            <a:r>
              <a:rPr lang="en-US" sz="1200" b="0" i="0" kern="1200">
                <a:solidFill>
                  <a:schemeClr val="tx1"/>
                </a:solidFill>
                <a:effectLst/>
                <a:latin typeface="Arial" charset="0"/>
                <a:ea typeface="+mn-ea"/>
                <a:cs typeface="+mn-cs"/>
              </a:rPr>
              <a:t>The result-screen shows the QR code before the poll is started. This guarantees easy access for your voters.</a:t>
            </a:r>
          </a:p>
        </p:txBody>
      </p:sp>
      <p:sp>
        <p:nvSpPr>
          <p:cNvPr id="4" name="Slide Number Placeholder 3"/>
          <p:cNvSpPr>
            <a:spLocks noGrp="1"/>
          </p:cNvSpPr>
          <p:nvPr>
            <p:ph type="sldNum" sz="quarter" idx="5"/>
          </p:nvPr>
        </p:nvSpPr>
        <p:spPr/>
        <p:txBody>
          <a:bodyPr/>
          <a:lstStyle/>
          <a:p>
            <a:fld id="{FEA829E4-7B8F-48ED-BCF8-1C0A3C644052}" type="slidenum">
              <a:rPr lang="en-JM" smtClean="0"/>
              <a:pPr/>
              <a:t>20</a:t>
            </a:fld>
            <a:endParaRPr lang="en-JM"/>
          </a:p>
        </p:txBody>
      </p:sp>
    </p:spTree>
    <p:extLst>
      <p:ext uri="{BB962C8B-B14F-4D97-AF65-F5344CB8AC3E}">
        <p14:creationId xmlns:p14="http://schemas.microsoft.com/office/powerpoint/2010/main" val="3370716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21</a:t>
            </a:fld>
            <a:endParaRPr lang="en-JM"/>
          </a:p>
        </p:txBody>
      </p:sp>
    </p:spTree>
    <p:extLst>
      <p:ext uri="{BB962C8B-B14F-4D97-AF65-F5344CB8AC3E}">
        <p14:creationId xmlns:p14="http://schemas.microsoft.com/office/powerpoint/2010/main" val="3220641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EA829E4-7B8F-48ED-BCF8-1C0A3C644052}" type="slidenum">
              <a:rPr lang="en-JM" smtClean="0"/>
              <a:pPr/>
              <a:t>22</a:t>
            </a:fld>
            <a:endParaRPr lang="en-JM"/>
          </a:p>
        </p:txBody>
      </p:sp>
    </p:spTree>
    <p:extLst>
      <p:ext uri="{BB962C8B-B14F-4D97-AF65-F5344CB8AC3E}">
        <p14:creationId xmlns:p14="http://schemas.microsoft.com/office/powerpoint/2010/main" val="269343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sp>
        <p:nvSpPr>
          <p:cNvPr id="2" name="Title 1"/>
          <p:cNvSpPr>
            <a:spLocks noGrp="1"/>
          </p:cNvSpPr>
          <p:nvPr>
            <p:ph type="ctrTitle"/>
          </p:nvPr>
        </p:nvSpPr>
        <p:spPr>
          <a:xfrm>
            <a:off x="685800" y="1123955"/>
            <a:ext cx="7772400" cy="1102519"/>
          </a:xfrm>
        </p:spPr>
        <p:txBody>
          <a:bodyPr/>
          <a:lstStyle>
            <a:lvl1pPr algn="ctr">
              <a:defRPr baseline="0">
                <a:solidFill>
                  <a:srgbClr val="009BA0"/>
                </a:solidFill>
                <a:latin typeface="arial" charset="0"/>
              </a:defRPr>
            </a:lvl1pPr>
          </a:lstStyle>
          <a:p>
            <a:r>
              <a:rPr lang="en-US"/>
              <a:t>Click to edit Master title style</a:t>
            </a:r>
            <a:endParaRPr lang="en-JM"/>
          </a:p>
        </p:txBody>
      </p:sp>
      <p:sp>
        <p:nvSpPr>
          <p:cNvPr id="3" name="Subtitle 2"/>
          <p:cNvSpPr>
            <a:spLocks noGrp="1"/>
          </p:cNvSpPr>
          <p:nvPr>
            <p:ph type="subTitle" idx="1"/>
          </p:nvPr>
        </p:nvSpPr>
        <p:spPr>
          <a:xfrm>
            <a:off x="1371600" y="2440786"/>
            <a:ext cx="6400800" cy="664369"/>
          </a:xfrm>
        </p:spPr>
        <p:txBody>
          <a:bodyPr/>
          <a:lstStyle>
            <a:lvl1pPr marL="0" indent="0" algn="ctr">
              <a:buNone/>
              <a:defRPr>
                <a:solidFill>
                  <a:srgbClr val="17375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JM"/>
          </a:p>
        </p:txBody>
      </p:sp>
    </p:spTree>
    <p:extLst>
      <p:ext uri="{BB962C8B-B14F-4D97-AF65-F5344CB8AC3E}">
        <p14:creationId xmlns:p14="http://schemas.microsoft.com/office/powerpoint/2010/main" val="63253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24"/>
          <p:cNvSpPr>
            <a:spLocks noGrp="1"/>
          </p:cNvSpPr>
          <p:nvPr>
            <p:ph type="pic" sz="quarter" idx="14"/>
          </p:nvPr>
        </p:nvSpPr>
        <p:spPr>
          <a:xfrm>
            <a:off x="0" y="1504953"/>
            <a:ext cx="3429000" cy="3082925"/>
          </a:xfrm>
        </p:spPr>
        <p:txBody>
          <a:bodyPr>
            <a:normAutofit/>
          </a:bodyPr>
          <a:lstStyle>
            <a:lvl1pPr marL="0" indent="0">
              <a:buFontTx/>
              <a:buNone/>
              <a:defRPr sz="1000">
                <a:solidFill>
                  <a:srgbClr val="17375E"/>
                </a:solidFill>
              </a:defRPr>
            </a:lvl1pPr>
          </a:lstStyle>
          <a:p>
            <a:endParaRPr lang="en-JM"/>
          </a:p>
        </p:txBody>
      </p:sp>
      <p:sp>
        <p:nvSpPr>
          <p:cNvPr id="9" name="Text Placeholder 26"/>
          <p:cNvSpPr>
            <a:spLocks noGrp="1"/>
          </p:cNvSpPr>
          <p:nvPr>
            <p:ph type="body" sz="quarter" idx="15"/>
          </p:nvPr>
        </p:nvSpPr>
        <p:spPr>
          <a:xfrm>
            <a:off x="3733800" y="2046286"/>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a:p>
        </p:txBody>
      </p:sp>
      <p:sp>
        <p:nvSpPr>
          <p:cNvPr id="10" name="Text Placeholder 26"/>
          <p:cNvSpPr>
            <a:spLocks noGrp="1"/>
          </p:cNvSpPr>
          <p:nvPr>
            <p:ph type="body" sz="quarter" idx="16"/>
          </p:nvPr>
        </p:nvSpPr>
        <p:spPr>
          <a:xfrm>
            <a:off x="6407150" y="2038348"/>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a:p>
        </p:txBody>
      </p:sp>
      <p:sp>
        <p:nvSpPr>
          <p:cNvPr id="11" name="Text Placeholder 26"/>
          <p:cNvSpPr>
            <a:spLocks noGrp="1"/>
          </p:cNvSpPr>
          <p:nvPr>
            <p:ph type="body" sz="quarter" idx="17"/>
          </p:nvPr>
        </p:nvSpPr>
        <p:spPr>
          <a:xfrm>
            <a:off x="3736975" y="3633926"/>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a:p>
        </p:txBody>
      </p:sp>
      <p:sp>
        <p:nvSpPr>
          <p:cNvPr id="12" name="Text Placeholder 26"/>
          <p:cNvSpPr>
            <a:spLocks noGrp="1"/>
          </p:cNvSpPr>
          <p:nvPr>
            <p:ph type="body" sz="quarter" idx="18"/>
          </p:nvPr>
        </p:nvSpPr>
        <p:spPr>
          <a:xfrm>
            <a:off x="6410325" y="3625988"/>
            <a:ext cx="2127250" cy="830262"/>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endParaRPr lang="en-JM"/>
          </a:p>
        </p:txBody>
      </p:sp>
      <p:sp>
        <p:nvSpPr>
          <p:cNvPr id="13" name="Text Placeholder 32"/>
          <p:cNvSpPr>
            <a:spLocks noGrp="1"/>
          </p:cNvSpPr>
          <p:nvPr>
            <p:ph type="body" sz="quarter" idx="19"/>
          </p:nvPr>
        </p:nvSpPr>
        <p:spPr>
          <a:xfrm>
            <a:off x="4114800" y="1673225"/>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4" name="Text Placeholder 32"/>
          <p:cNvSpPr>
            <a:spLocks noGrp="1"/>
          </p:cNvSpPr>
          <p:nvPr>
            <p:ph type="body" sz="quarter" idx="20"/>
          </p:nvPr>
        </p:nvSpPr>
        <p:spPr>
          <a:xfrm>
            <a:off x="6781800" y="1673225"/>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5" name="Text Placeholder 32"/>
          <p:cNvSpPr>
            <a:spLocks noGrp="1"/>
          </p:cNvSpPr>
          <p:nvPr>
            <p:ph type="body" sz="quarter" idx="21"/>
          </p:nvPr>
        </p:nvSpPr>
        <p:spPr>
          <a:xfrm>
            <a:off x="4114800" y="3257552"/>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6" name="Text Placeholder 32"/>
          <p:cNvSpPr>
            <a:spLocks noGrp="1"/>
          </p:cNvSpPr>
          <p:nvPr>
            <p:ph type="body" sz="quarter" idx="22"/>
          </p:nvPr>
        </p:nvSpPr>
        <p:spPr>
          <a:xfrm>
            <a:off x="6781800" y="3257552"/>
            <a:ext cx="1600200" cy="308115"/>
          </a:xfrm>
        </p:spPr>
        <p:txBody>
          <a:bodyPr>
            <a:normAutofit/>
          </a:bodyPr>
          <a:lstStyle>
            <a:lvl1pPr marL="0" indent="0">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408817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10"/>
          <p:cNvSpPr>
            <a:spLocks noGrp="1"/>
          </p:cNvSpPr>
          <p:nvPr>
            <p:ph type="pic" sz="quarter" idx="26"/>
          </p:nvPr>
        </p:nvSpPr>
        <p:spPr>
          <a:xfrm>
            <a:off x="4299000" y="1657350"/>
            <a:ext cx="1797000" cy="2514600"/>
          </a:xfrm>
        </p:spPr>
        <p:txBody>
          <a:bodyPr>
            <a:normAutofit/>
          </a:bodyPr>
          <a:lstStyle>
            <a:lvl1pPr>
              <a:defRPr sz="1200"/>
            </a:lvl1pPr>
          </a:lstStyle>
          <a:p>
            <a:endParaRPr lang="en-US"/>
          </a:p>
        </p:txBody>
      </p:sp>
      <p:sp>
        <p:nvSpPr>
          <p:cNvPr id="6" name="Picture Placeholder 10"/>
          <p:cNvSpPr>
            <a:spLocks noGrp="1"/>
          </p:cNvSpPr>
          <p:nvPr>
            <p:ph type="pic" sz="quarter" idx="27"/>
          </p:nvPr>
        </p:nvSpPr>
        <p:spPr>
          <a:xfrm>
            <a:off x="539800" y="1657350"/>
            <a:ext cx="1797000" cy="2514600"/>
          </a:xfrm>
        </p:spPr>
        <p:txBody>
          <a:bodyPr>
            <a:normAutofit/>
          </a:bodyPr>
          <a:lstStyle>
            <a:lvl1pPr>
              <a:defRPr sz="1200"/>
            </a:lvl1pPr>
          </a:lstStyle>
          <a:p>
            <a:endParaRPr lang="en-US"/>
          </a:p>
        </p:txBody>
      </p:sp>
      <p:sp>
        <p:nvSpPr>
          <p:cNvPr id="7"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745458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Text Placeholder 3"/>
          <p:cNvSpPr>
            <a:spLocks noGrp="1"/>
          </p:cNvSpPr>
          <p:nvPr>
            <p:ph type="body" sz="quarter" idx="60"/>
          </p:nvPr>
        </p:nvSpPr>
        <p:spPr>
          <a:xfrm>
            <a:off x="4572006" y="1711278"/>
            <a:ext cx="2919699" cy="304800"/>
          </a:xfrm>
        </p:spPr>
        <p:txBody>
          <a:bodyPr anchor="ctr">
            <a:noAutofit/>
          </a:bodyPr>
          <a:lstStyle>
            <a:lvl1pPr marL="0" indent="0" algn="l">
              <a:buFontTx/>
              <a:buNone/>
              <a:defRPr sz="1200" b="0" i="0">
                <a:solidFill>
                  <a:schemeClr val="tx1">
                    <a:lumMod val="65000"/>
                    <a:lumOff val="3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11" name="Text Placeholder 3"/>
          <p:cNvSpPr>
            <a:spLocks noGrp="1"/>
          </p:cNvSpPr>
          <p:nvPr>
            <p:ph type="body" sz="quarter" idx="70"/>
          </p:nvPr>
        </p:nvSpPr>
        <p:spPr>
          <a:xfrm>
            <a:off x="624505" y="3867150"/>
            <a:ext cx="2336540" cy="304800"/>
          </a:xfrm>
        </p:spPr>
        <p:txBody>
          <a:bodyPr>
            <a:noAutofit/>
          </a:bodyPr>
          <a:lstStyle>
            <a:lvl1pPr marL="0" indent="0" algn="ctr">
              <a:buFontTx/>
              <a:buNone/>
              <a:defRPr sz="1200" b="0" i="0">
                <a:solidFill>
                  <a:schemeClr val="tx1">
                    <a:lumMod val="65000"/>
                    <a:lumOff val="35000"/>
                  </a:schemeClr>
                </a:solidFill>
                <a:latin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12" name="Text Placeholder 7"/>
          <p:cNvSpPr>
            <a:spLocks noGrp="1"/>
          </p:cNvSpPr>
          <p:nvPr>
            <p:ph type="body" sz="quarter" idx="71"/>
          </p:nvPr>
        </p:nvSpPr>
        <p:spPr>
          <a:xfrm>
            <a:off x="4071423" y="2152650"/>
            <a:ext cx="4081981" cy="876300"/>
          </a:xfrm>
        </p:spPr>
        <p:txBody>
          <a:bodyPr>
            <a:noAutofit/>
          </a:bodyPr>
          <a:lstStyle>
            <a:lvl1pPr marL="0" indent="0" algn="l">
              <a:buFontTx/>
              <a:buNone/>
              <a:defRPr sz="1100">
                <a:solidFill>
                  <a:srgbClr val="A6A6A6"/>
                </a:solidFill>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13" name="Picture Placeholder 28"/>
          <p:cNvSpPr>
            <a:spLocks noGrp="1" noChangeAspect="1"/>
          </p:cNvSpPr>
          <p:nvPr>
            <p:ph type="pic" sz="quarter" idx="50"/>
          </p:nvPr>
        </p:nvSpPr>
        <p:spPr>
          <a:xfrm>
            <a:off x="700710" y="1771650"/>
            <a:ext cx="2271095" cy="1701000"/>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9"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075114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13" name="Picture Placeholder 28"/>
          <p:cNvSpPr>
            <a:spLocks noGrp="1" noChangeAspect="1"/>
          </p:cNvSpPr>
          <p:nvPr>
            <p:ph type="pic" sz="quarter" idx="50"/>
          </p:nvPr>
        </p:nvSpPr>
        <p:spPr>
          <a:xfrm>
            <a:off x="26220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0" name="Picture Placeholder 28"/>
          <p:cNvSpPr>
            <a:spLocks noGrp="1" noChangeAspect="1"/>
          </p:cNvSpPr>
          <p:nvPr>
            <p:ph type="pic" sz="quarter" idx="51"/>
          </p:nvPr>
        </p:nvSpPr>
        <p:spPr>
          <a:xfrm>
            <a:off x="38949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4" name="Picture Placeholder 28"/>
          <p:cNvSpPr>
            <a:spLocks noGrp="1" noChangeAspect="1"/>
          </p:cNvSpPr>
          <p:nvPr>
            <p:ph type="pic" sz="quarter" idx="52"/>
          </p:nvPr>
        </p:nvSpPr>
        <p:spPr>
          <a:xfrm>
            <a:off x="5167802"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6" name="Picture Placeholder 28"/>
          <p:cNvSpPr>
            <a:spLocks noGrp="1" noChangeAspect="1"/>
          </p:cNvSpPr>
          <p:nvPr>
            <p:ph type="pic" sz="quarter" idx="53"/>
          </p:nvPr>
        </p:nvSpPr>
        <p:spPr>
          <a:xfrm>
            <a:off x="3262805"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7" name="Picture Placeholder 28"/>
          <p:cNvSpPr>
            <a:spLocks noGrp="1" noChangeAspect="1"/>
          </p:cNvSpPr>
          <p:nvPr>
            <p:ph type="pic" sz="quarter" idx="54"/>
          </p:nvPr>
        </p:nvSpPr>
        <p:spPr>
          <a:xfrm>
            <a:off x="4558204"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9" name="Picture Placeholder 28"/>
          <p:cNvSpPr>
            <a:spLocks noGrp="1" noChangeAspect="1"/>
          </p:cNvSpPr>
          <p:nvPr>
            <p:ph type="pic" sz="quarter" idx="55"/>
          </p:nvPr>
        </p:nvSpPr>
        <p:spPr>
          <a:xfrm>
            <a:off x="6432005" y="18097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20" name="Picture Placeholder 28"/>
          <p:cNvSpPr>
            <a:spLocks noGrp="1" noChangeAspect="1"/>
          </p:cNvSpPr>
          <p:nvPr>
            <p:ph type="pic" sz="quarter" idx="56"/>
          </p:nvPr>
        </p:nvSpPr>
        <p:spPr>
          <a:xfrm>
            <a:off x="5777405" y="2876553"/>
            <a:ext cx="1223999" cy="917999"/>
          </a:xfrm>
          <a:prstGeom prst="ellipse">
            <a:avLst/>
          </a:prstGeom>
          <a:ln w="76200" cap="sq">
            <a:noFill/>
            <a:miter lim="800000"/>
          </a:ln>
          <a:effectLst>
            <a:innerShdw blurRad="114300">
              <a:schemeClr val="bg1">
                <a:lumMod val="50000"/>
              </a:schemeClr>
            </a:innerShdw>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720294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81153"/>
            <a:ext cx="8229600" cy="3047999"/>
          </a:xfrm>
        </p:spPr>
        <p:txBody>
          <a:bodyPr>
            <a:normAutofit/>
          </a:bodyPr>
          <a:lstStyle>
            <a:lvl1pPr>
              <a:defRPr sz="1400"/>
            </a:lvl1pPr>
            <a:lvl2pPr>
              <a:defRPr sz="12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122527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7" name="Content Placeholder 13"/>
          <p:cNvSpPr>
            <a:spLocks noGrp="1"/>
          </p:cNvSpPr>
          <p:nvPr>
            <p:ph sz="quarter" idx="13"/>
          </p:nvPr>
        </p:nvSpPr>
        <p:spPr>
          <a:xfrm>
            <a:off x="6096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a:p>
        </p:txBody>
      </p:sp>
      <p:sp>
        <p:nvSpPr>
          <p:cNvPr id="9" name="Content Placeholder 13"/>
          <p:cNvSpPr>
            <a:spLocks noGrp="1"/>
          </p:cNvSpPr>
          <p:nvPr>
            <p:ph sz="quarter" idx="42"/>
          </p:nvPr>
        </p:nvSpPr>
        <p:spPr>
          <a:xfrm>
            <a:off x="34290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a:p>
        </p:txBody>
      </p:sp>
      <p:sp>
        <p:nvSpPr>
          <p:cNvPr id="10" name="Content Placeholder 13"/>
          <p:cNvSpPr>
            <a:spLocks noGrp="1"/>
          </p:cNvSpPr>
          <p:nvPr>
            <p:ph sz="quarter" idx="43"/>
          </p:nvPr>
        </p:nvSpPr>
        <p:spPr>
          <a:xfrm>
            <a:off x="6324600" y="2133600"/>
            <a:ext cx="2362200" cy="2266950"/>
          </a:xfrm>
        </p:spPr>
        <p:txBody>
          <a:bodyPr>
            <a:normAutofit/>
          </a:bodyPr>
          <a:lstStyle>
            <a:lvl1pPr algn="ctr">
              <a:buNone/>
              <a:defRPr sz="900" b="0" i="0">
                <a:solidFill>
                  <a:srgbClr val="A6A6A6"/>
                </a:solidFill>
                <a:latin typeface="Arial" charset="0"/>
                <a:cs typeface="Arial" charset="0"/>
              </a:defRPr>
            </a:lvl1pPr>
          </a:lstStyle>
          <a:p>
            <a:pPr lvl="0"/>
            <a:endParaRPr lang="en-JM"/>
          </a:p>
        </p:txBody>
      </p:sp>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704880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Picture Placeholder 27"/>
          <p:cNvSpPr>
            <a:spLocks noGrp="1"/>
          </p:cNvSpPr>
          <p:nvPr>
            <p:ph type="pic" sz="quarter" idx="24"/>
          </p:nvPr>
        </p:nvSpPr>
        <p:spPr>
          <a:xfrm>
            <a:off x="0" y="1486852"/>
            <a:ext cx="2276856" cy="2423160"/>
          </a:xfrm>
        </p:spPr>
        <p:txBody>
          <a:bodyPr>
            <a:normAutofit/>
          </a:bodyPr>
          <a:lstStyle>
            <a:lvl1pPr>
              <a:defRPr sz="1100"/>
            </a:lvl1pPr>
          </a:lstStyle>
          <a:p>
            <a:endParaRPr lang="en-JM"/>
          </a:p>
        </p:txBody>
      </p:sp>
      <p:sp>
        <p:nvSpPr>
          <p:cNvPr id="8" name="Picture Placeholder 27"/>
          <p:cNvSpPr>
            <a:spLocks noGrp="1"/>
          </p:cNvSpPr>
          <p:nvPr>
            <p:ph type="pic" sz="quarter" idx="25"/>
          </p:nvPr>
        </p:nvSpPr>
        <p:spPr>
          <a:xfrm>
            <a:off x="2286000" y="1486852"/>
            <a:ext cx="2276856" cy="2423160"/>
          </a:xfrm>
        </p:spPr>
        <p:txBody>
          <a:bodyPr>
            <a:normAutofit/>
          </a:bodyPr>
          <a:lstStyle>
            <a:lvl1pPr>
              <a:defRPr sz="1100"/>
            </a:lvl1pPr>
          </a:lstStyle>
          <a:p>
            <a:endParaRPr lang="en-JM"/>
          </a:p>
        </p:txBody>
      </p:sp>
      <p:sp>
        <p:nvSpPr>
          <p:cNvPr id="9" name="Picture Placeholder 27"/>
          <p:cNvSpPr>
            <a:spLocks noGrp="1"/>
          </p:cNvSpPr>
          <p:nvPr>
            <p:ph type="pic" sz="quarter" idx="26"/>
          </p:nvPr>
        </p:nvSpPr>
        <p:spPr>
          <a:xfrm>
            <a:off x="4572000" y="1485900"/>
            <a:ext cx="2276856" cy="2423160"/>
          </a:xfrm>
        </p:spPr>
        <p:txBody>
          <a:bodyPr>
            <a:normAutofit/>
          </a:bodyPr>
          <a:lstStyle>
            <a:lvl1pPr>
              <a:defRPr sz="1100"/>
            </a:lvl1pPr>
          </a:lstStyle>
          <a:p>
            <a:endParaRPr lang="en-JM"/>
          </a:p>
        </p:txBody>
      </p:sp>
      <p:sp>
        <p:nvSpPr>
          <p:cNvPr id="10" name="Picture Placeholder 27"/>
          <p:cNvSpPr>
            <a:spLocks noGrp="1"/>
          </p:cNvSpPr>
          <p:nvPr>
            <p:ph type="pic" sz="quarter" idx="27"/>
          </p:nvPr>
        </p:nvSpPr>
        <p:spPr>
          <a:xfrm>
            <a:off x="6858000" y="1485900"/>
            <a:ext cx="2286000" cy="2423160"/>
          </a:xfrm>
        </p:spPr>
        <p:txBody>
          <a:bodyPr>
            <a:normAutofit/>
          </a:bodyPr>
          <a:lstStyle>
            <a:lvl1pPr>
              <a:defRPr sz="1100"/>
            </a:lvl1pPr>
          </a:lstStyle>
          <a:p>
            <a:endParaRPr lang="en-JM"/>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3" name="Text Placeholder 17"/>
          <p:cNvSpPr>
            <a:spLocks noGrp="1"/>
          </p:cNvSpPr>
          <p:nvPr>
            <p:ph type="body" sz="quarter" idx="28"/>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74297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13" name="Picture Placeholder 28"/>
          <p:cNvSpPr>
            <a:spLocks noGrp="1" noChangeAspect="1"/>
          </p:cNvSpPr>
          <p:nvPr>
            <p:ph type="pic" sz="quarter" idx="50"/>
          </p:nvPr>
        </p:nvSpPr>
        <p:spPr>
          <a:xfrm>
            <a:off x="609603"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5" name="Picture Placeholder 28"/>
          <p:cNvSpPr>
            <a:spLocks noGrp="1" noChangeAspect="1"/>
          </p:cNvSpPr>
          <p:nvPr>
            <p:ph type="pic" sz="quarter" idx="51"/>
          </p:nvPr>
        </p:nvSpPr>
        <p:spPr>
          <a:xfrm>
            <a:off x="2463001"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6" name="Picture Placeholder 28"/>
          <p:cNvSpPr>
            <a:spLocks noGrp="1" noChangeAspect="1"/>
          </p:cNvSpPr>
          <p:nvPr>
            <p:ph type="pic" sz="quarter" idx="52"/>
          </p:nvPr>
        </p:nvSpPr>
        <p:spPr>
          <a:xfrm>
            <a:off x="4346453"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7" name="Picture Placeholder 28"/>
          <p:cNvSpPr>
            <a:spLocks noGrp="1" noChangeAspect="1"/>
          </p:cNvSpPr>
          <p:nvPr>
            <p:ph type="pic" sz="quarter" idx="53"/>
          </p:nvPr>
        </p:nvSpPr>
        <p:spPr>
          <a:xfrm>
            <a:off x="6273006" y="1885952"/>
            <a:ext cx="1727999" cy="1295999"/>
          </a:xfrm>
          <a:prstGeom prst="ellipse">
            <a:avLst/>
          </a:prstGeom>
          <a:ln w="76200" cap="sq">
            <a:noFill/>
            <a:miter lim="800000"/>
          </a:ln>
          <a:effectLst/>
        </p:spPr>
        <p:txBody>
          <a:bodyPr>
            <a:normAutofit/>
          </a:bodyPr>
          <a:lstStyle>
            <a:lvl1pPr marL="0" indent="0" algn="ctr">
              <a:buFontTx/>
              <a:buNone/>
              <a:defRPr sz="1400" b="0" i="0">
                <a:solidFill>
                  <a:schemeClr val="tx1">
                    <a:lumMod val="50000"/>
                    <a:lumOff val="50000"/>
                  </a:schemeClr>
                </a:solidFill>
                <a:latin typeface="Arial" charset="0"/>
                <a:cs typeface="Arial" charset="0"/>
              </a:defRPr>
            </a:lvl1pPr>
          </a:lstStyle>
          <a:p>
            <a:endParaRPr lang="en-JM"/>
          </a:p>
        </p:txBody>
      </p:sp>
      <p:sp>
        <p:nvSpPr>
          <p:cNvPr id="18" name="Text Placeholder 3"/>
          <p:cNvSpPr>
            <a:spLocks noGrp="1"/>
          </p:cNvSpPr>
          <p:nvPr>
            <p:ph type="body" sz="quarter" idx="57"/>
          </p:nvPr>
        </p:nvSpPr>
        <p:spPr>
          <a:xfrm>
            <a:off x="2514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19" name="Text Placeholder 3"/>
          <p:cNvSpPr>
            <a:spLocks noGrp="1"/>
          </p:cNvSpPr>
          <p:nvPr>
            <p:ph type="body" sz="quarter" idx="58"/>
          </p:nvPr>
        </p:nvSpPr>
        <p:spPr>
          <a:xfrm>
            <a:off x="4419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20" name="Text Placeholder 3"/>
          <p:cNvSpPr>
            <a:spLocks noGrp="1"/>
          </p:cNvSpPr>
          <p:nvPr>
            <p:ph type="body" sz="quarter" idx="59"/>
          </p:nvPr>
        </p:nvSpPr>
        <p:spPr>
          <a:xfrm>
            <a:off x="6273001"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21" name="Text Placeholder 3"/>
          <p:cNvSpPr>
            <a:spLocks noGrp="1"/>
          </p:cNvSpPr>
          <p:nvPr>
            <p:ph type="body" sz="quarter" idx="60"/>
          </p:nvPr>
        </p:nvSpPr>
        <p:spPr>
          <a:xfrm>
            <a:off x="609600" y="3638550"/>
            <a:ext cx="1676400" cy="304800"/>
          </a:xfrm>
        </p:spPr>
        <p:txBody>
          <a:bodyPr>
            <a:noAutofit/>
          </a:bodyPr>
          <a:lstStyle>
            <a:lvl1pPr marL="0" indent="0" algn="ctr">
              <a:buFontTx/>
              <a:buNone/>
              <a:defRPr sz="1200" b="0" i="0">
                <a:solidFill>
                  <a:schemeClr val="tx1">
                    <a:lumMod val="75000"/>
                    <a:lumOff val="25000"/>
                  </a:schemeClr>
                </a:solidFill>
                <a:latin typeface="Arial" charset="0"/>
                <a:ea typeface="Arial" charset="0"/>
                <a:cs typeface="Arial" charset="0"/>
              </a:defRPr>
            </a:lvl1pPr>
            <a:lvl2pPr marL="457200" indent="0">
              <a:buFontTx/>
              <a:buNone/>
              <a:defRPr sz="1400">
                <a:solidFill>
                  <a:schemeClr val="tx1">
                    <a:lumMod val="75000"/>
                    <a:lumOff val="25000"/>
                  </a:schemeClr>
                </a:solidFill>
                <a:latin typeface="Nexa Bold" pitchFamily="50" charset="0"/>
              </a:defRPr>
            </a:lvl2pPr>
            <a:lvl3pPr marL="914400" indent="0">
              <a:buFontTx/>
              <a:buNone/>
              <a:defRPr sz="1200">
                <a:solidFill>
                  <a:schemeClr val="tx1">
                    <a:lumMod val="75000"/>
                    <a:lumOff val="25000"/>
                  </a:schemeClr>
                </a:solidFill>
                <a:latin typeface="Nexa Bold" pitchFamily="50" charset="0"/>
              </a:defRPr>
            </a:lvl3pPr>
            <a:lvl4pPr marL="1371600" indent="0">
              <a:buFontTx/>
              <a:buNone/>
              <a:defRPr sz="1100">
                <a:solidFill>
                  <a:schemeClr val="tx1">
                    <a:lumMod val="75000"/>
                    <a:lumOff val="25000"/>
                  </a:schemeClr>
                </a:solidFill>
                <a:latin typeface="Nexa Bold" pitchFamily="50" charset="0"/>
              </a:defRPr>
            </a:lvl4pPr>
            <a:lvl5pPr marL="1828800" indent="0">
              <a:buFontTx/>
              <a:buNone/>
              <a:defRPr sz="1100">
                <a:solidFill>
                  <a:schemeClr val="tx1">
                    <a:lumMod val="75000"/>
                    <a:lumOff val="25000"/>
                  </a:schemeClr>
                </a:solidFill>
                <a:latin typeface="Nexa Bold" pitchFamily="50" charset="0"/>
              </a:defRPr>
            </a:lvl5pPr>
          </a:lstStyle>
          <a:p>
            <a:pPr lvl="0"/>
            <a:endParaRPr lang="en-JM"/>
          </a:p>
        </p:txBody>
      </p:sp>
      <p:sp>
        <p:nvSpPr>
          <p:cNvPr id="22" name="Text Placeholder 7"/>
          <p:cNvSpPr>
            <a:spLocks noGrp="1"/>
          </p:cNvSpPr>
          <p:nvPr>
            <p:ph type="body" sz="quarter" idx="61"/>
          </p:nvPr>
        </p:nvSpPr>
        <p:spPr>
          <a:xfrm>
            <a:off x="2514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3" name="Text Placeholder 7"/>
          <p:cNvSpPr>
            <a:spLocks noGrp="1"/>
          </p:cNvSpPr>
          <p:nvPr>
            <p:ph type="body" sz="quarter" idx="62"/>
          </p:nvPr>
        </p:nvSpPr>
        <p:spPr>
          <a:xfrm>
            <a:off x="4419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4" name="Text Placeholder 7"/>
          <p:cNvSpPr>
            <a:spLocks noGrp="1"/>
          </p:cNvSpPr>
          <p:nvPr>
            <p:ph type="body" sz="quarter" idx="63"/>
          </p:nvPr>
        </p:nvSpPr>
        <p:spPr>
          <a:xfrm>
            <a:off x="6273001"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5" name="Text Placeholder 7"/>
          <p:cNvSpPr>
            <a:spLocks noGrp="1"/>
          </p:cNvSpPr>
          <p:nvPr>
            <p:ph type="body" sz="quarter" idx="64"/>
          </p:nvPr>
        </p:nvSpPr>
        <p:spPr>
          <a:xfrm>
            <a:off x="609600" y="3867150"/>
            <a:ext cx="1676400" cy="533400"/>
          </a:xfrm>
        </p:spPr>
        <p:txBody>
          <a:bodyPr>
            <a:noAutofit/>
          </a:bodyPr>
          <a:lstStyle>
            <a:lvl1pPr marL="0" indent="0" algn="ctr">
              <a:buFontTx/>
              <a:buNone/>
              <a:defRPr sz="11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2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692869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27" name="Text Placeholder 5"/>
          <p:cNvSpPr>
            <a:spLocks noGrp="1"/>
          </p:cNvSpPr>
          <p:nvPr>
            <p:ph type="body" sz="quarter" idx="68"/>
          </p:nvPr>
        </p:nvSpPr>
        <p:spPr>
          <a:xfrm>
            <a:off x="518970" y="3638551"/>
            <a:ext cx="1843230"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a:p>
        </p:txBody>
      </p:sp>
      <p:sp>
        <p:nvSpPr>
          <p:cNvPr id="28" name="Text Placeholder 5"/>
          <p:cNvSpPr>
            <a:spLocks noGrp="1"/>
          </p:cNvSpPr>
          <p:nvPr>
            <p:ph type="body" sz="quarter" idx="69"/>
          </p:nvPr>
        </p:nvSpPr>
        <p:spPr>
          <a:xfrm>
            <a:off x="2467803" y="3643312"/>
            <a:ext cx="1613026"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a:p>
        </p:txBody>
      </p:sp>
      <p:sp>
        <p:nvSpPr>
          <p:cNvPr id="29" name="Text Placeholder 11"/>
          <p:cNvSpPr>
            <a:spLocks noGrp="1"/>
          </p:cNvSpPr>
          <p:nvPr>
            <p:ph type="body" sz="quarter" idx="70"/>
          </p:nvPr>
        </p:nvSpPr>
        <p:spPr>
          <a:xfrm>
            <a:off x="506133" y="3262312"/>
            <a:ext cx="183038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a:p>
        </p:txBody>
      </p:sp>
      <p:sp>
        <p:nvSpPr>
          <p:cNvPr id="31" name="Text Placeholder 11"/>
          <p:cNvSpPr>
            <a:spLocks noGrp="1"/>
          </p:cNvSpPr>
          <p:nvPr>
            <p:ph type="body" sz="quarter" idx="72"/>
          </p:nvPr>
        </p:nvSpPr>
        <p:spPr>
          <a:xfrm>
            <a:off x="2467809" y="3262312"/>
            <a:ext cx="160178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a:p>
        </p:txBody>
      </p:sp>
      <p:sp>
        <p:nvSpPr>
          <p:cNvPr id="33" name="Text Placeholder 5"/>
          <p:cNvSpPr>
            <a:spLocks noGrp="1"/>
          </p:cNvSpPr>
          <p:nvPr>
            <p:ph type="body" sz="quarter" idx="74"/>
          </p:nvPr>
        </p:nvSpPr>
        <p:spPr>
          <a:xfrm>
            <a:off x="4267206" y="3643312"/>
            <a:ext cx="1675229"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a:p>
        </p:txBody>
      </p:sp>
      <p:sp>
        <p:nvSpPr>
          <p:cNvPr id="34" name="Text Placeholder 11"/>
          <p:cNvSpPr>
            <a:spLocks noGrp="1"/>
          </p:cNvSpPr>
          <p:nvPr>
            <p:ph type="body" sz="quarter" idx="75"/>
          </p:nvPr>
        </p:nvSpPr>
        <p:spPr>
          <a:xfrm>
            <a:off x="4267206" y="3262312"/>
            <a:ext cx="166355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a:p>
        </p:txBody>
      </p:sp>
      <p:sp>
        <p:nvSpPr>
          <p:cNvPr id="36" name="Text Placeholder 5"/>
          <p:cNvSpPr>
            <a:spLocks noGrp="1"/>
          </p:cNvSpPr>
          <p:nvPr>
            <p:ph type="body" sz="quarter" idx="77"/>
          </p:nvPr>
        </p:nvSpPr>
        <p:spPr>
          <a:xfrm>
            <a:off x="6096636" y="3643312"/>
            <a:ext cx="1751964" cy="681038"/>
          </a:xfrm>
        </p:spPr>
        <p:txBody>
          <a:bodyPr>
            <a:normAutofit/>
          </a:bodyPr>
          <a:lstStyle>
            <a:lvl1pPr marL="0" indent="0">
              <a:buFontTx/>
              <a:buNone/>
              <a:defRPr sz="900" b="0" i="0">
                <a:solidFill>
                  <a:srgbClr val="A6A6A6"/>
                </a:solidFill>
                <a:latin typeface="Arial" charset="0"/>
                <a:cs typeface="Arial" charset="0"/>
              </a:defRPr>
            </a:lvl1pPr>
          </a:lstStyle>
          <a:p>
            <a:pPr lvl="0"/>
            <a:endParaRPr lang="en-JM"/>
          </a:p>
        </p:txBody>
      </p:sp>
      <p:sp>
        <p:nvSpPr>
          <p:cNvPr id="37" name="Text Placeholder 11"/>
          <p:cNvSpPr>
            <a:spLocks noGrp="1"/>
          </p:cNvSpPr>
          <p:nvPr>
            <p:ph type="body" sz="quarter" idx="78"/>
          </p:nvPr>
        </p:nvSpPr>
        <p:spPr>
          <a:xfrm>
            <a:off x="6096642" y="3262312"/>
            <a:ext cx="1739757" cy="300038"/>
          </a:xfrm>
        </p:spPr>
        <p:txBody>
          <a:bodyPr>
            <a:noAutofit/>
          </a:bodyPr>
          <a:lstStyle>
            <a:lvl1pPr marL="0" indent="0">
              <a:buFontTx/>
              <a:buNone/>
              <a:defRPr sz="1200" b="0" i="0">
                <a:solidFill>
                  <a:schemeClr val="tx1">
                    <a:lumMod val="75000"/>
                    <a:lumOff val="25000"/>
                  </a:schemeClr>
                </a:solidFill>
                <a:latin typeface="Arial" charset="0"/>
                <a:cs typeface="Arial" charset="0"/>
              </a:defRPr>
            </a:lvl1pPr>
            <a:lvl2pPr>
              <a:defRPr sz="1050">
                <a:latin typeface="Mission Gothic Regular" pitchFamily="50" charset="0"/>
              </a:defRPr>
            </a:lvl2pPr>
            <a:lvl3pPr>
              <a:defRPr sz="1050">
                <a:latin typeface="Mission Gothic Regular" pitchFamily="50" charset="0"/>
              </a:defRPr>
            </a:lvl3pPr>
            <a:lvl4pPr>
              <a:defRPr sz="1050">
                <a:latin typeface="Mission Gothic Regular" pitchFamily="50" charset="0"/>
              </a:defRPr>
            </a:lvl4pPr>
            <a:lvl5pPr>
              <a:defRPr sz="1050">
                <a:latin typeface="Mission Gothic Regular" pitchFamily="50" charset="0"/>
              </a:defRPr>
            </a:lvl5pPr>
          </a:lstStyle>
          <a:p>
            <a:pPr lvl="0"/>
            <a:endParaRPr lang="en-JM"/>
          </a:p>
        </p:txBody>
      </p:sp>
      <p:sp>
        <p:nvSpPr>
          <p:cNvPr id="39" name="Picture Placeholder 4"/>
          <p:cNvSpPr>
            <a:spLocks noGrp="1"/>
          </p:cNvSpPr>
          <p:nvPr>
            <p:ph type="pic" sz="quarter" idx="80"/>
          </p:nvPr>
        </p:nvSpPr>
        <p:spPr>
          <a:xfrm>
            <a:off x="517806" y="1657350"/>
            <a:ext cx="1691999" cy="1447800"/>
          </a:xfrm>
        </p:spPr>
        <p:txBody>
          <a:bodyPr>
            <a:normAutofit/>
          </a:bodyPr>
          <a:lstStyle>
            <a:lvl1pPr>
              <a:defRPr sz="1050" b="0" i="0">
                <a:latin typeface="Arial" charset="0"/>
                <a:cs typeface="Arial" charset="0"/>
              </a:defRPr>
            </a:lvl1pPr>
          </a:lstStyle>
          <a:p>
            <a:endParaRPr lang="en-US"/>
          </a:p>
        </p:txBody>
      </p:sp>
      <p:sp>
        <p:nvSpPr>
          <p:cNvPr id="40" name="Picture Placeholder 4"/>
          <p:cNvSpPr>
            <a:spLocks noGrp="1"/>
          </p:cNvSpPr>
          <p:nvPr>
            <p:ph type="pic" sz="quarter" idx="81"/>
          </p:nvPr>
        </p:nvSpPr>
        <p:spPr>
          <a:xfrm>
            <a:off x="2422806" y="1657350"/>
            <a:ext cx="1691999" cy="1447800"/>
          </a:xfrm>
        </p:spPr>
        <p:txBody>
          <a:bodyPr>
            <a:normAutofit/>
          </a:bodyPr>
          <a:lstStyle>
            <a:lvl1pPr>
              <a:defRPr sz="1050" b="0" i="0">
                <a:latin typeface="Arial" charset="0"/>
                <a:cs typeface="Arial" charset="0"/>
              </a:defRPr>
            </a:lvl1pPr>
          </a:lstStyle>
          <a:p>
            <a:endParaRPr lang="en-US"/>
          </a:p>
        </p:txBody>
      </p:sp>
      <p:sp>
        <p:nvSpPr>
          <p:cNvPr id="41" name="Picture Placeholder 4"/>
          <p:cNvSpPr>
            <a:spLocks noGrp="1"/>
          </p:cNvSpPr>
          <p:nvPr>
            <p:ph type="pic" sz="quarter" idx="82"/>
          </p:nvPr>
        </p:nvSpPr>
        <p:spPr>
          <a:xfrm>
            <a:off x="4251602" y="1657350"/>
            <a:ext cx="1691999" cy="1447800"/>
          </a:xfrm>
        </p:spPr>
        <p:txBody>
          <a:bodyPr>
            <a:normAutofit/>
          </a:bodyPr>
          <a:lstStyle>
            <a:lvl1pPr>
              <a:defRPr sz="1050" b="0" i="0">
                <a:latin typeface="Arial" charset="0"/>
                <a:cs typeface="Arial" charset="0"/>
              </a:defRPr>
            </a:lvl1pPr>
          </a:lstStyle>
          <a:p>
            <a:endParaRPr lang="en-US"/>
          </a:p>
        </p:txBody>
      </p:sp>
      <p:sp>
        <p:nvSpPr>
          <p:cNvPr id="42" name="Picture Placeholder 4"/>
          <p:cNvSpPr>
            <a:spLocks noGrp="1"/>
          </p:cNvSpPr>
          <p:nvPr>
            <p:ph type="pic" sz="quarter" idx="83"/>
          </p:nvPr>
        </p:nvSpPr>
        <p:spPr>
          <a:xfrm>
            <a:off x="6080407" y="1657350"/>
            <a:ext cx="1691999" cy="1447800"/>
          </a:xfrm>
        </p:spPr>
        <p:txBody>
          <a:bodyPr>
            <a:normAutofit/>
          </a:bodyPr>
          <a:lstStyle>
            <a:lvl1pPr>
              <a:defRPr sz="1050" b="0" i="0">
                <a:latin typeface="Arial" charset="0"/>
                <a:cs typeface="Arial" charset="0"/>
              </a:defRPr>
            </a:lvl1pPr>
          </a:lstStyle>
          <a:p>
            <a:endParaRPr lang="en-US"/>
          </a:p>
        </p:txBody>
      </p:sp>
      <p:sp>
        <p:nvSpPr>
          <p:cNvPr id="1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413541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7" name="Text Placeholder 5"/>
          <p:cNvSpPr>
            <a:spLocks noGrp="1"/>
          </p:cNvSpPr>
          <p:nvPr>
            <p:ph type="body" sz="quarter" idx="13"/>
          </p:nvPr>
        </p:nvSpPr>
        <p:spPr>
          <a:xfrm>
            <a:off x="457200" y="1581150"/>
            <a:ext cx="8229600" cy="2819400"/>
          </a:xfrm>
        </p:spPr>
        <p:txBody>
          <a:bodyPr>
            <a:normAutofit/>
          </a:bodyPr>
          <a:lstStyle>
            <a:lvl1pPr marL="342900" indent="-342900">
              <a:buFont typeface="Courier New" pitchFamily="49" charset="0"/>
              <a:buChar char="o"/>
              <a:defRPr sz="1100" b="0" i="0">
                <a:solidFill>
                  <a:srgbClr val="A6A6A6"/>
                </a:solidFill>
                <a:latin typeface="Arial" charset="0"/>
              </a:defRPr>
            </a:lvl1pPr>
            <a:lvl2pPr marL="742950" indent="-285750">
              <a:buFont typeface="Sketch Rockwell" pitchFamily="2" charset="0"/>
              <a:buChar char="o"/>
              <a:defRPr>
                <a:solidFill>
                  <a:schemeClr val="tx1">
                    <a:lumMod val="65000"/>
                    <a:lumOff val="35000"/>
                  </a:schemeClr>
                </a:solidFill>
                <a:latin typeface="Futura LT Book" pitchFamily="2" charset="0"/>
              </a:defRPr>
            </a:lvl2pPr>
            <a:lvl3pPr marL="1143000" indent="-228600">
              <a:buFont typeface="Sketch Rockwell" pitchFamily="2" charset="0"/>
              <a:buChar char="o"/>
              <a:defRPr>
                <a:solidFill>
                  <a:schemeClr val="tx1">
                    <a:lumMod val="65000"/>
                    <a:lumOff val="35000"/>
                  </a:schemeClr>
                </a:solidFill>
                <a:latin typeface="Futura LT Book" pitchFamily="2" charset="0"/>
              </a:defRPr>
            </a:lvl3pPr>
            <a:lvl4pPr marL="1600200" indent="-228600">
              <a:buFont typeface="Sketch Rockwell" pitchFamily="2" charset="0"/>
              <a:buChar char="o"/>
              <a:defRPr>
                <a:solidFill>
                  <a:schemeClr val="tx1">
                    <a:lumMod val="65000"/>
                    <a:lumOff val="35000"/>
                  </a:schemeClr>
                </a:solidFill>
                <a:latin typeface="Futura LT Book" pitchFamily="2" charset="0"/>
              </a:defRPr>
            </a:lvl4pPr>
            <a:lvl5pPr marL="2057400" indent="-228600">
              <a:buFont typeface="Sketch Rockwell" pitchFamily="2" charset="0"/>
              <a:buChar char="o"/>
              <a:defRPr>
                <a:solidFill>
                  <a:schemeClr val="tx1">
                    <a:lumMod val="65000"/>
                    <a:lumOff val="35000"/>
                  </a:schemeClr>
                </a:solidFill>
                <a:latin typeface="Futura LT Book" pitchFamily="2" charset="0"/>
              </a:defRPr>
            </a:lvl5pPr>
          </a:lstStyle>
          <a:p>
            <a:pPr lvl="0"/>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510703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7" name="Text Placeholder 13"/>
          <p:cNvSpPr>
            <a:spLocks noGrp="1"/>
          </p:cNvSpPr>
          <p:nvPr>
            <p:ph type="body" sz="quarter" idx="47"/>
          </p:nvPr>
        </p:nvSpPr>
        <p:spPr>
          <a:xfrm>
            <a:off x="1021944" y="1714502"/>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8" name="Text Placeholder 13"/>
          <p:cNvSpPr>
            <a:spLocks noGrp="1"/>
          </p:cNvSpPr>
          <p:nvPr>
            <p:ph type="body" sz="quarter" idx="48"/>
          </p:nvPr>
        </p:nvSpPr>
        <p:spPr>
          <a:xfrm>
            <a:off x="1022262" y="2282828"/>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9" name="Text Placeholder 13"/>
          <p:cNvSpPr>
            <a:spLocks noGrp="1"/>
          </p:cNvSpPr>
          <p:nvPr>
            <p:ph type="body" sz="quarter" idx="49"/>
          </p:nvPr>
        </p:nvSpPr>
        <p:spPr>
          <a:xfrm>
            <a:off x="1022580" y="28453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10" name="Text Placeholder 13"/>
          <p:cNvSpPr>
            <a:spLocks noGrp="1"/>
          </p:cNvSpPr>
          <p:nvPr>
            <p:ph type="body" sz="quarter" idx="50"/>
          </p:nvPr>
        </p:nvSpPr>
        <p:spPr>
          <a:xfrm>
            <a:off x="1022580" y="3400991"/>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11" name="Text Placeholder 13"/>
          <p:cNvSpPr>
            <a:spLocks noGrp="1"/>
          </p:cNvSpPr>
          <p:nvPr>
            <p:ph type="body" sz="quarter" idx="51"/>
          </p:nvPr>
        </p:nvSpPr>
        <p:spPr>
          <a:xfrm>
            <a:off x="1022580" y="39121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12" name="Content Placeholder 6"/>
          <p:cNvSpPr>
            <a:spLocks noGrp="1"/>
          </p:cNvSpPr>
          <p:nvPr>
            <p:ph sz="quarter" idx="55" hasCustomPrompt="1"/>
          </p:nvPr>
        </p:nvSpPr>
        <p:spPr>
          <a:xfrm>
            <a:off x="533400" y="17487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17" name="Text Placeholder 13"/>
          <p:cNvSpPr>
            <a:spLocks noGrp="1"/>
          </p:cNvSpPr>
          <p:nvPr>
            <p:ph type="body" sz="quarter" idx="60"/>
          </p:nvPr>
        </p:nvSpPr>
        <p:spPr>
          <a:xfrm>
            <a:off x="5105082" y="1714502"/>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18" name="Text Placeholder 13"/>
          <p:cNvSpPr>
            <a:spLocks noGrp="1"/>
          </p:cNvSpPr>
          <p:nvPr>
            <p:ph type="body" sz="quarter" idx="61"/>
          </p:nvPr>
        </p:nvSpPr>
        <p:spPr>
          <a:xfrm>
            <a:off x="5105400" y="2282828"/>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19" name="Text Placeholder 13"/>
          <p:cNvSpPr>
            <a:spLocks noGrp="1"/>
          </p:cNvSpPr>
          <p:nvPr>
            <p:ph type="body" sz="quarter" idx="62"/>
          </p:nvPr>
        </p:nvSpPr>
        <p:spPr>
          <a:xfrm>
            <a:off x="5105400" y="28453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20" name="Text Placeholder 13"/>
          <p:cNvSpPr>
            <a:spLocks noGrp="1"/>
          </p:cNvSpPr>
          <p:nvPr>
            <p:ph type="body" sz="quarter" idx="63"/>
          </p:nvPr>
        </p:nvSpPr>
        <p:spPr>
          <a:xfrm>
            <a:off x="5105400" y="3400991"/>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21" name="Text Placeholder 13"/>
          <p:cNvSpPr>
            <a:spLocks noGrp="1"/>
          </p:cNvSpPr>
          <p:nvPr>
            <p:ph type="body" sz="quarter" idx="64"/>
          </p:nvPr>
        </p:nvSpPr>
        <p:spPr>
          <a:xfrm>
            <a:off x="5105400" y="3912166"/>
            <a:ext cx="3048000" cy="403225"/>
          </a:xfrm>
        </p:spPr>
        <p:txBody>
          <a:bodyPr anchor="ctr">
            <a:normAutofit/>
          </a:bodyPr>
          <a:lstStyle>
            <a:lvl1pPr marL="0" indent="0">
              <a:buFontTx/>
              <a:buNone/>
              <a:defRPr sz="1100" b="0" i="0">
                <a:solidFill>
                  <a:srgbClr val="A6A6A6"/>
                </a:solidFill>
                <a:latin typeface="Arial" charset="0"/>
                <a:ea typeface="Arial" charset="0"/>
                <a:cs typeface="Arial" charset="0"/>
              </a:defRPr>
            </a:lvl1pPr>
          </a:lstStyle>
          <a:p>
            <a:pPr lvl="0"/>
            <a:endParaRPr lang="en-JM"/>
          </a:p>
        </p:txBody>
      </p:sp>
      <p:sp>
        <p:nvSpPr>
          <p:cNvPr id="27" name="Content Placeholder 6"/>
          <p:cNvSpPr>
            <a:spLocks noGrp="1"/>
          </p:cNvSpPr>
          <p:nvPr>
            <p:ph sz="quarter" idx="65" hasCustomPrompt="1"/>
          </p:nvPr>
        </p:nvSpPr>
        <p:spPr>
          <a:xfrm>
            <a:off x="533400" y="229743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28" name="Content Placeholder 6"/>
          <p:cNvSpPr>
            <a:spLocks noGrp="1"/>
          </p:cNvSpPr>
          <p:nvPr>
            <p:ph sz="quarter" idx="66" hasCustomPrompt="1"/>
          </p:nvPr>
        </p:nvSpPr>
        <p:spPr>
          <a:xfrm>
            <a:off x="533400" y="28917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29" name="Content Placeholder 6"/>
          <p:cNvSpPr>
            <a:spLocks noGrp="1"/>
          </p:cNvSpPr>
          <p:nvPr>
            <p:ph sz="quarter" idx="67" hasCustomPrompt="1"/>
          </p:nvPr>
        </p:nvSpPr>
        <p:spPr>
          <a:xfrm>
            <a:off x="533400" y="34251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0" name="Content Placeholder 6"/>
          <p:cNvSpPr>
            <a:spLocks noGrp="1"/>
          </p:cNvSpPr>
          <p:nvPr>
            <p:ph sz="quarter" idx="68" hasCustomPrompt="1"/>
          </p:nvPr>
        </p:nvSpPr>
        <p:spPr>
          <a:xfrm>
            <a:off x="533400" y="3958593"/>
            <a:ext cx="468000" cy="350999"/>
          </a:xfrm>
          <a:prstGeom prst="roundRect">
            <a:avLst>
              <a:gd name="adj" fmla="val 50000"/>
            </a:avLst>
          </a:prstGeom>
          <a:solidFill>
            <a:srgbClr val="B5C4D3"/>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1" name="Content Placeholder 6"/>
          <p:cNvSpPr>
            <a:spLocks noGrp="1" noChangeAspect="1"/>
          </p:cNvSpPr>
          <p:nvPr>
            <p:ph sz="quarter" idx="69" hasCustomPrompt="1"/>
          </p:nvPr>
        </p:nvSpPr>
        <p:spPr>
          <a:xfrm>
            <a:off x="4648200" y="17487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2" name="Content Placeholder 6"/>
          <p:cNvSpPr>
            <a:spLocks noGrp="1" noChangeAspect="1"/>
          </p:cNvSpPr>
          <p:nvPr>
            <p:ph sz="quarter" idx="70" hasCustomPrompt="1"/>
          </p:nvPr>
        </p:nvSpPr>
        <p:spPr>
          <a:xfrm>
            <a:off x="4648200" y="229743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3" name="Content Placeholder 6"/>
          <p:cNvSpPr>
            <a:spLocks noGrp="1" noChangeAspect="1"/>
          </p:cNvSpPr>
          <p:nvPr>
            <p:ph sz="quarter" idx="71" hasCustomPrompt="1"/>
          </p:nvPr>
        </p:nvSpPr>
        <p:spPr>
          <a:xfrm>
            <a:off x="4648200" y="28917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4" name="Content Placeholder 6"/>
          <p:cNvSpPr>
            <a:spLocks noGrp="1" noChangeAspect="1"/>
          </p:cNvSpPr>
          <p:nvPr>
            <p:ph sz="quarter" idx="72" hasCustomPrompt="1"/>
          </p:nvPr>
        </p:nvSpPr>
        <p:spPr>
          <a:xfrm>
            <a:off x="4648200" y="34251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35" name="Content Placeholder 6"/>
          <p:cNvSpPr>
            <a:spLocks noGrp="1" noChangeAspect="1"/>
          </p:cNvSpPr>
          <p:nvPr>
            <p:ph sz="quarter" idx="73" hasCustomPrompt="1"/>
          </p:nvPr>
        </p:nvSpPr>
        <p:spPr>
          <a:xfrm>
            <a:off x="4648200" y="3958593"/>
            <a:ext cx="468000" cy="350999"/>
          </a:xfrm>
          <a:prstGeom prst="roundRect">
            <a:avLst>
              <a:gd name="adj" fmla="val 50000"/>
            </a:avLst>
          </a:prstGeom>
          <a:solidFill>
            <a:srgbClr val="ED3645"/>
          </a:solidFill>
        </p:spPr>
        <p:txBody>
          <a:bodyPr anchor="ctr">
            <a:noAutofit/>
          </a:bodyPr>
          <a:lstStyle>
            <a:lvl1pPr marL="0" indent="0" algn="ctr">
              <a:buFontTx/>
              <a:buNone/>
              <a:defRPr sz="1600" b="0" i="0">
                <a:solidFill>
                  <a:schemeClr val="bg1"/>
                </a:solidFill>
                <a:latin typeface="Arial" charset="0"/>
                <a:ea typeface="Arial" charset="0"/>
                <a:cs typeface="Arial" charset="0"/>
              </a:defRPr>
            </a:lvl1pPr>
          </a:lstStyle>
          <a:p>
            <a:pPr lvl="0"/>
            <a:r>
              <a:rPr lang="en-JM"/>
              <a:t>1</a:t>
            </a:r>
          </a:p>
        </p:txBody>
      </p:sp>
      <p:sp>
        <p:nvSpPr>
          <p:cNvPr id="2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2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889010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35576848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81151"/>
            <a:ext cx="8229600" cy="2971802"/>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7"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188825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
        <p:nvSpPr>
          <p:cNvPr id="8" name="Text Placeholder 2"/>
          <p:cNvSpPr>
            <a:spLocks noGrp="1"/>
          </p:cNvSpPr>
          <p:nvPr>
            <p:ph type="body" sz="quarter" idx="33"/>
          </p:nvPr>
        </p:nvSpPr>
        <p:spPr>
          <a:xfrm>
            <a:off x="838200" y="16116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9" name="Text Placeholder 14"/>
          <p:cNvSpPr>
            <a:spLocks noGrp="1"/>
          </p:cNvSpPr>
          <p:nvPr>
            <p:ph type="body" sz="quarter" idx="34"/>
          </p:nvPr>
        </p:nvSpPr>
        <p:spPr>
          <a:xfrm>
            <a:off x="838200" y="18097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0" name="Text Placeholder 2"/>
          <p:cNvSpPr>
            <a:spLocks noGrp="1"/>
          </p:cNvSpPr>
          <p:nvPr>
            <p:ph type="body" sz="quarter" idx="35"/>
          </p:nvPr>
        </p:nvSpPr>
        <p:spPr>
          <a:xfrm>
            <a:off x="838200" y="26784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11" name="Text Placeholder 14"/>
          <p:cNvSpPr>
            <a:spLocks noGrp="1"/>
          </p:cNvSpPr>
          <p:nvPr>
            <p:ph type="body" sz="quarter" idx="36"/>
          </p:nvPr>
        </p:nvSpPr>
        <p:spPr>
          <a:xfrm>
            <a:off x="838200" y="28765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2" name="Text Placeholder 2"/>
          <p:cNvSpPr>
            <a:spLocks noGrp="1"/>
          </p:cNvSpPr>
          <p:nvPr>
            <p:ph type="body" sz="quarter" idx="37"/>
          </p:nvPr>
        </p:nvSpPr>
        <p:spPr>
          <a:xfrm>
            <a:off x="838200" y="3745230"/>
            <a:ext cx="2133600" cy="274320"/>
          </a:xfrm>
        </p:spPr>
        <p:txBody>
          <a:bodyPr>
            <a:noAutofit/>
          </a:bodyPr>
          <a:lstStyle>
            <a:lvl1pPr marL="0" indent="0">
              <a:buNone/>
              <a:defRPr sz="1200">
                <a:solidFill>
                  <a:srgbClr val="ED3645"/>
                </a:solidFill>
                <a:latin typeface="Lato Regular"/>
                <a:cs typeface="Lato Regular"/>
              </a:defRPr>
            </a:lvl1pPr>
          </a:lstStyle>
          <a:p>
            <a:pPr lvl="0"/>
            <a:endParaRPr lang="en-JM"/>
          </a:p>
        </p:txBody>
      </p:sp>
      <p:sp>
        <p:nvSpPr>
          <p:cNvPr id="13" name="Text Placeholder 14"/>
          <p:cNvSpPr>
            <a:spLocks noGrp="1"/>
          </p:cNvSpPr>
          <p:nvPr>
            <p:ph type="body" sz="quarter" idx="38"/>
          </p:nvPr>
        </p:nvSpPr>
        <p:spPr>
          <a:xfrm>
            <a:off x="838200" y="3943350"/>
            <a:ext cx="2819400" cy="609600"/>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1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5"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424369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10" name="Rectangle 9"/>
          <p:cNvSpPr/>
          <p:nvPr userDrawn="1"/>
        </p:nvSpPr>
        <p:spPr>
          <a:xfrm>
            <a:off x="0" y="152400"/>
            <a:ext cx="9144000" cy="226695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chemeClr val="bg1"/>
              </a:solidFill>
              <a:latin typeface="Arial" charset="0"/>
            </a:endParaRPr>
          </a:p>
        </p:txBody>
      </p:sp>
      <p:sp>
        <p:nvSpPr>
          <p:cNvPr id="2" name="Title 1"/>
          <p:cNvSpPr>
            <a:spLocks noGrp="1"/>
          </p:cNvSpPr>
          <p:nvPr>
            <p:ph type="title"/>
          </p:nvPr>
        </p:nvSpPr>
        <p:spPr>
          <a:xfrm>
            <a:off x="533400" y="514350"/>
            <a:ext cx="3657600" cy="1371600"/>
          </a:xfrm>
        </p:spPr>
        <p:txBody>
          <a:bodyPr/>
          <a:lstStyle>
            <a:lvl1pPr algn="l">
              <a:defRPr b="0" i="0">
                <a:solidFill>
                  <a:schemeClr val="bg1"/>
                </a:solidFill>
                <a:latin typeface="Arial" charset="0"/>
                <a:cs typeface="Arial" charset="0"/>
              </a:defRPr>
            </a:lvl1pPr>
          </a:lstStyle>
          <a:p>
            <a:endParaRPr lang="en-JM"/>
          </a:p>
        </p:txBody>
      </p:sp>
      <p:sp>
        <p:nvSpPr>
          <p:cNvPr id="17" name="Picture Placeholder 16"/>
          <p:cNvSpPr>
            <a:spLocks noGrp="1"/>
          </p:cNvSpPr>
          <p:nvPr>
            <p:ph type="pic" sz="quarter" idx="59"/>
          </p:nvPr>
        </p:nvSpPr>
        <p:spPr>
          <a:xfrm>
            <a:off x="0" y="2419350"/>
            <a:ext cx="9144000" cy="2743200"/>
          </a:xfrm>
        </p:spPr>
        <p:txBody>
          <a:bodyPr>
            <a:normAutofit/>
          </a:bodyPr>
          <a:lstStyle>
            <a:lvl1pPr>
              <a:defRPr sz="1400">
                <a:solidFill>
                  <a:srgbClr val="17375E"/>
                </a:solidFill>
              </a:defRPr>
            </a:lvl1pPr>
          </a:lstStyle>
          <a:p>
            <a:endParaRPr lang="en-JM"/>
          </a:p>
        </p:txBody>
      </p:sp>
      <p:sp>
        <p:nvSpPr>
          <p:cNvPr id="12" name="Text Placeholder 18"/>
          <p:cNvSpPr>
            <a:spLocks noGrp="1"/>
          </p:cNvSpPr>
          <p:nvPr>
            <p:ph type="body" sz="quarter" idx="62"/>
          </p:nvPr>
        </p:nvSpPr>
        <p:spPr>
          <a:xfrm>
            <a:off x="3469120" y="1123950"/>
            <a:ext cx="2093480" cy="899160"/>
          </a:xfrm>
        </p:spPr>
        <p:txBody>
          <a:bodyPr>
            <a:noAutofit/>
          </a:bodyPr>
          <a:lstStyle>
            <a:lvl1pPr marL="0" indent="0">
              <a:buFontTx/>
              <a:buNone/>
              <a:defRPr sz="1100" b="0" i="0">
                <a:solidFill>
                  <a:schemeClr val="bg1"/>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
        <p:nvSpPr>
          <p:cNvPr id="14" name="Text Placeholder 18"/>
          <p:cNvSpPr>
            <a:spLocks noGrp="1"/>
          </p:cNvSpPr>
          <p:nvPr>
            <p:ph type="body" sz="quarter" idx="63"/>
          </p:nvPr>
        </p:nvSpPr>
        <p:spPr>
          <a:xfrm>
            <a:off x="6212320" y="1123950"/>
            <a:ext cx="2093480" cy="899160"/>
          </a:xfrm>
        </p:spPr>
        <p:txBody>
          <a:bodyPr>
            <a:noAutofit/>
          </a:bodyPr>
          <a:lstStyle>
            <a:lvl1pPr marL="0" indent="0">
              <a:buFontTx/>
              <a:buNone/>
              <a:defRPr sz="1100" b="0" i="0">
                <a:solidFill>
                  <a:schemeClr val="bg1"/>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Tree>
    <p:extLst>
      <p:ext uri="{BB962C8B-B14F-4D97-AF65-F5344CB8AC3E}">
        <p14:creationId xmlns:p14="http://schemas.microsoft.com/office/powerpoint/2010/main" val="3244115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7" name="Picture Placeholder 16"/>
          <p:cNvSpPr>
            <a:spLocks noGrp="1"/>
          </p:cNvSpPr>
          <p:nvPr>
            <p:ph type="pic" sz="quarter" idx="59"/>
          </p:nvPr>
        </p:nvSpPr>
        <p:spPr>
          <a:xfrm>
            <a:off x="1216" y="-18290"/>
            <a:ext cx="9144000" cy="3656840"/>
          </a:xfrm>
        </p:spPr>
        <p:txBody>
          <a:bodyPr>
            <a:normAutofit/>
          </a:bodyPr>
          <a:lstStyle>
            <a:lvl1pPr>
              <a:defRPr sz="1400">
                <a:solidFill>
                  <a:srgbClr val="17375E"/>
                </a:solidFill>
              </a:defRPr>
            </a:lvl1pPr>
          </a:lstStyle>
          <a:p>
            <a:endParaRPr lang="en-JM"/>
          </a:p>
        </p:txBody>
      </p:sp>
    </p:spTree>
    <p:extLst>
      <p:ext uri="{BB962C8B-B14F-4D97-AF65-F5344CB8AC3E}">
        <p14:creationId xmlns:p14="http://schemas.microsoft.com/office/powerpoint/2010/main" val="3093885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7" name="Picture Placeholder 3"/>
          <p:cNvSpPr>
            <a:spLocks noGrp="1"/>
          </p:cNvSpPr>
          <p:nvPr>
            <p:ph type="pic" sz="quarter" idx="56"/>
          </p:nvPr>
        </p:nvSpPr>
        <p:spPr>
          <a:xfrm>
            <a:off x="533400" y="1657350"/>
            <a:ext cx="2133600" cy="1371600"/>
          </a:xfrm>
        </p:spPr>
        <p:txBody>
          <a:bodyPr>
            <a:normAutofit/>
          </a:bodyPr>
          <a:lstStyle>
            <a:lvl1pPr marL="0" indent="0">
              <a:buFontTx/>
              <a:buNone/>
              <a:defRPr sz="1100">
                <a:solidFill>
                  <a:srgbClr val="17252F"/>
                </a:solidFill>
              </a:defRPr>
            </a:lvl1pPr>
          </a:lstStyle>
          <a:p>
            <a:endParaRPr lang="en-JM"/>
          </a:p>
        </p:txBody>
      </p:sp>
      <p:sp>
        <p:nvSpPr>
          <p:cNvPr id="8" name="Picture Placeholder 3"/>
          <p:cNvSpPr>
            <a:spLocks noGrp="1"/>
          </p:cNvSpPr>
          <p:nvPr>
            <p:ph type="pic" sz="quarter" idx="57"/>
          </p:nvPr>
        </p:nvSpPr>
        <p:spPr>
          <a:xfrm>
            <a:off x="2760662" y="1657350"/>
            <a:ext cx="2133600" cy="1371600"/>
          </a:xfrm>
        </p:spPr>
        <p:txBody>
          <a:bodyPr>
            <a:normAutofit/>
          </a:bodyPr>
          <a:lstStyle>
            <a:lvl1pPr marL="0" indent="0">
              <a:buFontTx/>
              <a:buNone/>
              <a:defRPr sz="1100">
                <a:solidFill>
                  <a:srgbClr val="17252F"/>
                </a:solidFill>
              </a:defRPr>
            </a:lvl1pPr>
          </a:lstStyle>
          <a:p>
            <a:endParaRPr lang="en-JM"/>
          </a:p>
        </p:txBody>
      </p:sp>
      <p:sp>
        <p:nvSpPr>
          <p:cNvPr id="9" name="Picture Placeholder 3"/>
          <p:cNvSpPr>
            <a:spLocks noGrp="1"/>
          </p:cNvSpPr>
          <p:nvPr>
            <p:ph type="pic" sz="quarter" idx="58"/>
          </p:nvPr>
        </p:nvSpPr>
        <p:spPr>
          <a:xfrm>
            <a:off x="533400" y="3105150"/>
            <a:ext cx="2133600" cy="1371600"/>
          </a:xfrm>
        </p:spPr>
        <p:txBody>
          <a:bodyPr>
            <a:normAutofit/>
          </a:bodyPr>
          <a:lstStyle>
            <a:lvl1pPr marL="0" indent="0">
              <a:buFontTx/>
              <a:buNone/>
              <a:defRPr sz="1100">
                <a:solidFill>
                  <a:srgbClr val="17252F"/>
                </a:solidFill>
              </a:defRPr>
            </a:lvl1pPr>
          </a:lstStyle>
          <a:p>
            <a:endParaRPr lang="en-JM"/>
          </a:p>
        </p:txBody>
      </p:sp>
      <p:sp>
        <p:nvSpPr>
          <p:cNvPr id="10" name="Picture Placeholder 3"/>
          <p:cNvSpPr>
            <a:spLocks noGrp="1"/>
          </p:cNvSpPr>
          <p:nvPr>
            <p:ph type="pic" sz="quarter" idx="59"/>
          </p:nvPr>
        </p:nvSpPr>
        <p:spPr>
          <a:xfrm>
            <a:off x="2760662" y="3105150"/>
            <a:ext cx="2133600" cy="1371600"/>
          </a:xfrm>
        </p:spPr>
        <p:txBody>
          <a:bodyPr>
            <a:normAutofit/>
          </a:bodyPr>
          <a:lstStyle>
            <a:lvl1pPr marL="0" indent="0">
              <a:buFontTx/>
              <a:buNone/>
              <a:defRPr sz="1100">
                <a:solidFill>
                  <a:srgbClr val="17252F"/>
                </a:solidFill>
              </a:defRPr>
            </a:lvl1pPr>
          </a:lstStyle>
          <a:p>
            <a:endParaRPr lang="en-JM"/>
          </a:p>
        </p:txBody>
      </p:sp>
      <p:sp>
        <p:nvSpPr>
          <p:cNvPr id="11"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060513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pic>
        <p:nvPicPr>
          <p:cNvPr id="11" name="Picture 10" descr="MacBook-Pro-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8240" y="1721425"/>
            <a:ext cx="4817160" cy="2245888"/>
          </a:xfrm>
          <a:prstGeom prst="rect">
            <a:avLst/>
          </a:prstGeom>
        </p:spPr>
      </p:pic>
      <p:sp>
        <p:nvSpPr>
          <p:cNvPr id="12" name="Picture Placeholder 2"/>
          <p:cNvSpPr>
            <a:spLocks noGrp="1"/>
          </p:cNvSpPr>
          <p:nvPr>
            <p:ph type="pic" sz="quarter" idx="13"/>
          </p:nvPr>
        </p:nvSpPr>
        <p:spPr>
          <a:xfrm>
            <a:off x="4267200" y="1885950"/>
            <a:ext cx="3528000" cy="1674000"/>
          </a:xfrm>
        </p:spPr>
        <p:txBody>
          <a:bodyPr>
            <a:normAutofit/>
          </a:bodyPr>
          <a:lstStyle>
            <a:lvl1pPr>
              <a:defRPr sz="1050">
                <a:solidFill>
                  <a:schemeClr val="bg1"/>
                </a:solidFill>
              </a:defRPr>
            </a:lvl1pPr>
          </a:lstStyle>
          <a:p>
            <a:endParaRPr lang="en-JM"/>
          </a:p>
        </p:txBody>
      </p:sp>
    </p:spTree>
    <p:extLst>
      <p:ext uri="{BB962C8B-B14F-4D97-AF65-F5344CB8AC3E}">
        <p14:creationId xmlns:p14="http://schemas.microsoft.com/office/powerpoint/2010/main" val="2521388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2" name="Rectangle 11"/>
          <p:cNvSpPr/>
          <p:nvPr userDrawn="1"/>
        </p:nvSpPr>
        <p:spPr>
          <a:xfrm>
            <a:off x="-8906" y="0"/>
            <a:ext cx="9152906" cy="310515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5" name="Picture Placeholder 17"/>
          <p:cNvSpPr>
            <a:spLocks noGrp="1" noChangeAspect="1"/>
          </p:cNvSpPr>
          <p:nvPr>
            <p:ph type="pic" sz="quarter" idx="23"/>
          </p:nvPr>
        </p:nvSpPr>
        <p:spPr>
          <a:xfrm>
            <a:off x="4014001" y="1143000"/>
            <a:ext cx="1115998" cy="836998"/>
          </a:xfrm>
          <a:prstGeom prst="ellipse">
            <a:avLst/>
          </a:prstGeom>
          <a:ln w="28575" cmpd="sng">
            <a:solidFill>
              <a:srgbClr val="FFFFFF"/>
            </a:solidFill>
          </a:ln>
        </p:spPr>
        <p:txBody>
          <a:bodyPr>
            <a:normAutofit/>
          </a:bodyPr>
          <a:lstStyle>
            <a:lvl1pPr marL="0" indent="0" algn="ctr">
              <a:buFontTx/>
              <a:buNone/>
              <a:defRPr sz="1100">
                <a:solidFill>
                  <a:schemeClr val="bg1"/>
                </a:solidFill>
              </a:defRPr>
            </a:lvl1pPr>
          </a:lstStyle>
          <a:p>
            <a:endParaRPr lang="en-JM"/>
          </a:p>
        </p:txBody>
      </p:sp>
      <p:sp>
        <p:nvSpPr>
          <p:cNvPr id="16" name="Title Placeholder 1"/>
          <p:cNvSpPr>
            <a:spLocks noGrp="1"/>
          </p:cNvSpPr>
          <p:nvPr>
            <p:ph type="title"/>
          </p:nvPr>
        </p:nvSpPr>
        <p:spPr>
          <a:xfrm>
            <a:off x="609600" y="2240573"/>
            <a:ext cx="8229600" cy="857250"/>
          </a:xfrm>
          <a:prstGeom prst="rect">
            <a:avLst/>
          </a:prstGeom>
        </p:spPr>
        <p:txBody>
          <a:bodyPr vert="horz" lIns="91440" tIns="45720" rIns="91440" bIns="45720" rtlCol="0" anchor="ctr">
            <a:normAutofit/>
          </a:bodyPr>
          <a:lstStyle>
            <a:lvl1pPr>
              <a:defRPr sz="2400">
                <a:solidFill>
                  <a:schemeClr val="bg1"/>
                </a:solidFill>
              </a:defRPr>
            </a:lvl1pPr>
          </a:lstStyle>
          <a:p>
            <a:r>
              <a:rPr lang="en-US"/>
              <a:t>Click to edit Master title style</a:t>
            </a:r>
            <a:endParaRPr lang="en-JM"/>
          </a:p>
        </p:txBody>
      </p:sp>
    </p:spTree>
    <p:extLst>
      <p:ext uri="{BB962C8B-B14F-4D97-AF65-F5344CB8AC3E}">
        <p14:creationId xmlns:p14="http://schemas.microsoft.com/office/powerpoint/2010/main" val="5283709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4572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2" name="Rectangle 11"/>
          <p:cNvSpPr/>
          <p:nvPr userDrawn="1"/>
        </p:nvSpPr>
        <p:spPr>
          <a:xfrm>
            <a:off x="4572000" y="0"/>
            <a:ext cx="4572000" cy="5143500"/>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solidFill>
                <a:srgbClr val="F34F57"/>
              </a:solidFill>
              <a:latin typeface="Arial" charset="0"/>
            </a:endParaRPr>
          </a:p>
        </p:txBody>
      </p:sp>
      <p:sp>
        <p:nvSpPr>
          <p:cNvPr id="15" name="Picture Placeholder 17"/>
          <p:cNvSpPr>
            <a:spLocks noGrp="1" noChangeAspect="1"/>
          </p:cNvSpPr>
          <p:nvPr>
            <p:ph type="pic" sz="quarter" idx="23"/>
          </p:nvPr>
        </p:nvSpPr>
        <p:spPr>
          <a:xfrm>
            <a:off x="1600205" y="1280705"/>
            <a:ext cx="1187997" cy="890997"/>
          </a:xfrm>
          <a:prstGeom prst="ellipse">
            <a:avLst/>
          </a:prstGeom>
          <a:ln w="9525" cmpd="sng">
            <a:solidFill>
              <a:schemeClr val="bg1">
                <a:lumMod val="95000"/>
              </a:schemeClr>
            </a:solidFill>
          </a:ln>
        </p:spPr>
        <p:txBody>
          <a:bodyPr>
            <a:normAutofit/>
          </a:bodyPr>
          <a:lstStyle>
            <a:lvl1pPr marL="0" indent="0" algn="ctr">
              <a:buFontTx/>
              <a:buNone/>
              <a:defRPr sz="1100">
                <a:solidFill>
                  <a:schemeClr val="bg1"/>
                </a:solidFill>
              </a:defRPr>
            </a:lvl1pPr>
          </a:lstStyle>
          <a:p>
            <a:endParaRPr lang="en-JM"/>
          </a:p>
        </p:txBody>
      </p:sp>
      <p:sp>
        <p:nvSpPr>
          <p:cNvPr id="5" name="Picture Placeholder 17"/>
          <p:cNvSpPr>
            <a:spLocks noGrp="1" noChangeAspect="1"/>
          </p:cNvSpPr>
          <p:nvPr>
            <p:ph type="pic" sz="quarter" idx="24"/>
          </p:nvPr>
        </p:nvSpPr>
        <p:spPr>
          <a:xfrm>
            <a:off x="6172205" y="1280705"/>
            <a:ext cx="1187997" cy="890997"/>
          </a:xfrm>
          <a:prstGeom prst="ellipse">
            <a:avLst/>
          </a:prstGeom>
          <a:ln w="28575" cmpd="sng">
            <a:solidFill>
              <a:srgbClr val="FFFFFF"/>
            </a:solidFill>
          </a:ln>
        </p:spPr>
        <p:txBody>
          <a:bodyPr>
            <a:normAutofit/>
          </a:bodyPr>
          <a:lstStyle>
            <a:lvl1pPr marL="0" indent="0" algn="ctr">
              <a:buFontTx/>
              <a:buNone/>
              <a:defRPr sz="1100">
                <a:solidFill>
                  <a:schemeClr val="bg1"/>
                </a:solidFill>
              </a:defRPr>
            </a:lvl1pPr>
          </a:lstStyle>
          <a:p>
            <a:endParaRPr lang="en-JM"/>
          </a:p>
        </p:txBody>
      </p:sp>
    </p:spTree>
    <p:extLst>
      <p:ext uri="{BB962C8B-B14F-4D97-AF65-F5344CB8AC3E}">
        <p14:creationId xmlns:p14="http://schemas.microsoft.com/office/powerpoint/2010/main" val="33271455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pic>
        <p:nvPicPr>
          <p:cNvPr id="11" name="Picture 10" descr="MacBook-Pro-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1885950"/>
            <a:ext cx="4817160" cy="2245888"/>
          </a:xfrm>
          <a:prstGeom prst="rect">
            <a:avLst/>
          </a:prstGeom>
        </p:spPr>
      </p:pic>
      <p:sp>
        <p:nvSpPr>
          <p:cNvPr id="12" name="Picture Placeholder 2"/>
          <p:cNvSpPr>
            <a:spLocks noGrp="1"/>
          </p:cNvSpPr>
          <p:nvPr>
            <p:ph type="pic" sz="quarter" idx="13"/>
          </p:nvPr>
        </p:nvSpPr>
        <p:spPr>
          <a:xfrm>
            <a:off x="1258560" y="2050475"/>
            <a:ext cx="3528000" cy="1674000"/>
          </a:xfrm>
        </p:spPr>
        <p:txBody>
          <a:bodyPr>
            <a:normAutofit/>
          </a:bodyPr>
          <a:lstStyle>
            <a:lvl1pPr>
              <a:defRPr sz="1050">
                <a:solidFill>
                  <a:schemeClr val="bg1"/>
                </a:solidFill>
              </a:defRPr>
            </a:lvl1pPr>
          </a:lstStyle>
          <a:p>
            <a:endParaRPr lang="en-JM"/>
          </a:p>
        </p:txBody>
      </p:sp>
    </p:spTree>
    <p:extLst>
      <p:ext uri="{BB962C8B-B14F-4D97-AF65-F5344CB8AC3E}">
        <p14:creationId xmlns:p14="http://schemas.microsoft.com/office/powerpoint/2010/main" val="28772734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0"/>
            <a:ext cx="9144000" cy="5162550"/>
          </a:xfrm>
        </p:spPr>
        <p:txBody>
          <a:bodyPr/>
          <a:lstStyle/>
          <a:p>
            <a:endParaRPr lang="en-JM"/>
          </a:p>
        </p:txBody>
      </p:sp>
    </p:spTree>
    <p:extLst>
      <p:ext uri="{BB962C8B-B14F-4D97-AF65-F5344CB8AC3E}">
        <p14:creationId xmlns:p14="http://schemas.microsoft.com/office/powerpoint/2010/main" val="13288741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27" name="Ellipse 98"/>
          <p:cNvSpPr/>
          <p:nvPr userDrawn="1"/>
        </p:nvSpPr>
        <p:spPr bwMode="auto">
          <a:xfrm rot="10800000" flipV="1">
            <a:off x="639176" y="4408565"/>
            <a:ext cx="2286001"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28" name="Ellipse 98"/>
          <p:cNvSpPr/>
          <p:nvPr userDrawn="1"/>
        </p:nvSpPr>
        <p:spPr bwMode="auto">
          <a:xfrm rot="10800000" flipV="1">
            <a:off x="3077576" y="4398338"/>
            <a:ext cx="2362199"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29" name="Ellipse 98"/>
          <p:cNvSpPr/>
          <p:nvPr userDrawn="1"/>
        </p:nvSpPr>
        <p:spPr bwMode="auto">
          <a:xfrm rot="10800000" flipV="1">
            <a:off x="5668371" y="4398338"/>
            <a:ext cx="2286000" cy="220587"/>
          </a:xfrm>
          <a:prstGeom prst="ellipse">
            <a:avLst/>
          </a:prstGeom>
          <a:gradFill flip="none" rotWithShape="1">
            <a:gsLst>
              <a:gs pos="100000">
                <a:srgbClr val="FFFFFF">
                  <a:alpha val="0"/>
                </a:srgbClr>
              </a:gs>
              <a:gs pos="0">
                <a:schemeClr val="tx1">
                  <a:lumMod val="40000"/>
                  <a:lumOff val="60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b="0" i="0">
              <a:solidFill>
                <a:srgbClr val="FFFFFF"/>
              </a:solidFill>
              <a:latin typeface="Arial" charset="0"/>
              <a:ea typeface="+mn-ea"/>
              <a:cs typeface="Arial" charset="0"/>
            </a:endParaRPr>
          </a:p>
        </p:txBody>
      </p:sp>
      <p:sp>
        <p:nvSpPr>
          <p:cNvPr id="10" name="Rectangle 9"/>
          <p:cNvSpPr/>
          <p:nvPr userDrawn="1"/>
        </p:nvSpPr>
        <p:spPr>
          <a:xfrm rot="16200000" flipH="1">
            <a:off x="1136447" y="2735686"/>
            <a:ext cx="1261308" cy="2314996"/>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3" name="Rectangle 12"/>
          <p:cNvSpPr/>
          <p:nvPr userDrawn="1"/>
        </p:nvSpPr>
        <p:spPr>
          <a:xfrm rot="16200000" flipH="1">
            <a:off x="3651051" y="2730708"/>
            <a:ext cx="1261307" cy="2314996"/>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6" name="Rectangle 15"/>
          <p:cNvSpPr/>
          <p:nvPr userDrawn="1"/>
        </p:nvSpPr>
        <p:spPr>
          <a:xfrm rot="16200000" flipH="1">
            <a:off x="6148862" y="2730709"/>
            <a:ext cx="1261308" cy="2314994"/>
          </a:xfrm>
          <a:prstGeom prst="rect">
            <a:avLst/>
          </a:prstGeom>
          <a:solidFill>
            <a:srgbClr val="343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JM" b="0" i="0">
              <a:latin typeface="Arial" charset="0"/>
              <a:cs typeface="Arial" charset="0"/>
            </a:endParaRPr>
          </a:p>
        </p:txBody>
      </p:sp>
      <p:sp>
        <p:nvSpPr>
          <p:cNvPr id="18" name="Text Placeholder 33"/>
          <p:cNvSpPr>
            <a:spLocks noGrp="1"/>
          </p:cNvSpPr>
          <p:nvPr>
            <p:ph type="body" sz="quarter" idx="16"/>
          </p:nvPr>
        </p:nvSpPr>
        <p:spPr>
          <a:xfrm>
            <a:off x="715372"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a:p>
        </p:txBody>
      </p:sp>
      <p:sp>
        <p:nvSpPr>
          <p:cNvPr id="19" name="Text Placeholder 33"/>
          <p:cNvSpPr>
            <a:spLocks noGrp="1"/>
          </p:cNvSpPr>
          <p:nvPr>
            <p:ph type="body" sz="quarter" idx="17"/>
          </p:nvPr>
        </p:nvSpPr>
        <p:spPr>
          <a:xfrm>
            <a:off x="3229972"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a:p>
        </p:txBody>
      </p:sp>
      <p:sp>
        <p:nvSpPr>
          <p:cNvPr id="20" name="Text Placeholder 33"/>
          <p:cNvSpPr>
            <a:spLocks noGrp="1"/>
          </p:cNvSpPr>
          <p:nvPr>
            <p:ph type="body" sz="quarter" idx="18"/>
          </p:nvPr>
        </p:nvSpPr>
        <p:spPr>
          <a:xfrm>
            <a:off x="5727787" y="3707770"/>
            <a:ext cx="2110248" cy="731053"/>
          </a:xfrm>
        </p:spPr>
        <p:txBody>
          <a:bodyPr>
            <a:noAutofit/>
          </a:bodyPr>
          <a:lstStyle>
            <a:lvl1pPr marL="0" indent="0" algn="ctr">
              <a:spcBef>
                <a:spcPts val="0"/>
              </a:spcBef>
              <a:buFontTx/>
              <a:buNone/>
              <a:defRPr sz="1100" b="0" i="0">
                <a:solidFill>
                  <a:srgbClr val="FFFFFF"/>
                </a:solidFill>
                <a:latin typeface="Arial" charset="0"/>
                <a:cs typeface="Arial" charset="0"/>
              </a:defRPr>
            </a:lvl1pPr>
            <a:lvl2pPr marL="457200" indent="0">
              <a:buFontTx/>
              <a:buNone/>
              <a:defRPr sz="1400">
                <a:solidFill>
                  <a:schemeClr val="tx1">
                    <a:lumMod val="65000"/>
                    <a:lumOff val="35000"/>
                  </a:schemeClr>
                </a:solidFill>
                <a:latin typeface="PT Sans" pitchFamily="34" charset="0"/>
              </a:defRPr>
            </a:lvl2pPr>
            <a:lvl3pPr marL="914400" indent="0">
              <a:buFontTx/>
              <a:buNone/>
              <a:defRPr sz="1400">
                <a:solidFill>
                  <a:schemeClr val="tx1">
                    <a:lumMod val="65000"/>
                    <a:lumOff val="35000"/>
                  </a:schemeClr>
                </a:solidFill>
                <a:latin typeface="PT Sans" pitchFamily="34" charset="0"/>
              </a:defRPr>
            </a:lvl3pPr>
            <a:lvl4pPr marL="1371600" indent="0">
              <a:buFontTx/>
              <a:buNone/>
              <a:defRPr sz="1400">
                <a:solidFill>
                  <a:schemeClr val="tx1">
                    <a:lumMod val="65000"/>
                    <a:lumOff val="35000"/>
                  </a:schemeClr>
                </a:solidFill>
                <a:latin typeface="PT Sans" pitchFamily="34" charset="0"/>
              </a:defRPr>
            </a:lvl4pPr>
            <a:lvl5pPr marL="1828800" indent="0">
              <a:buFontTx/>
              <a:buNone/>
              <a:defRPr sz="1400">
                <a:solidFill>
                  <a:schemeClr val="tx1">
                    <a:lumMod val="65000"/>
                    <a:lumOff val="35000"/>
                  </a:schemeClr>
                </a:solidFill>
                <a:latin typeface="PT Sans" pitchFamily="34" charset="0"/>
              </a:defRPr>
            </a:lvl5pPr>
          </a:lstStyle>
          <a:p>
            <a:pPr lvl="0"/>
            <a:endParaRPr lang="en-JM"/>
          </a:p>
        </p:txBody>
      </p:sp>
      <p:sp>
        <p:nvSpPr>
          <p:cNvPr id="21" name="Text Placeholder 37"/>
          <p:cNvSpPr>
            <a:spLocks noGrp="1"/>
          </p:cNvSpPr>
          <p:nvPr>
            <p:ph type="body" sz="quarter" idx="19"/>
          </p:nvPr>
        </p:nvSpPr>
        <p:spPr>
          <a:xfrm>
            <a:off x="685808" y="3389324"/>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a:p>
        </p:txBody>
      </p:sp>
      <p:sp>
        <p:nvSpPr>
          <p:cNvPr id="22" name="Text Placeholder 37"/>
          <p:cNvSpPr>
            <a:spLocks noGrp="1"/>
          </p:cNvSpPr>
          <p:nvPr>
            <p:ph type="body" sz="quarter" idx="20"/>
          </p:nvPr>
        </p:nvSpPr>
        <p:spPr>
          <a:xfrm>
            <a:off x="3215193" y="3371852"/>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a:p>
        </p:txBody>
      </p:sp>
      <p:sp>
        <p:nvSpPr>
          <p:cNvPr id="23" name="Text Placeholder 37"/>
          <p:cNvSpPr>
            <a:spLocks noGrp="1"/>
          </p:cNvSpPr>
          <p:nvPr>
            <p:ph type="body" sz="quarter" idx="21"/>
          </p:nvPr>
        </p:nvSpPr>
        <p:spPr>
          <a:xfrm>
            <a:off x="5727796" y="3371852"/>
            <a:ext cx="2138867" cy="258763"/>
          </a:xfrm>
        </p:spPr>
        <p:txBody>
          <a:bodyPr>
            <a:noAutofit/>
          </a:bodyPr>
          <a:lstStyle>
            <a:lvl1pPr marL="0" indent="0" algn="ctr">
              <a:spcBef>
                <a:spcPts val="0"/>
              </a:spcBef>
              <a:buNone/>
              <a:defRPr sz="1200" b="0" i="0">
                <a:solidFill>
                  <a:srgbClr val="FFFFFF"/>
                </a:solidFill>
                <a:latin typeface="Arial" charset="0"/>
                <a:ea typeface="Arial" charset="0"/>
                <a:cs typeface="Arial" charset="0"/>
              </a:defRPr>
            </a:lvl1pPr>
            <a:lvl2pPr>
              <a:defRPr>
                <a:latin typeface="Open Sans bold" pitchFamily="34" charset="0"/>
                <a:ea typeface="Open Sans bold" pitchFamily="34" charset="0"/>
                <a:cs typeface="Open Sans bold" pitchFamily="34" charset="0"/>
              </a:defRPr>
            </a:lvl2pPr>
            <a:lvl3pPr>
              <a:defRPr>
                <a:latin typeface="Open Sans bold" pitchFamily="34" charset="0"/>
                <a:ea typeface="Open Sans bold" pitchFamily="34" charset="0"/>
                <a:cs typeface="Open Sans bold" pitchFamily="34" charset="0"/>
              </a:defRPr>
            </a:lvl3pPr>
            <a:lvl4pPr>
              <a:defRPr>
                <a:latin typeface="Open Sans bold" pitchFamily="34" charset="0"/>
                <a:ea typeface="Open Sans bold" pitchFamily="34" charset="0"/>
                <a:cs typeface="Open Sans bold" pitchFamily="34" charset="0"/>
              </a:defRPr>
            </a:lvl4pPr>
            <a:lvl5pPr>
              <a:defRPr>
                <a:latin typeface="Open Sans bold" pitchFamily="34" charset="0"/>
                <a:ea typeface="Open Sans bold" pitchFamily="34" charset="0"/>
                <a:cs typeface="Open Sans bold" pitchFamily="34" charset="0"/>
              </a:defRPr>
            </a:lvl5pPr>
          </a:lstStyle>
          <a:p>
            <a:pPr lvl="0"/>
            <a:endParaRPr lang="en-JM"/>
          </a:p>
        </p:txBody>
      </p:sp>
      <p:sp>
        <p:nvSpPr>
          <p:cNvPr id="24" name="Picture Placeholder 28"/>
          <p:cNvSpPr>
            <a:spLocks noGrp="1"/>
          </p:cNvSpPr>
          <p:nvPr>
            <p:ph type="pic" sz="quarter" idx="13"/>
          </p:nvPr>
        </p:nvSpPr>
        <p:spPr>
          <a:xfrm>
            <a:off x="609606" y="150993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a:p>
        </p:txBody>
      </p:sp>
      <p:sp>
        <p:nvSpPr>
          <p:cNvPr id="25" name="Picture Placeholder 28"/>
          <p:cNvSpPr>
            <a:spLocks noGrp="1"/>
          </p:cNvSpPr>
          <p:nvPr>
            <p:ph type="pic" sz="quarter" idx="14"/>
          </p:nvPr>
        </p:nvSpPr>
        <p:spPr>
          <a:xfrm>
            <a:off x="3124206" y="150495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a:p>
        </p:txBody>
      </p:sp>
      <p:sp>
        <p:nvSpPr>
          <p:cNvPr id="26" name="Picture Placeholder 28"/>
          <p:cNvSpPr>
            <a:spLocks noGrp="1"/>
          </p:cNvSpPr>
          <p:nvPr>
            <p:ph type="pic" sz="quarter" idx="15"/>
          </p:nvPr>
        </p:nvSpPr>
        <p:spPr>
          <a:xfrm>
            <a:off x="5621400" y="1504950"/>
            <a:ext cx="2315571" cy="1752600"/>
          </a:xfrm>
        </p:spPr>
        <p:txBody>
          <a:bodyPr>
            <a:normAutofit/>
          </a:bodyPr>
          <a:lstStyle>
            <a:lvl1pPr marL="0" indent="0">
              <a:buFontTx/>
              <a:buNone/>
              <a:defRPr sz="1050" b="0" i="0">
                <a:solidFill>
                  <a:schemeClr val="tx1">
                    <a:lumMod val="65000"/>
                    <a:lumOff val="35000"/>
                  </a:schemeClr>
                </a:solidFill>
                <a:latin typeface="Arial" charset="0"/>
                <a:cs typeface="Arial" charset="0"/>
              </a:defRPr>
            </a:lvl1pPr>
          </a:lstStyle>
          <a:p>
            <a:endParaRPr lang="en-JM"/>
          </a:p>
        </p:txBody>
      </p:sp>
      <p:sp>
        <p:nvSpPr>
          <p:cNvPr id="3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31"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4435271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76800" y="514350"/>
            <a:ext cx="3810000" cy="857250"/>
          </a:xfrm>
        </p:spPr>
        <p:txBody>
          <a:bodyPr>
            <a:noAutofit/>
          </a:bodyPr>
          <a:lstStyle>
            <a:lvl1pPr algn="l">
              <a:defRPr sz="2800">
                <a:solidFill>
                  <a:srgbClr val="343E48"/>
                </a:solidFill>
              </a:defRPr>
            </a:lvl1pPr>
          </a:lstStyle>
          <a:p>
            <a:r>
              <a:rPr lang="en-US"/>
              <a:t>Click to edit Master title style</a:t>
            </a:r>
            <a:endParaRPr lang="en-JM"/>
          </a:p>
        </p:txBody>
      </p:sp>
      <p:sp>
        <p:nvSpPr>
          <p:cNvPr id="8" name="Picture Placeholder 7"/>
          <p:cNvSpPr>
            <a:spLocks noGrp="1"/>
          </p:cNvSpPr>
          <p:nvPr>
            <p:ph type="pic" sz="quarter" idx="13"/>
          </p:nvPr>
        </p:nvSpPr>
        <p:spPr>
          <a:xfrm>
            <a:off x="0" y="0"/>
            <a:ext cx="4572000" cy="5143500"/>
          </a:xfrm>
        </p:spPr>
        <p:txBody>
          <a:bodyPr/>
          <a:lstStyle/>
          <a:p>
            <a:endParaRPr lang="en-JM"/>
          </a:p>
        </p:txBody>
      </p:sp>
      <p:sp>
        <p:nvSpPr>
          <p:cNvPr id="18" name="Text Placeholder 17"/>
          <p:cNvSpPr>
            <a:spLocks noGrp="1"/>
          </p:cNvSpPr>
          <p:nvPr>
            <p:ph type="body" sz="quarter" idx="15"/>
          </p:nvPr>
        </p:nvSpPr>
        <p:spPr>
          <a:xfrm>
            <a:off x="5029200" y="2041523"/>
            <a:ext cx="3505200" cy="990600"/>
          </a:xfrm>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
        <p:nvSpPr>
          <p:cNvPr id="20" name="Content Placeholder 19"/>
          <p:cNvSpPr>
            <a:spLocks noGrp="1"/>
          </p:cNvSpPr>
          <p:nvPr>
            <p:ph sz="quarter" idx="16"/>
          </p:nvPr>
        </p:nvSpPr>
        <p:spPr>
          <a:xfrm>
            <a:off x="5638800" y="3108328"/>
            <a:ext cx="2438400" cy="307975"/>
          </a:xfrm>
          <a:prstGeom prst="rect">
            <a:avLst/>
          </a:prstGeom>
          <a:noFill/>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21" name="Content Placeholder 19"/>
          <p:cNvSpPr>
            <a:spLocks noGrp="1"/>
          </p:cNvSpPr>
          <p:nvPr>
            <p:ph sz="quarter" idx="17"/>
          </p:nvPr>
        </p:nvSpPr>
        <p:spPr>
          <a:xfrm>
            <a:off x="5638800" y="3562353"/>
            <a:ext cx="2438400" cy="465119"/>
          </a:xfrm>
          <a:prstGeom prst="rect">
            <a:avLst/>
          </a:prstGeom>
          <a:noFill/>
        </p:spPr>
        <p:txBody>
          <a:bodyPr>
            <a:no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23" name="Text Placeholder 22"/>
          <p:cNvSpPr>
            <a:spLocks noGrp="1"/>
          </p:cNvSpPr>
          <p:nvPr>
            <p:ph type="body" sz="quarter" idx="18"/>
          </p:nvPr>
        </p:nvSpPr>
        <p:spPr>
          <a:xfrm>
            <a:off x="5029200" y="1733555"/>
            <a:ext cx="3505200" cy="357187"/>
          </a:xfrm>
        </p:spPr>
        <p:txBody>
          <a:bodyPr>
            <a:noAutofit/>
          </a:bodyPr>
          <a:lstStyle>
            <a:lvl1pPr marL="0" indent="0">
              <a:buFontTx/>
              <a:buNone/>
              <a:defRPr sz="1100" b="0" i="0">
                <a:solidFill>
                  <a:srgbClr val="ED3645"/>
                </a:solidFill>
                <a:latin typeface="Lato Regular"/>
                <a:ea typeface="Arial" charset="0"/>
                <a:cs typeface="Lato Regular"/>
              </a:defRPr>
            </a:lvl1pPr>
            <a:lvl2pPr marL="457200" indent="0">
              <a:buFontTx/>
              <a:buNone/>
              <a:defRPr sz="1300">
                <a:latin typeface="Open Sans" pitchFamily="34" charset="0"/>
                <a:ea typeface="Open Sans" pitchFamily="34" charset="0"/>
                <a:cs typeface="Open Sans" pitchFamily="34" charset="0"/>
              </a:defRPr>
            </a:lvl2pPr>
            <a:lvl3pPr marL="914400" indent="0">
              <a:buFontTx/>
              <a:buNone/>
              <a:defRPr sz="1300">
                <a:latin typeface="Open Sans" pitchFamily="34" charset="0"/>
                <a:ea typeface="Open Sans" pitchFamily="34" charset="0"/>
                <a:cs typeface="Open Sans" pitchFamily="34" charset="0"/>
              </a:defRPr>
            </a:lvl3pPr>
            <a:lvl4pPr marL="1371600" indent="0">
              <a:buFontTx/>
              <a:buNone/>
              <a:defRPr sz="1300">
                <a:latin typeface="Open Sans" pitchFamily="34" charset="0"/>
                <a:ea typeface="Open Sans" pitchFamily="34" charset="0"/>
                <a:cs typeface="Open Sans" pitchFamily="34" charset="0"/>
              </a:defRPr>
            </a:lvl4pPr>
            <a:lvl5pPr marL="1828800" indent="0">
              <a:buFontTx/>
              <a:buNone/>
              <a:defRPr sz="1300">
                <a:latin typeface="Open Sans" pitchFamily="34" charset="0"/>
                <a:ea typeface="Open Sans" pitchFamily="34" charset="0"/>
                <a:cs typeface="Open Sans" pitchFamily="34" charset="0"/>
              </a:defRPr>
            </a:lvl5pPr>
          </a:lstStyle>
          <a:p>
            <a:pPr lvl="0"/>
            <a:endParaRPr lang="en-JM"/>
          </a:p>
        </p:txBody>
      </p:sp>
    </p:spTree>
    <p:extLst>
      <p:ext uri="{BB962C8B-B14F-4D97-AF65-F5344CB8AC3E}">
        <p14:creationId xmlns:p14="http://schemas.microsoft.com/office/powerpoint/2010/main" val="14070236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7" name="Picture Placeholder 3"/>
          <p:cNvSpPr>
            <a:spLocks noGrp="1"/>
          </p:cNvSpPr>
          <p:nvPr>
            <p:ph type="pic" sz="quarter" idx="63"/>
          </p:nvPr>
        </p:nvSpPr>
        <p:spPr>
          <a:xfrm>
            <a:off x="0" y="1733550"/>
            <a:ext cx="4724400" cy="2895600"/>
          </a:xfrm>
        </p:spPr>
        <p:txBody>
          <a:bodyPr>
            <a:normAutofit/>
          </a:bodyPr>
          <a:lstStyle>
            <a:lvl1pPr>
              <a:defRPr sz="1400"/>
            </a:lvl1pPr>
          </a:lstStyle>
          <a:p>
            <a:endParaRPr lang="en-JM"/>
          </a:p>
        </p:txBody>
      </p:sp>
      <p:sp>
        <p:nvSpPr>
          <p:cNvPr id="8" name="Text Placeholder 5"/>
          <p:cNvSpPr>
            <a:spLocks noGrp="1"/>
          </p:cNvSpPr>
          <p:nvPr>
            <p:ph type="body" sz="quarter" idx="66"/>
          </p:nvPr>
        </p:nvSpPr>
        <p:spPr>
          <a:xfrm>
            <a:off x="5475297" y="2274270"/>
            <a:ext cx="2994025" cy="1219818"/>
          </a:xfrm>
        </p:spPr>
        <p:txBody>
          <a:bodyPr>
            <a:normAutofit/>
          </a:bodyPr>
          <a:lstStyle>
            <a:lvl1pPr marL="0" indent="0">
              <a:buFontTx/>
              <a:buNone/>
              <a:defRPr sz="900" b="0" i="0">
                <a:solidFill>
                  <a:srgbClr val="A6A6A6"/>
                </a:solidFill>
                <a:latin typeface="Arial" charset="0"/>
                <a:cs typeface="Arial"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JM"/>
          </a:p>
        </p:txBody>
      </p:sp>
      <p:sp>
        <p:nvSpPr>
          <p:cNvPr id="9" name="Text Placeholder 8"/>
          <p:cNvSpPr>
            <a:spLocks noGrp="1"/>
          </p:cNvSpPr>
          <p:nvPr>
            <p:ph type="body" sz="quarter" idx="67"/>
          </p:nvPr>
        </p:nvSpPr>
        <p:spPr>
          <a:xfrm>
            <a:off x="5965832" y="1916118"/>
            <a:ext cx="1730375" cy="358775"/>
          </a:xfrm>
        </p:spPr>
        <p:txBody>
          <a:bodyPr>
            <a:noAutofit/>
          </a:bodyPr>
          <a:lstStyle>
            <a:lvl1pPr marL="0" indent="0">
              <a:buFontTx/>
              <a:buNone/>
              <a:defRPr sz="1100">
                <a:solidFill>
                  <a:srgbClr val="ED3645"/>
                </a:solidFill>
                <a:latin typeface="Lato Regular"/>
                <a:cs typeface="Lato Regular"/>
              </a:defRPr>
            </a:lvl1pPr>
            <a:lvl2pPr marL="457200" indent="0">
              <a:buFontTx/>
              <a:buNone/>
              <a:defRPr sz="1400">
                <a:latin typeface="Franklin Gothic Medium" pitchFamily="34" charset="0"/>
              </a:defRPr>
            </a:lvl2pPr>
            <a:lvl3pPr marL="914400" indent="0">
              <a:buFontTx/>
              <a:buNone/>
              <a:defRPr sz="1400">
                <a:latin typeface="Franklin Gothic Medium" pitchFamily="34" charset="0"/>
              </a:defRPr>
            </a:lvl3pPr>
            <a:lvl4pPr marL="1371600" indent="0">
              <a:buFontTx/>
              <a:buNone/>
              <a:defRPr sz="1400">
                <a:latin typeface="Franklin Gothic Medium" pitchFamily="34" charset="0"/>
              </a:defRPr>
            </a:lvl4pPr>
            <a:lvl5pPr marL="1828800" indent="0">
              <a:buFontTx/>
              <a:buNone/>
              <a:defRPr sz="1400">
                <a:latin typeface="Franklin Gothic Medium" pitchFamily="34" charset="0"/>
              </a:defRPr>
            </a:lvl5pPr>
          </a:lstStyle>
          <a:p>
            <a:pPr lvl="0"/>
            <a:endParaRPr lang="en-JM"/>
          </a:p>
        </p:txBody>
      </p:sp>
      <p:sp>
        <p:nvSpPr>
          <p:cNvPr id="10"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2"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98135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7" name="Picture Placeholder 3"/>
          <p:cNvSpPr>
            <a:spLocks noGrp="1"/>
          </p:cNvSpPr>
          <p:nvPr>
            <p:ph type="pic" sz="quarter" idx="63"/>
          </p:nvPr>
        </p:nvSpPr>
        <p:spPr>
          <a:xfrm>
            <a:off x="0" y="1504950"/>
            <a:ext cx="9144000" cy="2133600"/>
          </a:xfrm>
        </p:spPr>
        <p:txBody>
          <a:bodyPr>
            <a:normAutofit/>
          </a:bodyPr>
          <a:lstStyle>
            <a:lvl1pPr>
              <a:defRPr sz="1400"/>
            </a:lvl1pPr>
          </a:lstStyle>
          <a:p>
            <a:endParaRPr lang="en-JM"/>
          </a:p>
        </p:txBody>
      </p:sp>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42432091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pic>
        <p:nvPicPr>
          <p:cNvPr id="7" name="Picture 6" descr="01-iPad-Air-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44179" y="950310"/>
            <a:ext cx="2655651" cy="2800350"/>
          </a:xfrm>
          <a:prstGeom prst="rect">
            <a:avLst/>
          </a:prstGeom>
        </p:spPr>
      </p:pic>
      <p:sp>
        <p:nvSpPr>
          <p:cNvPr id="8" name="Picture Placeholder 6"/>
          <p:cNvSpPr>
            <a:spLocks noGrp="1"/>
          </p:cNvSpPr>
          <p:nvPr>
            <p:ph type="pic" sz="quarter" idx="13"/>
          </p:nvPr>
        </p:nvSpPr>
        <p:spPr>
          <a:xfrm>
            <a:off x="3476547" y="1350359"/>
            <a:ext cx="2190904" cy="2106000"/>
          </a:xfrm>
        </p:spPr>
        <p:txBody>
          <a:bodyPr/>
          <a:lstStyle/>
          <a:p>
            <a:endParaRPr lang="en-JM"/>
          </a:p>
        </p:txBody>
      </p:sp>
      <p:sp>
        <p:nvSpPr>
          <p:cNvPr id="9" name="Oval 8"/>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10"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11432957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pic>
        <p:nvPicPr>
          <p:cNvPr id="11" name="Picture 10" descr="iMac-Cinema-Monitor-Style-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62200" y="2286003"/>
            <a:ext cx="4267200" cy="2488997"/>
          </a:xfrm>
          <a:prstGeom prst="rect">
            <a:avLst/>
          </a:prstGeom>
        </p:spPr>
      </p:pic>
      <p:sp>
        <p:nvSpPr>
          <p:cNvPr id="12" name="Picture Placeholder 21"/>
          <p:cNvSpPr>
            <a:spLocks noGrp="1"/>
          </p:cNvSpPr>
          <p:nvPr>
            <p:ph type="pic" sz="quarter" idx="16"/>
          </p:nvPr>
        </p:nvSpPr>
        <p:spPr>
          <a:xfrm>
            <a:off x="2716924" y="2505696"/>
            <a:ext cx="3531476" cy="1655380"/>
          </a:xfrm>
        </p:spPr>
        <p:txBody>
          <a:bodyPr>
            <a:normAutofit/>
          </a:bodyPr>
          <a:lstStyle>
            <a:lvl1pPr marL="0" indent="0" algn="ctr">
              <a:buFontTx/>
              <a:buNone/>
              <a:defRPr sz="1200">
                <a:solidFill>
                  <a:schemeClr val="bg1">
                    <a:lumMod val="95000"/>
                  </a:schemeClr>
                </a:solidFill>
              </a:defRPr>
            </a:lvl1pPr>
          </a:lstStyle>
          <a:p>
            <a:endParaRPr lang="en-JM"/>
          </a:p>
        </p:txBody>
      </p:sp>
    </p:spTree>
    <p:extLst>
      <p:ext uri="{BB962C8B-B14F-4D97-AF65-F5344CB8AC3E}">
        <p14:creationId xmlns:p14="http://schemas.microsoft.com/office/powerpoint/2010/main" val="2147333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pic>
        <p:nvPicPr>
          <p:cNvPr id="8" name="Picture 7"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29005" y="1028703"/>
            <a:ext cx="2304029" cy="3444125"/>
          </a:xfrm>
          <a:prstGeom prst="rect">
            <a:avLst/>
          </a:prstGeom>
        </p:spPr>
      </p:pic>
      <p:sp>
        <p:nvSpPr>
          <p:cNvPr id="9" name="Picture Placeholder 19"/>
          <p:cNvSpPr>
            <a:spLocks noGrp="1"/>
          </p:cNvSpPr>
          <p:nvPr>
            <p:ph type="pic" sz="quarter" idx="64"/>
          </p:nvPr>
        </p:nvSpPr>
        <p:spPr>
          <a:xfrm>
            <a:off x="3675633" y="1595128"/>
            <a:ext cx="1758559" cy="2306198"/>
          </a:xfrm>
        </p:spPr>
        <p:txBody>
          <a:bodyPr/>
          <a:lstStyle/>
          <a:p>
            <a:endParaRPr lang="en-JM"/>
          </a:p>
        </p:txBody>
      </p:sp>
      <p:sp>
        <p:nvSpPr>
          <p:cNvPr id="10" name="Oval 9"/>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11"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1324071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pic>
        <p:nvPicPr>
          <p:cNvPr id="11" name="Picture 10"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0" y="1881124"/>
            <a:ext cx="1828800" cy="2733740"/>
          </a:xfrm>
          <a:prstGeom prst="rect">
            <a:avLst/>
          </a:prstGeom>
        </p:spPr>
      </p:pic>
      <p:sp>
        <p:nvSpPr>
          <p:cNvPr id="12" name="Picture Placeholder 19"/>
          <p:cNvSpPr>
            <a:spLocks noGrp="1"/>
          </p:cNvSpPr>
          <p:nvPr>
            <p:ph type="pic" sz="quarter" idx="64"/>
          </p:nvPr>
        </p:nvSpPr>
        <p:spPr>
          <a:xfrm>
            <a:off x="4776362" y="2457450"/>
            <a:ext cx="1395838" cy="1676400"/>
          </a:xfrm>
        </p:spPr>
        <p:txBody>
          <a:bodyPr/>
          <a:lstStyle/>
          <a:p>
            <a:endParaRPr lang="en-JM"/>
          </a:p>
        </p:txBody>
      </p:sp>
      <p:pic>
        <p:nvPicPr>
          <p:cNvPr id="13" name="Picture 12" descr="iPhone-5S-3-colors-Mock-up.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43200" y="1881124"/>
            <a:ext cx="1828800" cy="2733740"/>
          </a:xfrm>
          <a:prstGeom prst="rect">
            <a:avLst/>
          </a:prstGeom>
        </p:spPr>
      </p:pic>
      <p:sp>
        <p:nvSpPr>
          <p:cNvPr id="17" name="Picture Placeholder 19"/>
          <p:cNvSpPr>
            <a:spLocks noGrp="1"/>
          </p:cNvSpPr>
          <p:nvPr>
            <p:ph type="pic" sz="quarter" idx="65"/>
          </p:nvPr>
        </p:nvSpPr>
        <p:spPr>
          <a:xfrm>
            <a:off x="2947562" y="2457450"/>
            <a:ext cx="1395838" cy="1676400"/>
          </a:xfrm>
        </p:spPr>
        <p:txBody>
          <a:bodyPr/>
          <a:lstStyle/>
          <a:p>
            <a:endParaRPr lang="en-JM"/>
          </a:p>
        </p:txBody>
      </p:sp>
    </p:spTree>
    <p:extLst>
      <p:ext uri="{BB962C8B-B14F-4D97-AF65-F5344CB8AC3E}">
        <p14:creationId xmlns:p14="http://schemas.microsoft.com/office/powerpoint/2010/main" val="543334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1" name="Text Placeholder 18"/>
          <p:cNvSpPr>
            <a:spLocks noGrp="1"/>
          </p:cNvSpPr>
          <p:nvPr>
            <p:ph type="body" sz="quarter" idx="17"/>
          </p:nvPr>
        </p:nvSpPr>
        <p:spPr>
          <a:xfrm>
            <a:off x="5867400" y="19621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a:p>
        </p:txBody>
      </p:sp>
      <p:sp>
        <p:nvSpPr>
          <p:cNvPr id="23" name="Text Placeholder 26"/>
          <p:cNvSpPr>
            <a:spLocks noGrp="1"/>
          </p:cNvSpPr>
          <p:nvPr>
            <p:ph type="body" sz="quarter" idx="19"/>
          </p:nvPr>
        </p:nvSpPr>
        <p:spPr>
          <a:xfrm>
            <a:off x="5867400" y="21907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
        <p:nvSpPr>
          <p:cNvPr id="10" name="Text Placeholder 18"/>
          <p:cNvSpPr>
            <a:spLocks noGrp="1"/>
          </p:cNvSpPr>
          <p:nvPr>
            <p:ph type="body" sz="quarter" idx="21"/>
          </p:nvPr>
        </p:nvSpPr>
        <p:spPr>
          <a:xfrm>
            <a:off x="5867400" y="28765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a:p>
        </p:txBody>
      </p:sp>
      <p:sp>
        <p:nvSpPr>
          <p:cNvPr id="11" name="Text Placeholder 26"/>
          <p:cNvSpPr>
            <a:spLocks noGrp="1"/>
          </p:cNvSpPr>
          <p:nvPr>
            <p:ph type="body" sz="quarter" idx="22"/>
          </p:nvPr>
        </p:nvSpPr>
        <p:spPr>
          <a:xfrm>
            <a:off x="5867400" y="31051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
        <p:nvSpPr>
          <p:cNvPr id="12" name="Text Placeholder 18"/>
          <p:cNvSpPr>
            <a:spLocks noGrp="1"/>
          </p:cNvSpPr>
          <p:nvPr>
            <p:ph type="body" sz="quarter" idx="23"/>
          </p:nvPr>
        </p:nvSpPr>
        <p:spPr>
          <a:xfrm>
            <a:off x="5867400" y="3790950"/>
            <a:ext cx="1600200" cy="304800"/>
          </a:xfrm>
        </p:spPr>
        <p:txBody>
          <a:bodyPr>
            <a:noAutofit/>
          </a:bodyPr>
          <a:lstStyle>
            <a:lvl1pPr marL="0" indent="0" algn="l">
              <a:buFontTx/>
              <a:buNone/>
              <a:defRPr sz="1100" b="0" i="0">
                <a:solidFill>
                  <a:srgbClr val="ED3645"/>
                </a:solidFill>
                <a:latin typeface="Lato Regular"/>
                <a:ea typeface="Arial" charset="0"/>
                <a:cs typeface="Lato Regular"/>
              </a:defRPr>
            </a:lvl1pPr>
          </a:lstStyle>
          <a:p>
            <a:pPr lvl="0"/>
            <a:endParaRPr lang="en-JM"/>
          </a:p>
        </p:txBody>
      </p:sp>
      <p:sp>
        <p:nvSpPr>
          <p:cNvPr id="13" name="Text Placeholder 26"/>
          <p:cNvSpPr>
            <a:spLocks noGrp="1"/>
          </p:cNvSpPr>
          <p:nvPr>
            <p:ph type="body" sz="quarter" idx="24"/>
          </p:nvPr>
        </p:nvSpPr>
        <p:spPr>
          <a:xfrm>
            <a:off x="5867400" y="4019551"/>
            <a:ext cx="2643188" cy="533400"/>
          </a:xfrm>
        </p:spPr>
        <p:txBody>
          <a:bodyPr>
            <a:normAutofit/>
          </a:bodyPr>
          <a:lstStyle>
            <a:lvl1pPr marL="0" indent="0">
              <a:buFontTx/>
              <a:buNone/>
              <a:defRPr sz="1000" b="0" i="0">
                <a:solidFill>
                  <a:srgbClr val="A6A6A6"/>
                </a:solidFill>
                <a:latin typeface="Arial" charset="0"/>
                <a:cs typeface="Arial" charset="0"/>
              </a:defRPr>
            </a:lvl1pPr>
            <a:lvl2pPr marL="457200" indent="0">
              <a:buFontTx/>
              <a:buNone/>
              <a:defRPr sz="1100"/>
            </a:lvl2pPr>
            <a:lvl3pPr marL="914400" indent="0">
              <a:buFontTx/>
              <a:buNone/>
              <a:defRPr sz="1100"/>
            </a:lvl3pPr>
            <a:lvl4pPr marL="1371600" indent="0">
              <a:buFontTx/>
              <a:buNone/>
              <a:defRPr sz="1100"/>
            </a:lvl4pPr>
            <a:lvl5pPr marL="1828800" indent="0">
              <a:buFontTx/>
              <a:buNone/>
              <a:defRPr sz="1100"/>
            </a:lvl5pPr>
          </a:lstStyle>
          <a:p>
            <a:pPr lvl="0"/>
            <a:endParaRPr lang="en-JM"/>
          </a:p>
        </p:txBody>
      </p:sp>
      <p:sp>
        <p:nvSpPr>
          <p:cNvPr id="1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4" name="Text Placeholder 17"/>
          <p:cNvSpPr>
            <a:spLocks noGrp="1"/>
          </p:cNvSpPr>
          <p:nvPr>
            <p:ph type="body" sz="quarter" idx="25"/>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pic>
        <p:nvPicPr>
          <p:cNvPr id="18" name="Picture 17" descr="FireFox-Flat-Brows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5" y="2528889"/>
            <a:ext cx="4622459" cy="2614613"/>
          </a:xfrm>
          <a:prstGeom prst="rect">
            <a:avLst/>
          </a:prstGeom>
        </p:spPr>
      </p:pic>
      <p:sp>
        <p:nvSpPr>
          <p:cNvPr id="20" name="Picture Placeholder 6"/>
          <p:cNvSpPr>
            <a:spLocks noGrp="1"/>
          </p:cNvSpPr>
          <p:nvPr>
            <p:ph type="pic" sz="quarter" idx="20"/>
          </p:nvPr>
        </p:nvSpPr>
        <p:spPr>
          <a:xfrm>
            <a:off x="698400" y="2956725"/>
            <a:ext cx="4419600" cy="2171700"/>
          </a:xfrm>
        </p:spPr>
        <p:txBody>
          <a:bodyPr/>
          <a:lstStyle/>
          <a:p>
            <a:endParaRPr lang="en-JM"/>
          </a:p>
        </p:txBody>
      </p:sp>
    </p:spTree>
    <p:extLst>
      <p:ext uri="{BB962C8B-B14F-4D97-AF65-F5344CB8AC3E}">
        <p14:creationId xmlns:p14="http://schemas.microsoft.com/office/powerpoint/2010/main" val="17598855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Content Placeholder 37"/>
          <p:cNvSpPr>
            <a:spLocks noGrp="1"/>
          </p:cNvSpPr>
          <p:nvPr>
            <p:ph sz="quarter" idx="18"/>
          </p:nvPr>
        </p:nvSpPr>
        <p:spPr>
          <a:xfrm>
            <a:off x="2536203"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a:p>
        </p:txBody>
      </p:sp>
      <p:sp>
        <p:nvSpPr>
          <p:cNvPr id="8" name="Content Placeholder 37"/>
          <p:cNvSpPr>
            <a:spLocks noGrp="1"/>
          </p:cNvSpPr>
          <p:nvPr>
            <p:ph sz="quarter" idx="19"/>
          </p:nvPr>
        </p:nvSpPr>
        <p:spPr>
          <a:xfrm>
            <a:off x="4443222"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a:p>
        </p:txBody>
      </p:sp>
      <p:sp>
        <p:nvSpPr>
          <p:cNvPr id="9" name="Content Placeholder 37"/>
          <p:cNvSpPr>
            <a:spLocks noGrp="1"/>
          </p:cNvSpPr>
          <p:nvPr>
            <p:ph sz="quarter" idx="20"/>
          </p:nvPr>
        </p:nvSpPr>
        <p:spPr>
          <a:xfrm>
            <a:off x="6400800"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a:p>
        </p:txBody>
      </p:sp>
      <p:sp>
        <p:nvSpPr>
          <p:cNvPr id="10" name="Content Placeholder 37"/>
          <p:cNvSpPr>
            <a:spLocks noGrp="1"/>
          </p:cNvSpPr>
          <p:nvPr>
            <p:ph sz="quarter" idx="21"/>
          </p:nvPr>
        </p:nvSpPr>
        <p:spPr>
          <a:xfrm>
            <a:off x="609600" y="1581150"/>
            <a:ext cx="1524000" cy="304800"/>
          </a:xfrm>
        </p:spPr>
        <p:txBody>
          <a:bodyPr>
            <a:noAutofit/>
          </a:bodyPr>
          <a:lstStyle>
            <a:lvl1pPr algn="ctr">
              <a:buNone/>
              <a:defRPr sz="1200" b="0" i="0">
                <a:solidFill>
                  <a:schemeClr val="tx1">
                    <a:lumMod val="50000"/>
                    <a:lumOff val="50000"/>
                  </a:schemeClr>
                </a:solidFill>
                <a:latin typeface="Arial" charset="0"/>
                <a:ea typeface="Arial" charset="0"/>
                <a:cs typeface="Arial" charset="0"/>
              </a:defRPr>
            </a:lvl1pPr>
            <a:lvl2pPr>
              <a:defRPr sz="1600"/>
            </a:lvl2pPr>
            <a:lvl3pPr>
              <a:defRPr sz="1600"/>
            </a:lvl3pPr>
            <a:lvl4pPr>
              <a:defRPr sz="1600"/>
            </a:lvl4pPr>
            <a:lvl5pPr algn="ctr">
              <a:buNone/>
              <a:defRPr sz="1600"/>
            </a:lvl5pPr>
          </a:lstStyle>
          <a:p>
            <a:pPr lvl="0"/>
            <a:endParaRPr lang="en-JM"/>
          </a:p>
        </p:txBody>
      </p:sp>
      <p:sp>
        <p:nvSpPr>
          <p:cNvPr id="11" name="Picture Placeholder 28"/>
          <p:cNvSpPr>
            <a:spLocks noGrp="1"/>
          </p:cNvSpPr>
          <p:nvPr>
            <p:ph type="pic" sz="quarter" idx="50"/>
          </p:nvPr>
        </p:nvSpPr>
        <p:spPr>
          <a:xfrm>
            <a:off x="609605" y="2006529"/>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a:p>
        </p:txBody>
      </p:sp>
      <p:sp>
        <p:nvSpPr>
          <p:cNvPr id="12" name="Picture Placeholder 28"/>
          <p:cNvSpPr>
            <a:spLocks noGrp="1"/>
          </p:cNvSpPr>
          <p:nvPr>
            <p:ph type="pic" sz="quarter" idx="51"/>
          </p:nvPr>
        </p:nvSpPr>
        <p:spPr>
          <a:xfrm>
            <a:off x="2514605" y="2006530"/>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a:p>
        </p:txBody>
      </p:sp>
      <p:sp>
        <p:nvSpPr>
          <p:cNvPr id="13" name="Picture Placeholder 28"/>
          <p:cNvSpPr>
            <a:spLocks noGrp="1"/>
          </p:cNvSpPr>
          <p:nvPr>
            <p:ph type="pic" sz="quarter" idx="52"/>
          </p:nvPr>
        </p:nvSpPr>
        <p:spPr>
          <a:xfrm>
            <a:off x="4443227" y="2046154"/>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a:p>
        </p:txBody>
      </p:sp>
      <p:sp>
        <p:nvSpPr>
          <p:cNvPr id="14" name="Picture Placeholder 28"/>
          <p:cNvSpPr>
            <a:spLocks noGrp="1"/>
          </p:cNvSpPr>
          <p:nvPr>
            <p:ph type="pic" sz="quarter" idx="53"/>
          </p:nvPr>
        </p:nvSpPr>
        <p:spPr>
          <a:xfrm>
            <a:off x="6400805" y="2038534"/>
            <a:ext cx="1691997" cy="1268999"/>
          </a:xfrm>
          <a:prstGeom prst="ellipse">
            <a:avLst/>
          </a:prstGeom>
          <a:ln w="76200" cap="sq">
            <a:noFill/>
            <a:miter lim="800000"/>
          </a:ln>
          <a:effectLst/>
        </p:spPr>
        <p:txBody>
          <a:bodyPr>
            <a:normAutofit/>
          </a:bodyPr>
          <a:lstStyle>
            <a:lvl1pPr marL="0" indent="0" algn="ctr">
              <a:buFontTx/>
              <a:buNone/>
              <a:defRPr sz="1200" b="0" i="0">
                <a:solidFill>
                  <a:srgbClr val="17252F"/>
                </a:solidFill>
                <a:latin typeface="Arial" charset="0"/>
                <a:cs typeface="Arial" charset="0"/>
              </a:defRPr>
            </a:lvl1pPr>
          </a:lstStyle>
          <a:p>
            <a:endParaRPr lang="en-JM"/>
          </a:p>
        </p:txBody>
      </p:sp>
      <p:sp>
        <p:nvSpPr>
          <p:cNvPr id="19" name="Text Placeholder 7"/>
          <p:cNvSpPr>
            <a:spLocks noGrp="1"/>
          </p:cNvSpPr>
          <p:nvPr>
            <p:ph type="body" sz="quarter" idx="61"/>
          </p:nvPr>
        </p:nvSpPr>
        <p:spPr>
          <a:xfrm>
            <a:off x="24384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0" name="Text Placeholder 7"/>
          <p:cNvSpPr>
            <a:spLocks noGrp="1"/>
          </p:cNvSpPr>
          <p:nvPr>
            <p:ph type="body" sz="quarter" idx="62"/>
          </p:nvPr>
        </p:nvSpPr>
        <p:spPr>
          <a:xfrm>
            <a:off x="44196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1" name="Text Placeholder 7"/>
          <p:cNvSpPr>
            <a:spLocks noGrp="1"/>
          </p:cNvSpPr>
          <p:nvPr>
            <p:ph type="body" sz="quarter" idx="63"/>
          </p:nvPr>
        </p:nvSpPr>
        <p:spPr>
          <a:xfrm>
            <a:off x="64008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22" name="Text Placeholder 7"/>
          <p:cNvSpPr>
            <a:spLocks noGrp="1"/>
          </p:cNvSpPr>
          <p:nvPr>
            <p:ph type="body" sz="quarter" idx="64"/>
          </p:nvPr>
        </p:nvSpPr>
        <p:spPr>
          <a:xfrm>
            <a:off x="381000" y="3790950"/>
            <a:ext cx="1828800" cy="533400"/>
          </a:xfrm>
        </p:spPr>
        <p:txBody>
          <a:bodyPr>
            <a:noAutofit/>
          </a:bodyPr>
          <a:lstStyle>
            <a:lvl1pPr marL="0" indent="0" algn="ctr">
              <a:buFontTx/>
              <a:buNone/>
              <a:defRPr sz="1000" b="0" i="0">
                <a:solidFill>
                  <a:srgbClr val="A6A6A6"/>
                </a:solidFill>
                <a:latin typeface="Arial" charset="0"/>
                <a:cs typeface="Arial" charset="0"/>
              </a:defRPr>
            </a:lvl1pPr>
            <a:lvl2pPr marL="457200" indent="0">
              <a:buFontTx/>
              <a:buNone/>
              <a:defRPr sz="1200">
                <a:solidFill>
                  <a:schemeClr val="tx1">
                    <a:lumMod val="75000"/>
                    <a:lumOff val="25000"/>
                  </a:schemeClr>
                </a:solidFill>
              </a:defRPr>
            </a:lvl2pPr>
            <a:lvl3pPr marL="914400" indent="0">
              <a:buFontTx/>
              <a:buNone/>
              <a:defRPr sz="1200">
                <a:solidFill>
                  <a:schemeClr val="tx1">
                    <a:lumMod val="75000"/>
                    <a:lumOff val="25000"/>
                  </a:schemeClr>
                </a:solidFill>
              </a:defRPr>
            </a:lvl3pPr>
            <a:lvl4pPr marL="1371600" indent="0">
              <a:buFontTx/>
              <a:buNone/>
              <a:defRPr sz="1200">
                <a:solidFill>
                  <a:schemeClr val="tx1">
                    <a:lumMod val="75000"/>
                    <a:lumOff val="25000"/>
                  </a:schemeClr>
                </a:solidFill>
              </a:defRPr>
            </a:lvl4pPr>
            <a:lvl5pPr marL="1828800" indent="0">
              <a:buFontTx/>
              <a:buNone/>
              <a:defRPr sz="1200">
                <a:solidFill>
                  <a:schemeClr val="tx1">
                    <a:lumMod val="75000"/>
                    <a:lumOff val="25000"/>
                  </a:schemeClr>
                </a:solidFill>
              </a:defRPr>
            </a:lvl5pPr>
          </a:lstStyle>
          <a:p>
            <a:pPr lvl="0"/>
            <a:endParaRPr lang="en-JM"/>
          </a:p>
        </p:txBody>
      </p:sp>
      <p:sp>
        <p:nvSpPr>
          <p:cNvPr id="1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19839682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normAutofit/>
          </a:bodyPr>
          <a:lstStyle>
            <a:lvl1pPr algn="l">
              <a:defRPr sz="2800" b="1" cap="all"/>
            </a:lvl1pPr>
          </a:lstStyle>
          <a:p>
            <a:r>
              <a:rPr lang="en-US"/>
              <a:t>Click to edit Master title style</a:t>
            </a:r>
            <a:endParaRPr lang="en-JM"/>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1458271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26394"/>
            <a:ext cx="4038600" cy="2926556"/>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4" name="Content Placeholder 3"/>
          <p:cNvSpPr>
            <a:spLocks noGrp="1"/>
          </p:cNvSpPr>
          <p:nvPr>
            <p:ph sz="half" idx="2"/>
          </p:nvPr>
        </p:nvSpPr>
        <p:spPr>
          <a:xfrm>
            <a:off x="4648200" y="1626394"/>
            <a:ext cx="4038600" cy="2926556"/>
          </a:xfrm>
        </p:spPr>
        <p:txBody>
          <a:bodyPr>
            <a:normAutofit/>
          </a:bodyPr>
          <a:lstStyle>
            <a:lvl1pPr>
              <a:defRPr sz="1400"/>
            </a:lvl1pPr>
            <a:lvl2pPr>
              <a:defRPr sz="1200" b="0" i="0">
                <a:latin typeface="Arial" charset="0"/>
                <a:cs typeface="Arial" charset="0"/>
              </a:defRPr>
            </a:lvl2pPr>
            <a:lvl3pPr>
              <a:defRPr sz="1100" b="0" i="0">
                <a:latin typeface="Arial" charset="0"/>
                <a:cs typeface="Arial" charset="0"/>
              </a:defRPr>
            </a:lvl3pPr>
            <a:lvl4pPr>
              <a:defRPr sz="1050" b="0" i="0">
                <a:latin typeface="Arial" charset="0"/>
                <a:cs typeface="Arial" charset="0"/>
              </a:defRPr>
            </a:lvl4pPr>
            <a:lvl5pPr>
              <a:defRPr sz="1050" b="0" i="0">
                <a:latin typeface="Arial" charset="0"/>
                <a:cs typeface="Arial"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8"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5431288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490665"/>
            <a:ext cx="4040188" cy="479822"/>
          </a:xfrm>
        </p:spPr>
        <p:txBody>
          <a:bodyPr anchor="b">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70484"/>
            <a:ext cx="4040188" cy="2430066"/>
          </a:xfrm>
        </p:spPr>
        <p:txBody>
          <a:bodyPr>
            <a:normAutofit/>
          </a:bodyPr>
          <a:lstStyle>
            <a:lvl1pPr>
              <a:defRPr sz="1200"/>
            </a:lvl1pPr>
            <a:lvl2pPr>
              <a:defRPr sz="1100" b="0" i="0">
                <a:latin typeface="Arial" charset="0"/>
                <a:cs typeface="Arial" charset="0"/>
              </a:defRPr>
            </a:lvl2pPr>
            <a:lvl3pPr>
              <a:defRPr sz="1050" b="0" i="0">
                <a:latin typeface="Arial" charset="0"/>
                <a:cs typeface="Arial" charset="0"/>
              </a:defRPr>
            </a:lvl3pPr>
            <a:lvl4pPr>
              <a:defRPr sz="1000" b="0" i="0">
                <a:latin typeface="Arial" charset="0"/>
                <a:cs typeface="Arial" charset="0"/>
              </a:defRPr>
            </a:lvl4pPr>
            <a:lvl5pPr>
              <a:defRPr sz="1000" b="0" i="0">
                <a:latin typeface="Arial" charset="0"/>
                <a:cs typeface="Arial"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5" name="Text Placeholder 4"/>
          <p:cNvSpPr>
            <a:spLocks noGrp="1"/>
          </p:cNvSpPr>
          <p:nvPr>
            <p:ph type="body" sz="quarter" idx="3"/>
          </p:nvPr>
        </p:nvSpPr>
        <p:spPr>
          <a:xfrm>
            <a:off x="4645033" y="1490665"/>
            <a:ext cx="4041775" cy="479822"/>
          </a:xfrm>
        </p:spPr>
        <p:txBody>
          <a:bodyPr anchor="b">
            <a:norm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1970484"/>
            <a:ext cx="4041775" cy="2430066"/>
          </a:xfrm>
        </p:spPr>
        <p:txBody>
          <a:bodyPr>
            <a:normAutofit/>
          </a:bodyPr>
          <a:lstStyle>
            <a:lvl1pPr>
              <a:defRPr sz="1200"/>
            </a:lvl1pPr>
            <a:lvl2pPr>
              <a:defRPr sz="1100" b="0" i="0">
                <a:latin typeface="Arial" charset="0"/>
                <a:cs typeface="Arial" charset="0"/>
              </a:defRPr>
            </a:lvl2pPr>
            <a:lvl3pPr>
              <a:defRPr sz="1050" b="0" i="0">
                <a:latin typeface="Arial" charset="0"/>
                <a:cs typeface="Arial" charset="0"/>
              </a:defRPr>
            </a:lvl3pPr>
            <a:lvl4pPr>
              <a:defRPr sz="1000" b="0" i="0">
                <a:latin typeface="Arial" charset="0"/>
                <a:cs typeface="Arial" charset="0"/>
              </a:defRPr>
            </a:lvl4pPr>
            <a:lvl5pPr>
              <a:defRPr sz="1000" b="0" i="0">
                <a:latin typeface="Arial" charset="0"/>
                <a:cs typeface="Arial"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8"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10"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20364561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lvl1pPr>
              <a:defRPr>
                <a:solidFill>
                  <a:srgbClr val="343E48"/>
                </a:solidFill>
              </a:defRPr>
            </a:lvl1pPr>
          </a:lstStyle>
          <a:p>
            <a:r>
              <a:rPr lang="en-US"/>
              <a:t>Click to edit Master title style</a:t>
            </a:r>
            <a:endParaRPr lang="en-JM"/>
          </a:p>
        </p:txBody>
      </p:sp>
      <p:sp>
        <p:nvSpPr>
          <p:cNvPr id="6"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401665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4" name="Text Placeholder 17"/>
          <p:cNvSpPr>
            <a:spLocks noGrp="1"/>
          </p:cNvSpPr>
          <p:nvPr>
            <p:ph type="body" sz="quarter" idx="24"/>
          </p:nvPr>
        </p:nvSpPr>
        <p:spPr>
          <a:xfrm>
            <a:off x="457200" y="438150"/>
            <a:ext cx="5029200" cy="323850"/>
          </a:xfrm>
        </p:spPr>
        <p:txBody>
          <a:bodyPr>
            <a:noAutofit/>
          </a:bodyPr>
          <a:lstStyle>
            <a:lvl1pPr marL="0" indent="0" algn="l">
              <a:buFontTx/>
              <a:buNone/>
              <a:defRPr sz="900" b="0" i="0" kern="0" spc="300">
                <a:solidFill>
                  <a:srgbClr val="ED3645"/>
                </a:solidFill>
                <a:latin typeface="Lato Regular"/>
                <a:ea typeface="Arial" charset="0"/>
                <a:cs typeface="Lato Regular"/>
              </a:defRPr>
            </a:lvl1pPr>
            <a:lvl2pPr marL="457200" indent="0">
              <a:buFontTx/>
              <a:buNone/>
              <a:defRPr sz="1050">
                <a:latin typeface="Mission Gothic Regular" pitchFamily="50" charset="0"/>
              </a:defRPr>
            </a:lvl2pPr>
            <a:lvl3pPr marL="914400" indent="0">
              <a:buFontTx/>
              <a:buNone/>
              <a:defRPr sz="1050">
                <a:latin typeface="Mission Gothic Regular" pitchFamily="50" charset="0"/>
              </a:defRPr>
            </a:lvl3pPr>
            <a:lvl4pPr marL="1371600" indent="0">
              <a:buFontTx/>
              <a:buNone/>
              <a:defRPr sz="1050">
                <a:latin typeface="Mission Gothic Regular" pitchFamily="50" charset="0"/>
              </a:defRPr>
            </a:lvl4pPr>
            <a:lvl5pPr marL="1828800" indent="0">
              <a:buFontTx/>
              <a:buNone/>
              <a:defRPr sz="1050">
                <a:latin typeface="Mission Gothic Regular" pitchFamily="50" charset="0"/>
              </a:defRPr>
            </a:lvl5pPr>
          </a:lstStyle>
          <a:p>
            <a:pPr lvl="0"/>
            <a:endParaRPr lang="en-JM"/>
          </a:p>
        </p:txBody>
      </p:sp>
    </p:spTree>
    <p:extLst>
      <p:ext uri="{BB962C8B-B14F-4D97-AF65-F5344CB8AC3E}">
        <p14:creationId xmlns:p14="http://schemas.microsoft.com/office/powerpoint/2010/main" val="786472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Arial" charset="0"/>
            </a:endParaRPr>
          </a:p>
        </p:txBody>
      </p:sp>
      <p:sp>
        <p:nvSpPr>
          <p:cNvPr id="6" name="Oval 5"/>
          <p:cNvSpPr/>
          <p:nvPr userDrawn="1"/>
        </p:nvSpPr>
        <p:spPr>
          <a:xfrm>
            <a:off x="8334300" y="537368"/>
            <a:ext cx="324000" cy="228600"/>
          </a:xfrm>
          <a:prstGeom prst="ellipse">
            <a:avLst/>
          </a:prstGeom>
          <a:solidFill>
            <a:srgbClr val="048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b="0" i="0">
              <a:latin typeface="Arial" charset="0"/>
            </a:endParaRPr>
          </a:p>
        </p:txBody>
      </p:sp>
      <p:sp>
        <p:nvSpPr>
          <p:cNvPr id="7"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spTree>
    <p:extLst>
      <p:ext uri="{BB962C8B-B14F-4D97-AF65-F5344CB8AC3E}">
        <p14:creationId xmlns:p14="http://schemas.microsoft.com/office/powerpoint/2010/main" val="35361898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42900"/>
            <a:ext cx="7620000" cy="857250"/>
          </a:xfrm>
          <a:prstGeom prst="rect">
            <a:avLst/>
          </a:prstGeom>
        </p:spPr>
        <p:txBody>
          <a:bodyPr vert="horz" lIns="91440" tIns="45720" rIns="91440" bIns="45720" rtlCol="0" anchor="ctr">
            <a:normAutofit/>
          </a:bodyPr>
          <a:lstStyle/>
          <a:p>
            <a:r>
              <a:rPr lang="en-US"/>
              <a:t>Click to edit Master title style</a:t>
            </a:r>
            <a:endParaRPr lang="en-JM"/>
          </a:p>
        </p:txBody>
      </p:sp>
      <p:sp>
        <p:nvSpPr>
          <p:cNvPr id="3" name="Text Placeholder 2"/>
          <p:cNvSpPr>
            <a:spLocks noGrp="1"/>
          </p:cNvSpPr>
          <p:nvPr>
            <p:ph type="body" idx="1"/>
          </p:nvPr>
        </p:nvSpPr>
        <p:spPr>
          <a:xfrm>
            <a:off x="457200" y="1504953"/>
            <a:ext cx="8229600" cy="3124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13" name="Slide Number Placeholder 8"/>
          <p:cNvSpPr txBox="1">
            <a:spLocks/>
          </p:cNvSpPr>
          <p:nvPr userDrawn="1"/>
        </p:nvSpPr>
        <p:spPr>
          <a:xfrm>
            <a:off x="8305800" y="514353"/>
            <a:ext cx="381000" cy="27463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6D9E213-597C-AF4D-9FA4-E6EB34EC18B6}" type="slidenum">
              <a:rPr lang="en-US" sz="800" smtClean="0">
                <a:solidFill>
                  <a:srgbClr val="FFFFFF"/>
                </a:solidFill>
                <a:latin typeface="Lato Light"/>
                <a:cs typeface="Lato Light"/>
              </a:rPr>
              <a:pPr algn="ctr"/>
              <a:t>‹#›</a:t>
            </a:fld>
            <a:endParaRPr lang="en-US" sz="900">
              <a:solidFill>
                <a:srgbClr val="FFFFFF"/>
              </a:solidFill>
              <a:latin typeface="Lato Light"/>
              <a:cs typeface="Lato Light"/>
            </a:endParaRPr>
          </a:p>
        </p:txBody>
      </p:sp>
      <p:cxnSp>
        <p:nvCxnSpPr>
          <p:cNvPr id="8" name="Straight Connector 7"/>
          <p:cNvCxnSpPr/>
          <p:nvPr userDrawn="1"/>
        </p:nvCxnSpPr>
        <p:spPr>
          <a:xfrm>
            <a:off x="568200" y="1028700"/>
            <a:ext cx="395998" cy="0"/>
          </a:xfrm>
          <a:prstGeom prst="line">
            <a:avLst/>
          </a:prstGeom>
          <a:ln w="12700" cmpd="sng">
            <a:solidFill>
              <a:srgbClr val="343E48"/>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337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704" r:id="rId3"/>
    <p:sldLayoutId id="2147483698" r:id="rId4"/>
    <p:sldLayoutId id="2147483699" r:id="rId5"/>
    <p:sldLayoutId id="2147483679" r:id="rId6"/>
    <p:sldLayoutId id="2147483688" r:id="rId7"/>
    <p:sldLayoutId id="2147483703" r:id="rId8"/>
    <p:sldLayoutId id="2147483686" r:id="rId9"/>
    <p:sldLayoutId id="2147483696" r:id="rId10"/>
    <p:sldLayoutId id="2147483684" r:id="rId11"/>
    <p:sldLayoutId id="2147483683" r:id="rId12"/>
    <p:sldLayoutId id="2147483682" r:id="rId13"/>
    <p:sldLayoutId id="2147483680" r:id="rId14"/>
    <p:sldLayoutId id="2147483681" r:id="rId15"/>
    <p:sldLayoutId id="2147483678" r:id="rId16"/>
    <p:sldLayoutId id="2147483705" r:id="rId17"/>
    <p:sldLayoutId id="2147483677" r:id="rId18"/>
    <p:sldLayoutId id="2147483672" r:id="rId19"/>
    <p:sldLayoutId id="2147483697" r:id="rId20"/>
    <p:sldLayoutId id="2147483702" r:id="rId21"/>
    <p:sldLayoutId id="2147483694" r:id="rId22"/>
    <p:sldLayoutId id="2147483671" r:id="rId23"/>
    <p:sldLayoutId id="2147483692" r:id="rId24"/>
    <p:sldLayoutId id="2147483669" r:id="rId25"/>
    <p:sldLayoutId id="2147483667" r:id="rId26"/>
    <p:sldLayoutId id="2147483701" r:id="rId27"/>
    <p:sldLayoutId id="2147483693" r:id="rId28"/>
    <p:sldLayoutId id="2147483665" r:id="rId29"/>
    <p:sldLayoutId id="2147483664" r:id="rId30"/>
    <p:sldLayoutId id="2147483700" r:id="rId31"/>
    <p:sldLayoutId id="2147483666" r:id="rId32"/>
    <p:sldLayoutId id="2147483660" r:id="rId33"/>
    <p:sldLayoutId id="2147483651" r:id="rId34"/>
    <p:sldLayoutId id="2147483652" r:id="rId35"/>
    <p:sldLayoutId id="2147483653" r:id="rId36"/>
    <p:sldLayoutId id="2147483654" r:id="rId37"/>
    <p:sldLayoutId id="2147483695" r:id="rId38"/>
    <p:sldLayoutId id="2147483655" r:id="rId39"/>
  </p:sldLayoutIdLst>
  <p:hf hdr="0" dt="0"/>
  <p:txStyles>
    <p:titleStyle>
      <a:lvl1pPr algn="l" defTabSz="914400" rtl="0" eaLnBrk="1" latinLnBrk="0" hangingPunct="1">
        <a:spcBef>
          <a:spcPct val="0"/>
        </a:spcBef>
        <a:buNone/>
        <a:defRPr sz="3000" b="0" i="0" kern="1200">
          <a:solidFill>
            <a:srgbClr val="343E48"/>
          </a:solidFill>
          <a:latin typeface="Lato Regular"/>
          <a:ea typeface="Arial" charset="0"/>
          <a:cs typeface="Lato Regular"/>
        </a:defRPr>
      </a:lvl1pPr>
    </p:titleStyle>
    <p:bodyStyle>
      <a:lvl1pPr marL="342900" indent="-342900" algn="l" defTabSz="914400" rtl="0" eaLnBrk="1" latinLnBrk="0" hangingPunct="1">
        <a:spcBef>
          <a:spcPct val="20000"/>
        </a:spcBef>
        <a:buFont typeface="Arial" pitchFamily="34" charset="0"/>
        <a:buChar char="•"/>
        <a:defRPr sz="1600" b="0" i="0" kern="1200">
          <a:solidFill>
            <a:schemeClr val="bg1">
              <a:lumMod val="65000"/>
            </a:schemeClr>
          </a:solidFill>
          <a:latin typeface="Arial" charset="0"/>
          <a:ea typeface="+mn-ea"/>
          <a:cs typeface="+mn-cs"/>
        </a:defRPr>
      </a:lvl1pPr>
      <a:lvl2pPr marL="742950" indent="-285750" algn="l" defTabSz="914400" rtl="0" eaLnBrk="1" latinLnBrk="0" hangingPunct="1">
        <a:spcBef>
          <a:spcPct val="20000"/>
        </a:spcBef>
        <a:buFont typeface="Arial" pitchFamily="34" charset="0"/>
        <a:buChar char="–"/>
        <a:defRPr sz="1400" b="0" i="0" kern="1200">
          <a:solidFill>
            <a:schemeClr val="bg1">
              <a:lumMod val="65000"/>
            </a:schemeClr>
          </a:solidFill>
          <a:latin typeface="Arial" charset="0"/>
          <a:ea typeface="+mn-ea"/>
          <a:cs typeface="+mn-cs"/>
        </a:defRPr>
      </a:lvl2pPr>
      <a:lvl3pPr marL="1143000" indent="-228600" algn="l" defTabSz="914400" rtl="0" eaLnBrk="1" latinLnBrk="0" hangingPunct="1">
        <a:spcBef>
          <a:spcPct val="20000"/>
        </a:spcBef>
        <a:buFont typeface="Arial" pitchFamily="34" charset="0"/>
        <a:buChar char="•"/>
        <a:defRPr sz="1200" b="0" i="0" kern="1200">
          <a:solidFill>
            <a:schemeClr val="bg1">
              <a:lumMod val="65000"/>
            </a:schemeClr>
          </a:solidFill>
          <a:latin typeface="Arial" charset="0"/>
          <a:ea typeface="+mn-ea"/>
          <a:cs typeface="+mn-cs"/>
        </a:defRPr>
      </a:lvl3pPr>
      <a:lvl4pPr marL="1600200" indent="-228600" algn="l" defTabSz="914400" rtl="0" eaLnBrk="1" latinLnBrk="0" hangingPunct="1">
        <a:spcBef>
          <a:spcPct val="20000"/>
        </a:spcBef>
        <a:buFont typeface="Arial" pitchFamily="34" charset="0"/>
        <a:buChar char="–"/>
        <a:defRPr sz="1100" b="0" i="0" kern="1200">
          <a:solidFill>
            <a:schemeClr val="bg1">
              <a:lumMod val="65000"/>
            </a:schemeClr>
          </a:solidFill>
          <a:latin typeface="Arial" charset="0"/>
          <a:ea typeface="+mn-ea"/>
          <a:cs typeface="+mn-cs"/>
        </a:defRPr>
      </a:lvl4pPr>
      <a:lvl5pPr marL="2057400" indent="-228600" algn="l" defTabSz="914400" rtl="0" eaLnBrk="1" latinLnBrk="0" hangingPunct="1">
        <a:spcBef>
          <a:spcPct val="20000"/>
        </a:spcBef>
        <a:buFont typeface="Arial" pitchFamily="34" charset="0"/>
        <a:buChar char="»"/>
        <a:defRPr sz="1100" b="0" i="0" kern="1200">
          <a:solidFill>
            <a:schemeClr val="bg1">
              <a:lumMod val="65000"/>
            </a:schemeClr>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docente2punto0.blogspot.com/2018/04/aulas-virtuales-en-google-classroom.html" TargetMode="External"/><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commons.wikimedia.org/wiki/File:Zoom_Video_Communications_Company_Logo_updated.png" TargetMode="External"/><Relationship Id="rId5" Type="http://schemas.openxmlformats.org/officeDocument/2006/relationships/image" Target="../media/image12.png"/><Relationship Id="rId10" Type="http://schemas.openxmlformats.org/officeDocument/2006/relationships/hyperlink" Target="https://campus.extension.org/course/view.php?id=719" TargetMode="External"/><Relationship Id="rId4" Type="http://schemas.openxmlformats.org/officeDocument/2006/relationships/image" Target="../media/image11.svg"/><Relationship Id="rId9"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GROUND PATTERN copy.jpg"/>
          <p:cNvPicPr>
            <a:picLocks noChangeAspect="1"/>
          </p:cNvPicPr>
          <p:nvPr/>
        </p:nvPicPr>
        <p:blipFill rotWithShape="1">
          <a:blip r:embed="rId2" cstate="print">
            <a:extLst>
              <a:ext uri="{28A0092B-C50C-407E-A947-70E740481C1C}">
                <a14:useLocalDpi xmlns:a14="http://schemas.microsoft.com/office/drawing/2010/main" val="0"/>
              </a:ext>
            </a:extLst>
          </a:blip>
          <a:srcRect b="14849"/>
          <a:stretch/>
        </p:blipFill>
        <p:spPr>
          <a:xfrm>
            <a:off x="0" y="-23052"/>
            <a:ext cx="9144000" cy="4324350"/>
          </a:xfrm>
          <a:prstGeom prst="rect">
            <a:avLst/>
          </a:prstGeom>
        </p:spPr>
      </p:pic>
      <p:sp>
        <p:nvSpPr>
          <p:cNvPr id="22" name="Rectangle 21"/>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itle 1"/>
          <p:cNvSpPr txBox="1">
            <a:spLocks/>
          </p:cNvSpPr>
          <p:nvPr/>
        </p:nvSpPr>
        <p:spPr>
          <a:xfrm>
            <a:off x="520700" y="2680974"/>
            <a:ext cx="8269340" cy="1473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2200" b="0" kern="1200">
                <a:solidFill>
                  <a:srgbClr val="343E48"/>
                </a:solidFill>
                <a:latin typeface="Lato Regular"/>
                <a:ea typeface="Calibri"/>
                <a:cs typeface="Lato Regular"/>
              </a:defRPr>
            </a:lvl1pPr>
          </a:lstStyle>
          <a:p>
            <a:pPr algn="l"/>
            <a:r>
              <a:rPr sz="4400" b="1" dirty="0">
                <a:solidFill>
                  <a:schemeClr val="bg1"/>
                </a:solidFill>
                <a:latin typeface="Arial" panose="020B0604020202020204" pitchFamily="34" charset="0"/>
                <a:cs typeface="Arial" panose="020B0604020202020204" pitchFamily="34" charset="0"/>
              </a:rPr>
              <a:t>Introduction to E-Learning</a:t>
            </a:r>
          </a:p>
        </p:txBody>
      </p:sp>
      <p:sp>
        <p:nvSpPr>
          <p:cNvPr id="9" name="TextBox 8"/>
          <p:cNvSpPr txBox="1"/>
          <p:nvPr/>
        </p:nvSpPr>
        <p:spPr>
          <a:xfrm>
            <a:off x="1074825" y="4393506"/>
            <a:ext cx="5483681" cy="523220"/>
          </a:xfrm>
          <a:prstGeom prst="rect">
            <a:avLst/>
          </a:prstGeom>
          <a:noFill/>
        </p:spPr>
        <p:txBody>
          <a:bodyPr wrap="none" rtlCol="0">
            <a:spAutoFit/>
          </a:bodyPr>
          <a:lstStyle/>
          <a:p>
            <a:pPr algn="l"/>
            <a:r>
              <a:rPr sz="2800" b="1" dirty="0">
                <a:latin typeface="Arial" panose="020B0604020202020204" pitchFamily="34" charset="0"/>
                <a:cs typeface="Arial" panose="020B0604020202020204" pitchFamily="34" charset="0"/>
              </a:rPr>
              <a:t>Section 1, Unit 1, April 30, 2020</a:t>
            </a:r>
          </a:p>
        </p:txBody>
      </p:sp>
    </p:spTree>
    <p:extLst>
      <p:ext uri="{BB962C8B-B14F-4D97-AF65-F5344CB8AC3E}">
        <p14:creationId xmlns:p14="http://schemas.microsoft.com/office/powerpoint/2010/main" val="3537037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t>Welcome &amp; Introduction</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3401" y="954205"/>
            <a:ext cx="8147050" cy="1631216"/>
          </a:xfrm>
          <a:prstGeom prst="rect">
            <a:avLst/>
          </a:prstGeom>
          <a:noFill/>
        </p:spPr>
        <p:txBody>
          <a:bodyPr wrap="square" rtlCol="0" anchor="t">
            <a:spAutoFit/>
          </a:bodyPr>
          <a:lstStyle/>
          <a:p>
            <a:pPr algn="l"/>
            <a:r>
              <a:rPr dirty="0"/>
              <a:t>• Modeling – Record and insert a one-minute video that introduces this section and provides an overview of this course (i.e., by the end of this training, participants will be able to successfully transition to online teaching and learning and train their faculty colleagues as well). Briefly touch on your expectations such as active student participation, completing assignments in the digital classroom and homework on time.</a:t>
            </a:r>
          </a:p>
        </p:txBody>
      </p:sp>
    </p:spTree>
    <p:extLst>
      <p:ext uri="{BB962C8B-B14F-4D97-AF65-F5344CB8AC3E}">
        <p14:creationId xmlns:p14="http://schemas.microsoft.com/office/powerpoint/2010/main" val="1610142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97BC235-DF51-4FA2-BB4B-8182FC21243E}"/>
              </a:ext>
            </a:extLst>
          </p:cNvPr>
          <p:cNvSpPr/>
          <p:nvPr/>
        </p:nvSpPr>
        <p:spPr>
          <a:xfrm>
            <a:off x="0" y="-15368"/>
            <a:ext cx="3603812" cy="5072063"/>
          </a:xfrm>
          <a:prstGeom prst="rect">
            <a:avLst/>
          </a:prstGeom>
          <a:solidFill>
            <a:srgbClr val="009BA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422206" y="1143348"/>
            <a:ext cx="2325059" cy="857250"/>
          </a:xfrm>
          <a:prstGeom prst="rect">
            <a:avLst/>
          </a:prstGeom>
        </p:spPr>
        <p:txBody>
          <a:bodyPr vert="horz" lIns="91440" tIns="45720" rIns="91440" bIns="45720" rtlCol="0" anchor="ctr">
            <a:normAutofit fontScale="92500" lnSpcReduction="10000"/>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Session Objectives</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780545" y="335428"/>
            <a:ext cx="5083053" cy="3200876"/>
          </a:xfrm>
          <a:prstGeom prst="rect">
            <a:avLst/>
          </a:prstGeom>
          <a:noFill/>
        </p:spPr>
        <p:txBody>
          <a:bodyPr wrap="square" rtlCol="0" anchor="t">
            <a:spAutoFit/>
          </a:bodyPr>
          <a:lstStyle/>
          <a:p>
            <a:pPr algn="l"/>
            <a:r>
              <a:t>By the end of this session you will be able to:</a:t>
            </a:r>
          </a:p>
          <a:p>
            <a:pPr algn="l"/>
            <a:endParaRPr/>
          </a:p>
          <a:p>
            <a:pPr algn="l"/>
            <a:r>
              <a:t>• Demonstrate the need for e-learning across higher education institutions in Iraq</a:t>
            </a:r>
          </a:p>
          <a:p>
            <a:pPr algn="l"/>
            <a:r>
              <a:t>• Review key principles and best practices in e-learning</a:t>
            </a:r>
          </a:p>
          <a:p>
            <a:pPr algn="l"/>
            <a:r>
              <a:t>• Identify instructional strategies that can be adapted for online classrooms</a:t>
            </a:r>
          </a:p>
          <a:p>
            <a:pPr algn="l"/>
            <a:r>
              <a:t>• Define the roles, responsibilities, knowledge and skills required for successful online teaching</a:t>
            </a:r>
          </a:p>
          <a:p>
            <a:pPr algn="l"/>
            <a:r>
              <a:t>• Explain how technology can support teaching and learning</a:t>
            </a:r>
          </a:p>
        </p:txBody>
      </p:sp>
      <p:pic>
        <p:nvPicPr>
          <p:cNvPr id="2" name="Picture 1">
            <a:extLst>
              <a:ext uri="{FF2B5EF4-FFF2-40B4-BE49-F238E27FC236}">
                <a16:creationId xmlns:a16="http://schemas.microsoft.com/office/drawing/2014/main" id="{B9E4A1C8-2B93-48AB-ADC3-016E5526AF22}"/>
              </a:ext>
            </a:extLst>
          </p:cNvPr>
          <p:cNvPicPr>
            <a:picLocks noChangeAspect="1"/>
          </p:cNvPicPr>
          <p:nvPr/>
        </p:nvPicPr>
        <p:blipFill>
          <a:blip r:embed="rId3"/>
          <a:stretch>
            <a:fillRect/>
          </a:stretch>
        </p:blipFill>
        <p:spPr>
          <a:xfrm>
            <a:off x="878679" y="2647134"/>
            <a:ext cx="1868586" cy="1355490"/>
          </a:xfrm>
          <a:prstGeom prst="rect">
            <a:avLst/>
          </a:prstGeom>
        </p:spPr>
      </p:pic>
      <p:sp>
        <p:nvSpPr>
          <p:cNvPr id="3" name="TextBox 2">
            <a:extLst>
              <a:ext uri="{FF2B5EF4-FFF2-40B4-BE49-F238E27FC236}">
                <a16:creationId xmlns:a16="http://schemas.microsoft.com/office/drawing/2014/main" id="{6C81274D-54A8-4217-8F74-4EE2AB2B4773}"/>
              </a:ext>
            </a:extLst>
          </p:cNvPr>
          <p:cNvSpPr txBox="1"/>
          <p:nvPr/>
        </p:nvSpPr>
        <p:spPr>
          <a:xfrm>
            <a:off x="1033188" y="3419349"/>
            <a:ext cx="1518626" cy="461665"/>
          </a:xfrm>
          <a:prstGeom prst="rect">
            <a:avLst/>
          </a:prstGeom>
          <a:solidFill>
            <a:schemeClr val="bg1">
              <a:lumMod val="95000"/>
            </a:schemeClr>
          </a:solidFill>
        </p:spPr>
        <p:txBody>
          <a:bodyPr wrap="square" rtlCol="0">
            <a:spAutoFit/>
          </a:bodyPr>
          <a:lstStyle/>
          <a:p>
            <a:pPr algn="l"/>
            <a:r>
              <a:t>How can I apply this remotely?</a:t>
            </a:r>
          </a:p>
        </p:txBody>
      </p:sp>
    </p:spTree>
    <p:extLst>
      <p:ext uri="{BB962C8B-B14F-4D97-AF65-F5344CB8AC3E}">
        <p14:creationId xmlns:p14="http://schemas.microsoft.com/office/powerpoint/2010/main" val="90723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699"/>
            <a:ext cx="3703704" cy="5059363"/>
          </a:xfrm>
          <a:prstGeom prst="rect">
            <a:avLst/>
          </a:prstGeom>
          <a:solidFill>
            <a:schemeClr val="accent6">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1141047" y="1468231"/>
            <a:ext cx="184288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Poll</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4107051" y="1468231"/>
            <a:ext cx="4835471" cy="2031325"/>
          </a:xfrm>
          <a:prstGeom prst="rect">
            <a:avLst/>
          </a:prstGeom>
          <a:noFill/>
        </p:spPr>
        <p:txBody>
          <a:bodyPr wrap="square" rtlCol="0">
            <a:spAutoFit/>
          </a:bodyPr>
          <a:lstStyle/>
          <a:p>
            <a:pPr algn="l"/>
            <a:r>
              <a:t>Use your hand: show the 'thumbs up' or 'thumbs down' sign to respond:</a:t>
            </a:r>
          </a:p>
          <a:p>
            <a:pPr algn="l"/>
            <a:endParaRPr/>
          </a:p>
          <a:p>
            <a:pPr algn="l"/>
            <a:r>
              <a:t>- How many of you have participated as a student in an online class?</a:t>
            </a:r>
          </a:p>
          <a:p>
            <a:pPr algn="l"/>
            <a:endParaRPr/>
          </a:p>
          <a:p>
            <a:pPr algn="l"/>
            <a:r>
              <a:t>- How many of you have led an online class or facilitated training as an instructor?</a:t>
            </a:r>
          </a:p>
        </p:txBody>
      </p:sp>
    </p:spTree>
    <p:extLst>
      <p:ext uri="{BB962C8B-B14F-4D97-AF65-F5344CB8AC3E}">
        <p14:creationId xmlns:p14="http://schemas.microsoft.com/office/powerpoint/2010/main" val="3506986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t>Introduction to E-Learning Methodologies</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0567" y="954206"/>
            <a:ext cx="7701025" cy="707886"/>
          </a:xfrm>
          <a:prstGeom prst="rect">
            <a:avLst/>
          </a:prstGeom>
          <a:noFill/>
        </p:spPr>
        <p:txBody>
          <a:bodyPr wrap="square" rtlCol="0">
            <a:spAutoFit/>
          </a:bodyPr>
          <a:lstStyle/>
          <a:p>
            <a:pPr algn="l"/>
            <a:r>
              <a:t>E-learning: teaching or training that is delivered via the internet using a computer or another digital device</a:t>
            </a:r>
          </a:p>
        </p:txBody>
      </p:sp>
      <p:pic>
        <p:nvPicPr>
          <p:cNvPr id="1028" name="Picture 4">
            <a:extLst>
              <a:ext uri="{FF2B5EF4-FFF2-40B4-BE49-F238E27FC236}">
                <a16:creationId xmlns:a16="http://schemas.microsoft.com/office/drawing/2014/main" id="{C3218FE3-490F-4CAB-A697-4B4E843D0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549" y="1965537"/>
            <a:ext cx="4424399" cy="2480343"/>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p:cNvSpPr txBox="1"/>
          <p:nvPr/>
        </p:nvSpPr>
        <p:spPr>
          <a:xfrm>
            <a:off x="5330257" y="2467044"/>
            <a:ext cx="3183500" cy="1477328"/>
          </a:xfrm>
          <a:prstGeom prst="rect">
            <a:avLst/>
          </a:prstGeom>
          <a:noFill/>
        </p:spPr>
        <p:txBody>
          <a:bodyPr wrap="none">
            <a:spAutoFit/>
          </a:bodyPr>
          <a:lstStyle/>
          <a:p>
            <a:pPr algn="l"/>
            <a:endParaRPr dirty="0"/>
          </a:p>
          <a:p>
            <a:pPr algn="l"/>
            <a:r>
              <a:rPr dirty="0"/>
              <a:t>• Asynchronous</a:t>
            </a:r>
          </a:p>
          <a:p>
            <a:pPr algn="l"/>
            <a:r>
              <a:rPr dirty="0"/>
              <a:t>• Self-directed and synchronous</a:t>
            </a:r>
          </a:p>
          <a:p>
            <a:pPr algn="l"/>
            <a:r>
              <a:rPr dirty="0"/>
              <a:t>• Facilitated and synchronous</a:t>
            </a:r>
          </a:p>
          <a:p>
            <a:pPr algn="l"/>
            <a:r>
              <a:rPr dirty="0"/>
              <a:t>• Blended</a:t>
            </a:r>
          </a:p>
        </p:txBody>
      </p:sp>
      <p:grpSp>
        <p:nvGrpSpPr>
          <p:cNvPr id="2" name="Group 1">
            <a:extLst>
              <a:ext uri="{FF2B5EF4-FFF2-40B4-BE49-F238E27FC236}">
                <a16:creationId xmlns:a16="http://schemas.microsoft.com/office/drawing/2014/main" id="{C0D8E9FE-EA2B-D6F9-B029-B3A9B9B88C97}"/>
              </a:ext>
            </a:extLst>
          </p:cNvPr>
          <p:cNvGrpSpPr/>
          <p:nvPr/>
        </p:nvGrpSpPr>
        <p:grpSpPr>
          <a:xfrm>
            <a:off x="5091692" y="1632884"/>
            <a:ext cx="3660629" cy="1085174"/>
            <a:chOff x="0" y="7555"/>
            <a:chExt cx="3660629" cy="1085174"/>
          </a:xfrm>
        </p:grpSpPr>
        <p:sp>
          <p:nvSpPr>
            <p:cNvPr id="3" name="Rounded Rectangle 2">
              <a:extLst>
                <a:ext uri="{FF2B5EF4-FFF2-40B4-BE49-F238E27FC236}">
                  <a16:creationId xmlns:a16="http://schemas.microsoft.com/office/drawing/2014/main" id="{A535F899-841C-454E-96A2-5C5E734C2138}"/>
                </a:ext>
              </a:extLst>
            </p:cNvPr>
            <p:cNvSpPr/>
            <p:nvPr/>
          </p:nvSpPr>
          <p:spPr>
            <a:xfrm>
              <a:off x="0" y="7555"/>
              <a:ext cx="3660629" cy="1085174"/>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 name="Rounded Rectangle 4">
              <a:extLst>
                <a:ext uri="{FF2B5EF4-FFF2-40B4-BE49-F238E27FC236}">
                  <a16:creationId xmlns:a16="http://schemas.microsoft.com/office/drawing/2014/main" id="{299FE4B0-95C2-9098-9176-6F09DF7FDEEC}"/>
                </a:ext>
              </a:extLst>
            </p:cNvPr>
            <p:cNvSpPr txBox="1"/>
            <p:nvPr/>
          </p:nvSpPr>
          <p:spPr>
            <a:xfrm>
              <a:off x="52974" y="60529"/>
              <a:ext cx="3554681" cy="97922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r>
                <a:rPr lang="en-US" sz="2400" dirty="0"/>
                <a:t>Some common e-learning methodologies include:</a:t>
              </a:r>
            </a:p>
          </p:txBody>
        </p:sp>
      </p:grpSp>
    </p:spTree>
    <p:extLst>
      <p:ext uri="{BB962C8B-B14F-4D97-AF65-F5344CB8AC3E}">
        <p14:creationId xmlns:p14="http://schemas.microsoft.com/office/powerpoint/2010/main" val="428244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63550" y="-25617"/>
            <a:ext cx="8443686"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t>Introduction to Common E-Learning Terminology</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pic>
        <p:nvPicPr>
          <p:cNvPr id="9" name="Графіка 7">
            <a:extLst>
              <a:ext uri="{FF2B5EF4-FFF2-40B4-BE49-F238E27FC236}">
                <a16:creationId xmlns:a16="http://schemas.microsoft.com/office/drawing/2014/main" id="{B0C8E0EB-2BFC-4BF7-8746-79139C1EF0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314" y="3497265"/>
            <a:ext cx="2665393" cy="1077023"/>
          </a:xfrm>
          <a:prstGeom prst="rect">
            <a:avLst/>
          </a:prstGeom>
        </p:spPr>
      </p:pic>
      <p:pic>
        <p:nvPicPr>
          <p:cNvPr id="14" name="Picture 14" descr="A close up of a logo&#10;&#10;Description generated with high confidence">
            <a:extLst>
              <a:ext uri="{FF2B5EF4-FFF2-40B4-BE49-F238E27FC236}">
                <a16:creationId xmlns:a16="http://schemas.microsoft.com/office/drawing/2014/main" id="{D6067E57-DC41-4BBF-B6D7-62DD8699E78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90567" y="913211"/>
            <a:ext cx="1481585" cy="343096"/>
          </a:xfrm>
          <a:prstGeom prst="rect">
            <a:avLst/>
          </a:prstGeom>
        </p:spPr>
      </p:pic>
      <p:pic>
        <p:nvPicPr>
          <p:cNvPr id="18" name="Picture 18" descr="A close up of a logo&#10;&#10;Description generated with very high confidence">
            <a:extLst>
              <a:ext uri="{FF2B5EF4-FFF2-40B4-BE49-F238E27FC236}">
                <a16:creationId xmlns:a16="http://schemas.microsoft.com/office/drawing/2014/main" id="{46BF7AC7-B146-4419-A2AB-901C26A512C3}"/>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197486" y="1414246"/>
            <a:ext cx="2743199" cy="1934677"/>
          </a:xfrm>
          <a:prstGeom prst="rect">
            <a:avLst/>
          </a:prstGeom>
        </p:spPr>
      </p:pic>
      <p:pic>
        <p:nvPicPr>
          <p:cNvPr id="22" name="Picture 22">
            <a:extLst>
              <a:ext uri="{FF2B5EF4-FFF2-40B4-BE49-F238E27FC236}">
                <a16:creationId xmlns:a16="http://schemas.microsoft.com/office/drawing/2014/main" id="{5C4BF719-0FA5-4D06-9E8A-8581ECDAC9D7}"/>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2451540" y="1375111"/>
            <a:ext cx="1061049" cy="789338"/>
          </a:xfrm>
          <a:prstGeom prst="rect">
            <a:avLst/>
          </a:prstGeom>
        </p:spPr>
      </p:pic>
      <p:sp>
        <p:nvSpPr>
          <p:cNvPr id="23" name="TextBox 22"/>
          <p:cNvSpPr txBox="1"/>
          <p:nvPr/>
        </p:nvSpPr>
        <p:spPr>
          <a:xfrm>
            <a:off x="4194917" y="2255530"/>
            <a:ext cx="3788601" cy="1477328"/>
          </a:xfrm>
          <a:prstGeom prst="rect">
            <a:avLst/>
          </a:prstGeom>
          <a:noFill/>
        </p:spPr>
        <p:txBody>
          <a:bodyPr wrap="none">
            <a:spAutoFit/>
          </a:bodyPr>
          <a:lstStyle/>
          <a:p>
            <a:pPr algn="l"/>
            <a:endParaRPr dirty="0"/>
          </a:p>
          <a:p>
            <a:pPr algn="l"/>
            <a:r>
              <a:rPr dirty="0"/>
              <a:t>• Learning Management System (LMS)</a:t>
            </a:r>
          </a:p>
          <a:p>
            <a:pPr algn="l"/>
            <a:r>
              <a:rPr dirty="0"/>
              <a:t>• Video conferencing system</a:t>
            </a:r>
          </a:p>
          <a:p>
            <a:pPr algn="l"/>
            <a:r>
              <a:rPr dirty="0"/>
              <a:t>• Module</a:t>
            </a:r>
          </a:p>
          <a:p>
            <a:pPr algn="l"/>
            <a:r>
              <a:rPr dirty="0"/>
              <a:t>• MOOC</a:t>
            </a:r>
          </a:p>
        </p:txBody>
      </p:sp>
      <p:grpSp>
        <p:nvGrpSpPr>
          <p:cNvPr id="2" name="Group 1">
            <a:extLst>
              <a:ext uri="{FF2B5EF4-FFF2-40B4-BE49-F238E27FC236}">
                <a16:creationId xmlns:a16="http://schemas.microsoft.com/office/drawing/2014/main" id="{FE9A190A-A638-EBBB-C837-23F533D5DCBE}"/>
              </a:ext>
            </a:extLst>
          </p:cNvPr>
          <p:cNvGrpSpPr/>
          <p:nvPr/>
        </p:nvGrpSpPr>
        <p:grpSpPr>
          <a:xfrm>
            <a:off x="4127065" y="865570"/>
            <a:ext cx="4780171" cy="1389960"/>
            <a:chOff x="0" y="0"/>
            <a:chExt cx="4780171" cy="1389960"/>
          </a:xfrm>
        </p:grpSpPr>
        <p:sp>
          <p:nvSpPr>
            <p:cNvPr id="3" name="Rounded Rectangle 2">
              <a:extLst>
                <a:ext uri="{FF2B5EF4-FFF2-40B4-BE49-F238E27FC236}">
                  <a16:creationId xmlns:a16="http://schemas.microsoft.com/office/drawing/2014/main" id="{2386E1A6-6BC2-DB1D-B00C-75FCE4F85B3B}"/>
                </a:ext>
              </a:extLst>
            </p:cNvPr>
            <p:cNvSpPr/>
            <p:nvPr/>
          </p:nvSpPr>
          <p:spPr>
            <a:xfrm>
              <a:off x="0" y="0"/>
              <a:ext cx="4780171" cy="1389960"/>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4" name="Rounded Rectangle 4">
              <a:extLst>
                <a:ext uri="{FF2B5EF4-FFF2-40B4-BE49-F238E27FC236}">
                  <a16:creationId xmlns:a16="http://schemas.microsoft.com/office/drawing/2014/main" id="{BA541DC2-8D31-27C4-95FA-6321F54A35F1}"/>
                </a:ext>
              </a:extLst>
            </p:cNvPr>
            <p:cNvSpPr txBox="1"/>
            <p:nvPr/>
          </p:nvSpPr>
          <p:spPr>
            <a:xfrm>
              <a:off x="67852" y="67852"/>
              <a:ext cx="4644467" cy="12542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7160" tIns="137160" rIns="137160" bIns="137160" numCol="1" spcCol="1270" anchor="ctr" anchorCtr="0">
              <a:noAutofit/>
            </a:bodyPr>
            <a:lstStyle/>
            <a:p>
              <a:r>
                <a:rPr lang="en-US" sz="3600" dirty="0"/>
                <a:t>Some common e-learning terms include:</a:t>
              </a:r>
            </a:p>
          </p:txBody>
        </p:sp>
      </p:grpSp>
    </p:spTree>
    <p:extLst>
      <p:ext uri="{BB962C8B-B14F-4D97-AF65-F5344CB8AC3E}">
        <p14:creationId xmlns:p14="http://schemas.microsoft.com/office/powerpoint/2010/main" val="2539326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699"/>
            <a:ext cx="3703704" cy="5059363"/>
          </a:xfrm>
          <a:prstGeom prst="rect">
            <a:avLst/>
          </a:prstGeom>
          <a:solidFill>
            <a:schemeClr val="accent6">
              <a:lumMod val="75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30943" y="1685937"/>
            <a:ext cx="3418652"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Discuss</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4107051" y="1468231"/>
            <a:ext cx="4835471" cy="1477328"/>
          </a:xfrm>
          <a:prstGeom prst="rect">
            <a:avLst/>
          </a:prstGeom>
          <a:noFill/>
        </p:spPr>
        <p:txBody>
          <a:bodyPr wrap="square" rtlCol="0">
            <a:spAutoFit/>
          </a:bodyPr>
          <a:lstStyle/>
          <a:p>
            <a:pPr algn="l"/>
            <a:r>
              <a:t>Why is e-learning necessary for universities within Iraq's higher education system today?</a:t>
            </a:r>
          </a:p>
          <a:p>
            <a:pPr algn="l"/>
            <a:endParaRPr/>
          </a:p>
          <a:p>
            <a:pPr algn="l"/>
            <a:r>
              <a:t>Think for one minute, then write your answer in the chat box in Arabic or English!</a:t>
            </a:r>
          </a:p>
        </p:txBody>
      </p:sp>
    </p:spTree>
    <p:extLst>
      <p:ext uri="{BB962C8B-B14F-4D97-AF65-F5344CB8AC3E}">
        <p14:creationId xmlns:p14="http://schemas.microsoft.com/office/powerpoint/2010/main" val="177810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t>Current Need: E-Learning in Iraq</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96798" y="1006864"/>
            <a:ext cx="8677419" cy="3170099"/>
          </a:xfrm>
          <a:prstGeom prst="rect">
            <a:avLst/>
          </a:prstGeom>
          <a:noFill/>
        </p:spPr>
        <p:txBody>
          <a:bodyPr wrap="square" rtlCol="0">
            <a:spAutoFit/>
          </a:bodyPr>
          <a:lstStyle/>
          <a:p>
            <a:pPr algn="l"/>
            <a:r>
              <a:t>• Necessary for student progress</a:t>
            </a:r>
          </a:p>
          <a:p>
            <a:pPr algn="l"/>
            <a:r>
              <a:t>• A new world for learning and teaching</a:t>
            </a:r>
          </a:p>
          <a:p>
            <a:pPr algn="l"/>
            <a:r>
              <a:t>• The most efficient way to complete the academic year</a:t>
            </a:r>
          </a:p>
          <a:p>
            <a:pPr algn="l"/>
            <a:r>
              <a:t>• Access to material and assessment</a:t>
            </a:r>
          </a:p>
          <a:p>
            <a:pPr algn="l"/>
            <a:r>
              <a:t>• Coordinated e-learning makes it possible to reach most students</a:t>
            </a:r>
          </a:p>
          <a:p>
            <a:pPr algn="l"/>
            <a:r>
              <a:t>• Contributes to building 21st-century skills</a:t>
            </a:r>
          </a:p>
          <a:p>
            <a:pPr algn="l"/>
            <a:r>
              <a:t>• Provides an opportunity for faculty and students to learn both content and the digital skills needed in educational environments and workplaces</a:t>
            </a:r>
          </a:p>
          <a:p>
            <a:pPr algn="l"/>
            <a:r>
              <a:t>• Offers students the chance to continue learning and interacting from home with each other and faculty</a:t>
            </a:r>
          </a:p>
        </p:txBody>
      </p:sp>
    </p:spTree>
    <p:extLst>
      <p:ext uri="{BB962C8B-B14F-4D97-AF65-F5344CB8AC3E}">
        <p14:creationId xmlns:p14="http://schemas.microsoft.com/office/powerpoint/2010/main" val="1836764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t>Core Principles and Best Practices in E-Learning</a:t>
            </a:r>
          </a:p>
        </p:txBody>
      </p:sp>
      <p:sp>
        <p:nvSpPr>
          <p:cNvPr id="8" name="Rectangle 7"/>
          <p:cNvSpPr/>
          <p:nvPr/>
        </p:nvSpPr>
        <p:spPr>
          <a:xfrm flipV="1">
            <a:off x="1170669" y="4140032"/>
            <a:ext cx="7303673" cy="107318"/>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0717" y="1003468"/>
            <a:ext cx="8089883" cy="400110"/>
          </a:xfrm>
          <a:prstGeom prst="rect">
            <a:avLst/>
          </a:prstGeom>
          <a:noFill/>
        </p:spPr>
        <p:txBody>
          <a:bodyPr wrap="square" rtlCol="0">
            <a:spAutoFit/>
          </a:bodyPr>
          <a:lstStyle/>
          <a:p>
            <a:pPr marL="285750" indent="-285750">
              <a:buFont typeface="Arial" charset="0"/>
              <a:buChar char="•"/>
            </a:pPr>
            <a:endParaRPr lang="en-US" sz="2000">
              <a:solidFill>
                <a:srgbClr val="082C2D"/>
              </a:solidFill>
              <a:latin typeface="Arial" charset="0"/>
              <a:ea typeface="Arial" charset="0"/>
              <a:cs typeface="Arial" charset="0"/>
            </a:endParaRPr>
          </a:p>
        </p:txBody>
      </p:sp>
      <p:sp>
        <p:nvSpPr>
          <p:cNvPr id="4" name="TextBox 3">
            <a:extLst>
              <a:ext uri="{FF2B5EF4-FFF2-40B4-BE49-F238E27FC236}">
                <a16:creationId xmlns:a16="http://schemas.microsoft.com/office/drawing/2014/main" id="{03D51346-3B25-4E54-97E1-8797597038D1}"/>
              </a:ext>
            </a:extLst>
          </p:cNvPr>
          <p:cNvSpPr txBox="1"/>
          <p:nvPr/>
        </p:nvSpPr>
        <p:spPr>
          <a:xfrm>
            <a:off x="726822" y="1059650"/>
            <a:ext cx="7817371"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l"/>
            <a:r>
              <a:t>Question: Which of the principles and practices below need to be adapted to fit an e-learning environment? Enter your answer in the chat box!</a:t>
            </a:r>
          </a:p>
        </p:txBody>
      </p:sp>
      <p:sp>
        <p:nvSpPr>
          <p:cNvPr id="6" name="TextBox 5">
            <a:extLst>
              <a:ext uri="{FF2B5EF4-FFF2-40B4-BE49-F238E27FC236}">
                <a16:creationId xmlns:a16="http://schemas.microsoft.com/office/drawing/2014/main" id="{405C8739-36CC-4E85-895F-BFE1ADD521DA}"/>
              </a:ext>
            </a:extLst>
          </p:cNvPr>
          <p:cNvSpPr txBox="1"/>
          <p:nvPr/>
        </p:nvSpPr>
        <p:spPr>
          <a:xfrm>
            <a:off x="4855529" y="2058661"/>
            <a:ext cx="3618814" cy="2031325"/>
          </a:xfrm>
          <a:prstGeom prst="rect">
            <a:avLst/>
          </a:prstGeom>
          <a:noFill/>
        </p:spPr>
        <p:txBody>
          <a:bodyPr wrap="square" rtlCol="0">
            <a:spAutoFit/>
          </a:bodyPr>
          <a:lstStyle/>
          <a:p>
            <a:pPr algn="l"/>
            <a:r>
              <a:t>Course and lesson structure</a:t>
            </a:r>
          </a:p>
          <a:p>
            <a:pPr algn="l"/>
            <a:r>
              <a:t>Teaching methods</a:t>
            </a:r>
          </a:p>
          <a:p>
            <a:pPr algn="l"/>
            <a:r>
              <a:t>Learning materials</a:t>
            </a:r>
          </a:p>
          <a:p>
            <a:pPr algn="l"/>
            <a:r>
              <a:t>Classroom activities</a:t>
            </a:r>
          </a:p>
          <a:p>
            <a:pPr algn="l"/>
            <a:r>
              <a:t>Student participation</a:t>
            </a:r>
          </a:p>
          <a:p>
            <a:pPr algn="l"/>
            <a:r>
              <a:t>Assessment and evaluation</a:t>
            </a:r>
          </a:p>
          <a:p>
            <a:pPr algn="l"/>
            <a:r>
              <a:t>Ease of access to materials</a:t>
            </a:r>
          </a:p>
        </p:txBody>
      </p:sp>
      <p:pic>
        <p:nvPicPr>
          <p:cNvPr id="14" name="Графіка 14">
            <a:extLst>
              <a:ext uri="{FF2B5EF4-FFF2-40B4-BE49-F238E27FC236}">
                <a16:creationId xmlns:a16="http://schemas.microsoft.com/office/drawing/2014/main" id="{69FB08E2-0EE1-4627-B584-994C69F789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971" y="1902216"/>
            <a:ext cx="3128447" cy="2737741"/>
          </a:xfrm>
          <a:prstGeom prst="rect">
            <a:avLst/>
          </a:prstGeom>
        </p:spPr>
      </p:pic>
    </p:spTree>
    <p:extLst>
      <p:ext uri="{BB962C8B-B14F-4D97-AF65-F5344CB8AC3E}">
        <p14:creationId xmlns:p14="http://schemas.microsoft.com/office/powerpoint/2010/main" val="514370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1565" y="5851"/>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644000" y="1523959"/>
            <a:ext cx="3500000" cy="1200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r>
              <a:rPr dirty="0">
                <a:solidFill>
                  <a:schemeClr val="bg1"/>
                </a:solidFill>
              </a:rPr>
              <a:t>Adapting to E-Learning:</a:t>
            </a:r>
          </a:p>
          <a:p>
            <a:r>
              <a:rPr dirty="0">
                <a:solidFill>
                  <a:schemeClr val="bg1"/>
                </a:solidFill>
              </a:rPr>
              <a:t>Pause for Reflection</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3" name="TextBox 2">
            <a:extLst>
              <a:ext uri="{FF2B5EF4-FFF2-40B4-BE49-F238E27FC236}">
                <a16:creationId xmlns:a16="http://schemas.microsoft.com/office/drawing/2014/main" id="{56767793-0A57-44DC-9798-72921398CB2C}"/>
              </a:ext>
            </a:extLst>
          </p:cNvPr>
          <p:cNvSpPr txBox="1"/>
          <p:nvPr/>
        </p:nvSpPr>
        <p:spPr>
          <a:xfrm>
            <a:off x="202593" y="554463"/>
            <a:ext cx="4661365" cy="1938992"/>
          </a:xfrm>
          <a:prstGeom prst="rect">
            <a:avLst/>
          </a:prstGeom>
          <a:noFill/>
        </p:spPr>
        <p:txBody>
          <a:bodyPr wrap="square" rtlCol="0" anchor="t">
            <a:spAutoFit/>
          </a:bodyPr>
          <a:lstStyle/>
          <a:p>
            <a:pPr algn="l"/>
            <a:r>
              <a:rPr dirty="0"/>
              <a:t>Many of you are already trying to apply e-learning. What have you already begun to change to adapt to e-learning and what are you currently doing about it?</a:t>
            </a:r>
          </a:p>
          <a:p>
            <a:pPr algn="l"/>
            <a:endParaRPr dirty="0"/>
          </a:p>
          <a:p>
            <a:pPr algn="l"/>
            <a:r>
              <a:rPr dirty="0"/>
              <a:t>What areas can you start modifying now to prepare for online teaching?</a:t>
            </a:r>
          </a:p>
        </p:txBody>
      </p:sp>
      <p:sp>
        <p:nvSpPr>
          <p:cNvPr id="4" name="TextBox 3">
            <a:extLst>
              <a:ext uri="{FF2B5EF4-FFF2-40B4-BE49-F238E27FC236}">
                <a16:creationId xmlns:a16="http://schemas.microsoft.com/office/drawing/2014/main" id="{5598486B-C921-472B-90EF-148A3C21D165}"/>
              </a:ext>
            </a:extLst>
          </p:cNvPr>
          <p:cNvSpPr txBox="1"/>
          <p:nvPr/>
        </p:nvSpPr>
        <p:spPr>
          <a:xfrm>
            <a:off x="84062" y="4096301"/>
            <a:ext cx="5032124" cy="369332"/>
          </a:xfrm>
          <a:prstGeom prst="rect">
            <a:avLst/>
          </a:prstGeom>
          <a:noFill/>
        </p:spPr>
        <p:txBody>
          <a:bodyPr wrap="square" rtlCol="0">
            <a:spAutoFit/>
          </a:bodyPr>
          <a:lstStyle/>
          <a:p>
            <a:pPr algn="l"/>
            <a:r>
              <a:t>We will return to this topic again later in the unit!</a:t>
            </a:r>
          </a:p>
        </p:txBody>
      </p:sp>
    </p:spTree>
    <p:extLst>
      <p:ext uri="{BB962C8B-B14F-4D97-AF65-F5344CB8AC3E}">
        <p14:creationId xmlns:p14="http://schemas.microsoft.com/office/powerpoint/2010/main" val="3777599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r" rtl="1"/>
            <a:r>
              <a:rPr lang="en-US" sz="2600" b="1" dirty="0">
                <a:solidFill>
                  <a:srgbClr val="009BA0"/>
                </a:solidFill>
                <a:latin typeface="Arial Regular" charset="0"/>
                <a:ea typeface="Arial" charset="0"/>
                <a:cs typeface="Arial Regular" charset="0"/>
              </a:rPr>
              <a:t>Basic Principles and Best Practices in E-Learning</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0717" y="1003468"/>
            <a:ext cx="8089883" cy="400110"/>
          </a:xfrm>
          <a:prstGeom prst="rect">
            <a:avLst/>
          </a:prstGeom>
          <a:noFill/>
        </p:spPr>
        <p:txBody>
          <a:bodyPr wrap="square" rtlCol="0">
            <a:spAutoFit/>
          </a:bodyPr>
          <a:lstStyle/>
          <a:p>
            <a:pPr marL="285750" indent="-285750">
              <a:buFont typeface="Arial" charset="0"/>
              <a:buChar char="•"/>
            </a:pPr>
            <a:endParaRPr lang="en-US" sz="2000">
              <a:solidFill>
                <a:srgbClr val="082C2D"/>
              </a:solidFill>
              <a:latin typeface="Arial" charset="0"/>
              <a:ea typeface="Arial" charset="0"/>
              <a:cs typeface="Arial" charset="0"/>
            </a:endParaRPr>
          </a:p>
        </p:txBody>
      </p:sp>
      <p:sp>
        <p:nvSpPr>
          <p:cNvPr id="6" name="TextBox 5">
            <a:extLst>
              <a:ext uri="{FF2B5EF4-FFF2-40B4-BE49-F238E27FC236}">
                <a16:creationId xmlns:a16="http://schemas.microsoft.com/office/drawing/2014/main" id="{405C8739-36CC-4E85-895F-BFE1ADD521DA}"/>
              </a:ext>
            </a:extLst>
          </p:cNvPr>
          <p:cNvSpPr txBox="1"/>
          <p:nvPr/>
        </p:nvSpPr>
        <p:spPr>
          <a:xfrm>
            <a:off x="656972" y="1867437"/>
            <a:ext cx="3618814" cy="369332"/>
          </a:xfrm>
          <a:prstGeom prst="rect">
            <a:avLst/>
          </a:prstGeom>
          <a:noFill/>
        </p:spPr>
        <p:txBody>
          <a:bodyPr wrap="square" rtlCol="0">
            <a:spAutoFit/>
          </a:bodyPr>
          <a:lstStyle/>
          <a:p>
            <a:pPr marL="342900" indent="-342900">
              <a:buAutoNum type="arabicPeriod"/>
            </a:pPr>
            <a:endParaRPr lang="en-US"/>
          </a:p>
        </p:txBody>
      </p:sp>
      <p:graphicFrame>
        <p:nvGraphicFramePr>
          <p:cNvPr id="12" name="Diagram 11">
            <a:extLst>
              <a:ext uri="{FF2B5EF4-FFF2-40B4-BE49-F238E27FC236}">
                <a16:creationId xmlns:a16="http://schemas.microsoft.com/office/drawing/2014/main" id="{58E0B549-CE18-4C74-A469-A928186B0DEB}"/>
              </a:ext>
            </a:extLst>
          </p:cNvPr>
          <p:cNvGraphicFramePr/>
          <p:nvPr>
            <p:extLst>
              <p:ext uri="{D42A27DB-BD31-4B8C-83A1-F6EECF244321}">
                <p14:modId xmlns:p14="http://schemas.microsoft.com/office/powerpoint/2010/main" val="3747789628"/>
              </p:ext>
            </p:extLst>
          </p:nvPr>
        </p:nvGraphicFramePr>
        <p:xfrm>
          <a:off x="590567" y="865095"/>
          <a:ext cx="7896461" cy="40567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6294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533400" y="6350"/>
            <a:ext cx="8400288" cy="857250"/>
          </a:xfrm>
          <a:prstGeom prst="rect">
            <a:avLst/>
          </a:prstGeom>
        </p:spPr>
        <p:txBody>
          <a:bodyPr vert="horz" lIns="91440" tIns="45720" rIns="91440" bIns="45720" rtlCol="0" anchor="ctr">
            <a:normAutofit fontScale="85000" lnSpcReduction="10000"/>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r>
              <a:rPr sz="3600" b="1" dirty="0">
                <a:solidFill>
                  <a:srgbClr val="009BA0"/>
                </a:solidFill>
                <a:latin typeface="Arial" panose="020B0604020202020204" pitchFamily="34" charset="0"/>
                <a:cs typeface="Arial" panose="020B0604020202020204" pitchFamily="34" charset="0"/>
              </a:rPr>
              <a:t>Instructional Strategies for Online Teaching</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Diagram 5">
            <a:extLst>
              <a:ext uri="{FF2B5EF4-FFF2-40B4-BE49-F238E27FC236}">
                <a16:creationId xmlns:a16="http://schemas.microsoft.com/office/drawing/2014/main" id="{9A31D856-C6CA-BB58-4DD8-2A658972A000}"/>
              </a:ext>
            </a:extLst>
          </p:cNvPr>
          <p:cNvGraphicFramePr/>
          <p:nvPr>
            <p:extLst>
              <p:ext uri="{D42A27DB-BD31-4B8C-83A1-F6EECF244321}">
                <p14:modId xmlns:p14="http://schemas.microsoft.com/office/powerpoint/2010/main" val="834060940"/>
              </p:ext>
            </p:extLst>
          </p:nvPr>
        </p:nvGraphicFramePr>
        <p:xfrm>
          <a:off x="555642" y="813535"/>
          <a:ext cx="8089883" cy="4093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9276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340963" y="6350"/>
            <a:ext cx="8733295"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t>Transitioning to Remote Teaching</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5" name="Straight Connector 4"/>
          <p:cNvCxnSpPr>
            <a:cxnSpLocks/>
          </p:cNvCxnSpPr>
          <p:nvPr/>
        </p:nvCxnSpPr>
        <p:spPr>
          <a:xfrm flipV="1">
            <a:off x="590567" y="654050"/>
            <a:ext cx="8089883" cy="44450"/>
          </a:xfrm>
          <a:prstGeom prst="line">
            <a:avLst/>
          </a:prstGeom>
          <a:ln w="12700" cmpd="sng">
            <a:solidFill>
              <a:srgbClr val="009BA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22482" y="797936"/>
            <a:ext cx="4485128" cy="646331"/>
          </a:xfrm>
          <a:prstGeom prst="rect">
            <a:avLst/>
          </a:prstGeom>
          <a:noFill/>
        </p:spPr>
        <p:txBody>
          <a:bodyPr wrap="square" rtlCol="0">
            <a:spAutoFit/>
          </a:bodyPr>
          <a:lstStyle/>
          <a:p>
            <a:pPr algn="l"/>
            <a:r>
              <a:t>Insert a screenshot here in PDF format</a:t>
            </a:r>
          </a:p>
        </p:txBody>
      </p:sp>
      <p:sp>
        <p:nvSpPr>
          <p:cNvPr id="3" name="Text Box 2">
            <a:extLst>
              <a:ext uri="{FF2B5EF4-FFF2-40B4-BE49-F238E27FC236}">
                <a16:creationId xmlns:a16="http://schemas.microsoft.com/office/drawing/2014/main" id="{F27A1B2C-8EFB-CB59-8E0C-62DF59597045}"/>
              </a:ext>
            </a:extLst>
          </p:cNvPr>
          <p:cNvSpPr txBox="1">
            <a:spLocks noChangeArrowheads="1"/>
          </p:cNvSpPr>
          <p:nvPr/>
        </p:nvSpPr>
        <p:spPr bwMode="auto">
          <a:xfrm>
            <a:off x="4853974" y="1444267"/>
            <a:ext cx="4073919" cy="2862322"/>
          </a:xfrm>
          <a:prstGeom prst="rect">
            <a:avLst/>
          </a:prstGeom>
          <a:solidFill>
            <a:srgbClr val="D8E6E6"/>
          </a:solidFill>
          <a:ln w="9525">
            <a:noFill/>
            <a:miter lim="800000"/>
            <a:headEnd/>
            <a:tailEnd/>
          </a:ln>
          <a:effectLst>
            <a:outerShdw blurRad="50800" dist="38100" dir="2700000" algn="tl" rotWithShape="0">
              <a:prstClr val="black">
                <a:alpha val="40000"/>
              </a:prstClr>
            </a:outerShdw>
          </a:effectLst>
        </p:spPr>
        <p:txBody>
          <a:bodyPr rot="0" vert="horz" wrap="square" lIns="91440" tIns="45720" rIns="91440" bIns="45720" anchor="t" anchorCtr="0">
            <a:spAutoFit/>
          </a:bodyPr>
          <a:lstStyle/>
          <a:p>
            <a:r>
              <a:rPr lang="en-US" sz="2000" dirty="0">
                <a:solidFill>
                  <a:srgbClr val="000000"/>
                </a:solidFill>
              </a:rPr>
              <a:t>Practical example:</a:t>
            </a:r>
          </a:p>
          <a:p>
            <a:r>
              <a:rPr lang="en-US" sz="2000" dirty="0">
                <a:solidFill>
                  <a:srgbClr val="000000"/>
                </a:solidFill>
              </a:rPr>
              <a:t>Create a pre-recorded video using your mobile phone and post it on Google Classroom or share it via WhatsApp.</a:t>
            </a:r>
          </a:p>
          <a:p>
            <a:endParaRPr lang="en-US" sz="2000" dirty="0">
              <a:solidFill>
                <a:srgbClr val="000000"/>
              </a:solidFill>
            </a:endParaRPr>
          </a:p>
          <a:p>
            <a:r>
              <a:rPr lang="en-US" sz="2000" dirty="0">
                <a:solidFill>
                  <a:srgbClr val="000000"/>
                </a:solidFill>
              </a:rPr>
              <a:t>Use the group creation feature on WhatsApp for students to allow them to ask questions.</a:t>
            </a:r>
          </a:p>
        </p:txBody>
      </p:sp>
      <p:pic>
        <p:nvPicPr>
          <p:cNvPr id="4" name="Picture 3">
            <a:extLst>
              <a:ext uri="{FF2B5EF4-FFF2-40B4-BE49-F238E27FC236}">
                <a16:creationId xmlns:a16="http://schemas.microsoft.com/office/drawing/2014/main" id="{460E1A0B-ABDE-1DEB-0D89-2DCDCCCFDF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0700" y="1009447"/>
            <a:ext cx="839726" cy="869639"/>
          </a:xfrm>
          <a:prstGeom prst="rect">
            <a:avLst/>
          </a:prstGeom>
        </p:spPr>
      </p:pic>
    </p:spTree>
    <p:extLst>
      <p:ext uri="{BB962C8B-B14F-4D97-AF65-F5344CB8AC3E}">
        <p14:creationId xmlns:p14="http://schemas.microsoft.com/office/powerpoint/2010/main" val="371668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6686"/>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571173" y="1041373"/>
            <a:ext cx="3401292" cy="2185941"/>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Successful Digital Teaching:</a:t>
            </a:r>
          </a:p>
          <a:p>
            <a:pPr algn="l"/>
            <a:r>
              <a:rPr dirty="0">
                <a:solidFill>
                  <a:schemeClr val="bg1"/>
                </a:solidFill>
              </a:rPr>
              <a:t>Reflection Questions, Part One</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171535" y="224638"/>
            <a:ext cx="4835471" cy="3785652"/>
          </a:xfrm>
          <a:prstGeom prst="rect">
            <a:avLst/>
          </a:prstGeom>
          <a:noFill/>
        </p:spPr>
        <p:txBody>
          <a:bodyPr wrap="square" rtlCol="0">
            <a:spAutoFit/>
          </a:bodyPr>
          <a:lstStyle/>
          <a:p>
            <a:pPr algn="l"/>
            <a:r>
              <a:t>Teacher’s Role</a:t>
            </a:r>
          </a:p>
          <a:p>
            <a:pPr algn="l"/>
            <a:r>
              <a:t>Do you provide learner-centred lessons that consider students’ levels, skills and needs?</a:t>
            </a:r>
          </a:p>
          <a:p>
            <a:pPr algn="l"/>
            <a:r>
              <a:t>Do you use different strategies online instead of traditional lectures?</a:t>
            </a:r>
          </a:p>
          <a:p>
            <a:pPr algn="l"/>
            <a:endParaRPr/>
          </a:p>
          <a:p>
            <a:pPr algn="l"/>
            <a:r>
              <a:t>Teacher’s Responsibilities</a:t>
            </a:r>
          </a:p>
          <a:p>
            <a:pPr algn="l"/>
            <a:r>
              <a:t>Do you provide appropriate instructions and materials that meet learning needs and relate to your students’ realities?</a:t>
            </a:r>
          </a:p>
          <a:p>
            <a:pPr algn="l"/>
            <a:r>
              <a:t>Does your teaching approach consider different technical abilities, limited internet access, and audio or visual capabilities?</a:t>
            </a:r>
          </a:p>
          <a:p>
            <a:pPr algn="l"/>
            <a:r>
              <a:t>Are your language and visuals online inclusive?</a:t>
            </a:r>
          </a:p>
        </p:txBody>
      </p:sp>
    </p:spTree>
    <p:extLst>
      <p:ext uri="{BB962C8B-B14F-4D97-AF65-F5344CB8AC3E}">
        <p14:creationId xmlns:p14="http://schemas.microsoft.com/office/powerpoint/2010/main" val="263161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5" y="0"/>
            <a:ext cx="3703704" cy="5059363"/>
          </a:xfrm>
          <a:prstGeom prst="rect">
            <a:avLst/>
          </a:prstGeom>
          <a:solidFill>
            <a:schemeClr val="accent4"/>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563706" y="1852785"/>
            <a:ext cx="3277881" cy="85725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Successful Digital Teaching:</a:t>
            </a:r>
          </a:p>
          <a:p>
            <a:pPr algn="l"/>
            <a:r>
              <a:rPr dirty="0">
                <a:solidFill>
                  <a:schemeClr val="bg1"/>
                </a:solidFill>
              </a:rPr>
              <a:t>Reflection Questions, Part Two</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02412" y="450781"/>
            <a:ext cx="4835471" cy="2862322"/>
          </a:xfrm>
          <a:prstGeom prst="rect">
            <a:avLst/>
          </a:prstGeom>
          <a:noFill/>
        </p:spPr>
        <p:txBody>
          <a:bodyPr wrap="square" rtlCol="0">
            <a:spAutoFit/>
          </a:bodyPr>
          <a:lstStyle/>
          <a:p>
            <a:pPr algn="l"/>
            <a:r>
              <a:t>Knowledge and Skills</a:t>
            </a:r>
          </a:p>
          <a:p>
            <a:pPr algn="l"/>
            <a:r>
              <a:t>Do your units include activities that require learners to be active, creative and think critically?</a:t>
            </a:r>
          </a:p>
          <a:p>
            <a:pPr algn="l"/>
            <a:endParaRPr/>
          </a:p>
          <a:p>
            <a:pPr algn="l"/>
            <a:r>
              <a:t>Do you know how your content and activities will lead to achieving your learning objectives?</a:t>
            </a:r>
          </a:p>
          <a:p>
            <a:pPr algn="l"/>
            <a:endParaRPr/>
          </a:p>
          <a:p>
            <a:pPr algn="l"/>
            <a:r>
              <a:t>Does your course material include the student perspective and apply the material within their own contexts?</a:t>
            </a:r>
          </a:p>
        </p:txBody>
      </p:sp>
    </p:spTree>
    <p:extLst>
      <p:ext uri="{BB962C8B-B14F-4D97-AF65-F5344CB8AC3E}">
        <p14:creationId xmlns:p14="http://schemas.microsoft.com/office/powerpoint/2010/main" val="509410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2851" y="5492"/>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858674" y="1677923"/>
            <a:ext cx="3277881"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Pause and Reflect</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560804" y="1448565"/>
            <a:ext cx="4835471" cy="2031325"/>
          </a:xfrm>
          <a:prstGeom prst="rect">
            <a:avLst/>
          </a:prstGeom>
          <a:noFill/>
        </p:spPr>
        <p:txBody>
          <a:bodyPr wrap="square" rtlCol="0">
            <a:spAutoFit/>
          </a:bodyPr>
          <a:lstStyle/>
          <a:p>
            <a:pPr algn="l"/>
            <a:r>
              <a:t>How has technology affected your life?</a:t>
            </a:r>
          </a:p>
          <a:p>
            <a:pPr algn="l"/>
            <a:endParaRPr/>
          </a:p>
          <a:p>
            <a:pPr algn="l"/>
            <a:r>
              <a:t>What is one way technology has saved you the most time and made you more efficient?</a:t>
            </a:r>
          </a:p>
          <a:p>
            <a:pPr algn="l"/>
            <a:endParaRPr/>
          </a:p>
          <a:p>
            <a:pPr algn="l"/>
            <a:r>
              <a:t>What are other teachers doing with technology in the classroom that you’d like to try?</a:t>
            </a:r>
          </a:p>
        </p:txBody>
      </p:sp>
    </p:spTree>
    <p:extLst>
      <p:ext uri="{BB962C8B-B14F-4D97-AF65-F5344CB8AC3E}">
        <p14:creationId xmlns:p14="http://schemas.microsoft.com/office/powerpoint/2010/main" val="2952599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356100"/>
          </a:xfrm>
          <a:prstGeom prst="rect">
            <a:avLst/>
          </a:prstGeom>
          <a:solidFill>
            <a:srgbClr val="098B8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39767" y="0"/>
            <a:ext cx="8077200"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Key Takeaways from Unit One</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cxnSp>
        <p:nvCxnSpPr>
          <p:cNvPr id="9" name="Straight Connector 8"/>
          <p:cNvCxnSpPr>
            <a:cxnSpLocks/>
          </p:cNvCxnSpPr>
          <p:nvPr/>
        </p:nvCxnSpPr>
        <p:spPr>
          <a:xfrm flipV="1">
            <a:off x="590567" y="654050"/>
            <a:ext cx="8089883" cy="4445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90628B6-7328-405C-9660-DDF317583EAB}"/>
              </a:ext>
            </a:extLst>
          </p:cNvPr>
          <p:cNvSpPr txBox="1"/>
          <p:nvPr/>
        </p:nvSpPr>
        <p:spPr>
          <a:xfrm>
            <a:off x="3795253" y="750213"/>
            <a:ext cx="5316040" cy="3139321"/>
          </a:xfrm>
          <a:prstGeom prst="rect">
            <a:avLst/>
          </a:prstGeom>
          <a:noFill/>
        </p:spPr>
        <p:txBody>
          <a:bodyPr wrap="square" rtlCol="0">
            <a:spAutoFit/>
          </a:bodyPr>
          <a:lstStyle/>
          <a:p>
            <a:pPr algn="l"/>
            <a:r>
              <a:rPr>
                <a:solidFill>
                  <a:srgbClr val="FFFFFF"/>
                </a:solidFill>
              </a:rPr>
              <a:t>• E-learning is essential to meet current educational needs in Iraq</a:t>
            </a:r>
          </a:p>
          <a:p>
            <a:pPr algn="l"/>
            <a:r>
              <a:rPr>
                <a:solidFill>
                  <a:srgbClr val="FFFFFF"/>
                </a:solidFill>
              </a:rPr>
              <a:t>• Best practices in e-learning include innovative ways of structuring and designing the training course, teaching strategies, student participation and assessment</a:t>
            </a:r>
          </a:p>
          <a:p>
            <a:pPr algn="l"/>
            <a:r>
              <a:rPr>
                <a:solidFill>
                  <a:srgbClr val="FFFFFF"/>
                </a:solidFill>
              </a:rPr>
              <a:t>• Effective instructional strategies focus on active learning and “chunked lessons”</a:t>
            </a:r>
          </a:p>
          <a:p>
            <a:pPr algn="l"/>
            <a:r>
              <a:rPr>
                <a:solidFill>
                  <a:srgbClr val="FFFFFF"/>
                </a:solidFill>
              </a:rPr>
              <a:t>• Successful online teachers design materials that meet learning needs and relate to students’ current realities</a:t>
            </a:r>
          </a:p>
          <a:p>
            <a:pPr algn="l"/>
            <a:r>
              <a:rPr>
                <a:solidFill>
                  <a:srgbClr val="FFFFFF"/>
                </a:solidFill>
              </a:rPr>
              <a:t>• Technology can expand opportunities for students and showcase their creativity!</a:t>
            </a:r>
          </a:p>
        </p:txBody>
      </p:sp>
      <p:grpSp>
        <p:nvGrpSpPr>
          <p:cNvPr id="12" name="Групувати 3">
            <a:extLst>
              <a:ext uri="{FF2B5EF4-FFF2-40B4-BE49-F238E27FC236}">
                <a16:creationId xmlns:a16="http://schemas.microsoft.com/office/drawing/2014/main" id="{7AE94FCE-7F19-4CBA-90CD-05B6E7025BFD}"/>
              </a:ext>
            </a:extLst>
          </p:cNvPr>
          <p:cNvGrpSpPr/>
          <p:nvPr/>
        </p:nvGrpSpPr>
        <p:grpSpPr>
          <a:xfrm>
            <a:off x="491689" y="1260582"/>
            <a:ext cx="2665708" cy="2549470"/>
            <a:chOff x="703263" y="1174584"/>
            <a:chExt cx="962152" cy="962152"/>
          </a:xfrm>
        </p:grpSpPr>
        <p:sp>
          <p:nvSpPr>
            <p:cNvPr id="14" name="Oval 7">
              <a:extLst>
                <a:ext uri="{FF2B5EF4-FFF2-40B4-BE49-F238E27FC236}">
                  <a16:creationId xmlns:a16="http://schemas.microsoft.com/office/drawing/2014/main" id="{A9D362A4-E27C-4F7D-A229-0372A7AA38B1}"/>
                </a:ext>
              </a:extLst>
            </p:cNvPr>
            <p:cNvSpPr/>
            <p:nvPr/>
          </p:nvSpPr>
          <p:spPr>
            <a:xfrm>
              <a:off x="703263" y="1174584"/>
              <a:ext cx="962152" cy="962152"/>
            </a:xfrm>
            <a:prstGeom prst="ellipse">
              <a:avLst/>
            </a:prstGeom>
            <a:solidFill>
              <a:srgbClr val="47AB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pic>
          <p:nvPicPr>
            <p:cNvPr id="15" name="Графіка 5">
              <a:extLst>
                <a:ext uri="{FF2B5EF4-FFF2-40B4-BE49-F238E27FC236}">
                  <a16:creationId xmlns:a16="http://schemas.microsoft.com/office/drawing/2014/main" id="{5EA5CB65-FD8C-4EC5-9192-C18DDF21D5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1683" y="1370760"/>
              <a:ext cx="569800" cy="569800"/>
            </a:xfrm>
            <a:prstGeom prst="rect">
              <a:avLst/>
            </a:prstGeom>
          </p:spPr>
        </p:pic>
      </p:grpSp>
    </p:spTree>
    <p:extLst>
      <p:ext uri="{BB962C8B-B14F-4D97-AF65-F5344CB8AC3E}">
        <p14:creationId xmlns:p14="http://schemas.microsoft.com/office/powerpoint/2010/main" val="1471237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tx1">
              <a:lumMod val="60000"/>
              <a:lumOff val="40000"/>
            </a:scheme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177778" y="1784259"/>
            <a:ext cx="2659537" cy="2060154"/>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Quiz:</a:t>
            </a:r>
          </a:p>
          <a:p>
            <a:pPr algn="l"/>
            <a:r>
              <a:rPr dirty="0">
                <a:solidFill>
                  <a:schemeClr val="bg1"/>
                </a:solidFill>
              </a:rPr>
              <a:t>Question One</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591170" y="920222"/>
            <a:ext cx="4672740" cy="2339102"/>
          </a:xfrm>
          <a:prstGeom prst="rect">
            <a:avLst/>
          </a:prstGeom>
          <a:noFill/>
        </p:spPr>
        <p:txBody>
          <a:bodyPr wrap="square" rtlCol="0" anchor="t">
            <a:spAutoFit/>
          </a:bodyPr>
          <a:lstStyle/>
          <a:p>
            <a:pPr algn="l"/>
            <a:r>
              <a:t>True or False:</a:t>
            </a:r>
          </a:p>
          <a:p>
            <a:pPr algn="l"/>
            <a:endParaRPr/>
          </a:p>
          <a:p>
            <a:pPr algn="l"/>
            <a:r>
              <a:t>A Learning Management System (LMS) is a platform that includes communication tools, content delivery and assessment to facilitate the teaching and learning process.</a:t>
            </a:r>
          </a:p>
          <a:p>
            <a:pPr algn="l"/>
            <a:endParaRPr/>
          </a:p>
          <a:p>
            <a:pPr algn="l"/>
            <a:r>
              <a:t>Type T for a correct answer and F for an incorrect answer in the chat box!</a:t>
            </a:r>
          </a:p>
        </p:txBody>
      </p:sp>
    </p:spTree>
    <p:extLst>
      <p:ext uri="{BB962C8B-B14F-4D97-AF65-F5344CB8AC3E}">
        <p14:creationId xmlns:p14="http://schemas.microsoft.com/office/powerpoint/2010/main" val="4116699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accent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250314" y="1662105"/>
            <a:ext cx="265953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Question Two</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62547" y="448091"/>
            <a:ext cx="4672740" cy="3139321"/>
          </a:xfrm>
          <a:prstGeom prst="rect">
            <a:avLst/>
          </a:prstGeom>
          <a:noFill/>
        </p:spPr>
        <p:txBody>
          <a:bodyPr wrap="square" rtlCol="0" anchor="t">
            <a:spAutoFit/>
          </a:bodyPr>
          <a:lstStyle/>
          <a:p>
            <a:pPr algn="l"/>
            <a:r>
              <a:t>Examples of instructional strategies for e-learning include (check all that apply):</a:t>
            </a:r>
          </a:p>
          <a:p>
            <a:pPr algn="l"/>
            <a:endParaRPr/>
          </a:p>
          <a:p>
            <a:pPr algn="l"/>
            <a:r>
              <a:t>A. Varying the lesson with a mix of video, discussion, hands-on activities and chat to enhance active learning</a:t>
            </a:r>
          </a:p>
          <a:p>
            <a:pPr algn="l"/>
            <a:endParaRPr/>
          </a:p>
          <a:p>
            <a:pPr algn="l"/>
            <a:r>
              <a:t>B. Finding innovative ways to assess</a:t>
            </a:r>
          </a:p>
          <a:p>
            <a:pPr algn="l"/>
            <a:endParaRPr/>
          </a:p>
          <a:p>
            <a:pPr algn="l"/>
            <a:r>
              <a:t>C. Asking questions and prompting students to pause and reflect</a:t>
            </a:r>
          </a:p>
          <a:p>
            <a:pPr algn="l"/>
            <a:endParaRPr/>
          </a:p>
          <a:p>
            <a:pPr algn="l"/>
            <a:r>
              <a:t>D. All of the above</a:t>
            </a:r>
          </a:p>
        </p:txBody>
      </p:sp>
    </p:spTree>
    <p:extLst>
      <p:ext uri="{BB962C8B-B14F-4D97-AF65-F5344CB8AC3E}">
        <p14:creationId xmlns:p14="http://schemas.microsoft.com/office/powerpoint/2010/main" val="3355880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0"/>
            <a:ext cx="3703704" cy="5059363"/>
          </a:xfrm>
          <a:prstGeom prst="rect">
            <a:avLst/>
          </a:prstGeom>
          <a:solidFill>
            <a:schemeClr val="accent6"/>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6285933" y="1833421"/>
            <a:ext cx="2659537" cy="85725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Question Three</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7" name="TextBox 6"/>
          <p:cNvSpPr txBox="1"/>
          <p:nvPr/>
        </p:nvSpPr>
        <p:spPr>
          <a:xfrm>
            <a:off x="344738" y="577605"/>
            <a:ext cx="4672740" cy="3139321"/>
          </a:xfrm>
          <a:prstGeom prst="rect">
            <a:avLst/>
          </a:prstGeom>
          <a:noFill/>
        </p:spPr>
        <p:txBody>
          <a:bodyPr wrap="square" rtlCol="0" anchor="t">
            <a:spAutoFit/>
          </a:bodyPr>
          <a:lstStyle/>
          <a:p>
            <a:pPr algn="l"/>
            <a:r>
              <a:t>Choose the statement that best reflects what we know about technology, teaching and learning:</a:t>
            </a:r>
          </a:p>
          <a:p>
            <a:pPr algn="l"/>
            <a:endParaRPr/>
          </a:p>
          <a:p>
            <a:pPr algn="l"/>
            <a:r>
              <a:t>1. Trainers must have absolute expertise in technology to start e-learning.</a:t>
            </a:r>
          </a:p>
          <a:p>
            <a:pPr algn="l"/>
            <a:endParaRPr/>
          </a:p>
          <a:p>
            <a:pPr algn="l"/>
            <a:r>
              <a:t>2. Technology is a tool to support teachers in their efforts to enhance student learning.</a:t>
            </a:r>
          </a:p>
          <a:p>
            <a:pPr algn="l"/>
            <a:endParaRPr/>
          </a:p>
          <a:p>
            <a:pPr algn="l"/>
            <a:r>
              <a:t>3. In facilitated synchronous learning, student interaction happens at their own time, convenience and pace.</a:t>
            </a:r>
          </a:p>
        </p:txBody>
      </p:sp>
    </p:spTree>
    <p:extLst>
      <p:ext uri="{BB962C8B-B14F-4D97-AF65-F5344CB8AC3E}">
        <p14:creationId xmlns:p14="http://schemas.microsoft.com/office/powerpoint/2010/main" val="2098002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309924" y="988570"/>
            <a:ext cx="3962400" cy="2118529"/>
          </a:xfrm>
          <a:prstGeom prst="rect">
            <a:avLst/>
          </a:prstGeom>
        </p:spPr>
        <p:txBody>
          <a:bodyPr wrap="square">
            <a:spAutoFit/>
          </a:bodyPr>
          <a:lstStyle/>
          <a:p>
            <a:pPr algn="l"/>
            <a:r>
              <a:t>Please complete your assignment by Sunday, May 3.</a:t>
            </a:r>
          </a:p>
          <a:p>
            <a:pPr algn="l"/>
            <a:r>
              <a:t>Next unit topic: Conceptual framework for e-learning design</a:t>
            </a:r>
          </a:p>
          <a:p>
            <a:pPr algn="l"/>
            <a:r>
              <a:t>Questions and answers</a:t>
            </a:r>
          </a:p>
        </p:txBody>
      </p:sp>
      <p:sp>
        <p:nvSpPr>
          <p:cNvPr id="22" name="Rectangle 21"/>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11" name="Rectangle 10">
            <a:extLst>
              <a:ext uri="{FF2B5EF4-FFF2-40B4-BE49-F238E27FC236}">
                <a16:creationId xmlns:a16="http://schemas.microsoft.com/office/drawing/2014/main" id="{94C4FD59-AF5E-40F0-9F60-B6D5FB4B5E8B}"/>
              </a:ext>
            </a:extLst>
          </p:cNvPr>
          <p:cNvSpPr/>
          <p:nvPr/>
        </p:nvSpPr>
        <p:spPr>
          <a:xfrm>
            <a:off x="4871677" y="35718"/>
            <a:ext cx="4272323" cy="5072063"/>
          </a:xfrm>
          <a:prstGeom prst="rect">
            <a:avLst/>
          </a:prstGeom>
          <a:solidFill>
            <a:srgbClr val="07525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4" name="Title 1"/>
          <p:cNvSpPr txBox="1">
            <a:spLocks/>
          </p:cNvSpPr>
          <p:nvPr/>
        </p:nvSpPr>
        <p:spPr>
          <a:xfrm>
            <a:off x="5255238" y="1834545"/>
            <a:ext cx="3505200" cy="857250"/>
          </a:xfrm>
          <a:prstGeom prst="rect">
            <a:avLst/>
          </a:prstGeom>
        </p:spPr>
        <p:txBody>
          <a:bodyPr vert="horz" lIns="91440" tIns="45720" rIns="91440" bIns="45720" rtlCol="0" anchor="ctr">
            <a:normAutofit fontScale="92500" lnSpcReduction="10000"/>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rgbClr val="FFFFFF"/>
                </a:solidFill>
              </a:rPr>
              <a:t>What happens after this session?</a:t>
            </a:r>
          </a:p>
        </p:txBody>
      </p:sp>
    </p:spTree>
    <p:extLst>
      <p:ext uri="{BB962C8B-B14F-4D97-AF65-F5344CB8AC3E}">
        <p14:creationId xmlns:p14="http://schemas.microsoft.com/office/powerpoint/2010/main" val="1864413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40296" y="12700"/>
            <a:ext cx="3703704" cy="5059363"/>
          </a:xfrm>
          <a:prstGeom prst="rect">
            <a:avLst/>
          </a:prstGeom>
          <a:solidFill>
            <a:srgbClr val="99B83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accent3"/>
              </a:solidFill>
              <a:latin typeface="Arial" charset="0"/>
            </a:endParaRPr>
          </a:p>
        </p:txBody>
      </p:sp>
      <p:sp>
        <p:nvSpPr>
          <p:cNvPr id="13" name="Title 1"/>
          <p:cNvSpPr txBox="1">
            <a:spLocks/>
          </p:cNvSpPr>
          <p:nvPr/>
        </p:nvSpPr>
        <p:spPr>
          <a:xfrm>
            <a:off x="5653207" y="1799399"/>
            <a:ext cx="3277881" cy="74298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0" kern="1200">
                <a:solidFill>
                  <a:srgbClr val="17252F"/>
                </a:solidFill>
                <a:latin typeface="Roboto Light"/>
                <a:ea typeface="Roboto Condensed Regular"/>
                <a:cs typeface="Roboto Light"/>
              </a:defRPr>
            </a:lvl1pPr>
          </a:lstStyle>
          <a:p>
            <a:pPr algn="l"/>
            <a:r>
              <a:rPr dirty="0">
                <a:solidFill>
                  <a:schemeClr val="bg1"/>
                </a:solidFill>
              </a:rPr>
              <a:t>Homework: Best Practices for E-Learning</a:t>
            </a:r>
          </a:p>
        </p:txBody>
      </p:sp>
      <p:sp>
        <p:nvSpPr>
          <p:cNvPr id="8" name="Rectangle 7"/>
          <p:cNvSpPr/>
          <p:nvPr/>
        </p:nvSpPr>
        <p:spPr>
          <a:xfrm>
            <a:off x="0" y="5072063"/>
            <a:ext cx="9144000" cy="77742"/>
          </a:xfrm>
          <a:prstGeom prst="rect">
            <a:avLst/>
          </a:prstGeom>
          <a:solidFill>
            <a:srgbClr val="43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solidFill>
                <a:schemeClr val="bg1"/>
              </a:solidFill>
              <a:latin typeface="Arial" charset="0"/>
            </a:endParaRPr>
          </a:p>
        </p:txBody>
      </p:sp>
      <p:sp>
        <p:nvSpPr>
          <p:cNvPr id="3" name="TextBox 2">
            <a:extLst>
              <a:ext uri="{FF2B5EF4-FFF2-40B4-BE49-F238E27FC236}">
                <a16:creationId xmlns:a16="http://schemas.microsoft.com/office/drawing/2014/main" id="{56767793-0A57-44DC-9798-72921398CB2C}"/>
              </a:ext>
            </a:extLst>
          </p:cNvPr>
          <p:cNvSpPr txBox="1"/>
          <p:nvPr/>
        </p:nvSpPr>
        <p:spPr>
          <a:xfrm>
            <a:off x="209427" y="463302"/>
            <a:ext cx="4661365" cy="3416320"/>
          </a:xfrm>
          <a:prstGeom prst="rect">
            <a:avLst/>
          </a:prstGeom>
          <a:noFill/>
        </p:spPr>
        <p:txBody>
          <a:bodyPr wrap="square" rtlCol="0">
            <a:spAutoFit/>
          </a:bodyPr>
          <a:lstStyle/>
          <a:p>
            <a:pPr algn="l"/>
            <a:r>
              <a:t>Review the “Best Practices in E-Learning” list and the “Transition to Distance Learning” guide. Share your answer in Google Classroom. (See Section 1, Homework 1)</a:t>
            </a:r>
          </a:p>
          <a:p>
            <a:pPr algn="l"/>
            <a:endParaRPr/>
          </a:p>
          <a:p>
            <a:pPr algn="l"/>
            <a:r>
              <a:t>1. What areas have you already modified to adapt to e-learning? How?</a:t>
            </a:r>
          </a:p>
          <a:p>
            <a:pPr algn="l"/>
            <a:endParaRPr/>
          </a:p>
          <a:p>
            <a:pPr algn="l"/>
            <a:r>
              <a:t>2. What three new areas will you use when teaching your class online? How will you integrate them?</a:t>
            </a:r>
          </a:p>
          <a:p>
            <a:pPr algn="l"/>
            <a:endParaRPr/>
          </a:p>
          <a:p>
            <a:pPr algn="l"/>
            <a:r>
              <a:t>3. What two areas do you hope to improve through this training, and why?</a:t>
            </a:r>
          </a:p>
        </p:txBody>
      </p:sp>
    </p:spTree>
    <p:extLst>
      <p:ext uri="{BB962C8B-B14F-4D97-AF65-F5344CB8AC3E}">
        <p14:creationId xmlns:p14="http://schemas.microsoft.com/office/powerpoint/2010/main" val="2977900644"/>
      </p:ext>
    </p:extLst>
  </p:cSld>
  <p:clrMapOvr>
    <a:masterClrMapping/>
  </p:clrMapOvr>
</p:sld>
</file>

<file path=ppt/theme/theme1.xml><?xml version="1.0" encoding="utf-8"?>
<a:theme xmlns:a="http://schemas.openxmlformats.org/drawingml/2006/main" name="Office Theme">
  <a:themeElements>
    <a:clrScheme name="Custom 1">
      <a:dk1>
        <a:srgbClr val="376D7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F170753063374389A59228429CC102" ma:contentTypeVersion="17" ma:contentTypeDescription="Create a new document." ma:contentTypeScope="" ma:versionID="04a12b5f73d3f50957748918b3199591">
  <xsd:schema xmlns:xsd="http://www.w3.org/2001/XMLSchema" xmlns:xs="http://www.w3.org/2001/XMLSchema" xmlns:p="http://schemas.microsoft.com/office/2006/metadata/properties" xmlns:ns2="bd0c619f-6be1-405c-9b81-967050b6419b" xmlns:ns3="03998e33-bf9e-4dc3-96ba-2cbff5dd88e2" targetNamespace="http://schemas.microsoft.com/office/2006/metadata/properties" ma:root="true" ma:fieldsID="a2be92ddff27dfd0a6f14b7f7ec0a76f" ns2:_="" ns3:_="">
    <xsd:import namespace="bd0c619f-6be1-405c-9b81-967050b6419b"/>
    <xsd:import namespace="03998e33-bf9e-4dc3-96ba-2cbff5dd88e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DateTaken" minOccurs="0"/>
                <xsd:element ref="ns2:MediaServiceAutoTags" minOccurs="0"/>
                <xsd:element ref="ns2:MediaServiceOCR" minOccurs="0"/>
                <xsd:element ref="ns2:MediaServiceLocation" minOccurs="0"/>
                <xsd:element ref="ns3:m0749d9fd7964c3d86bb1c9586d8ef0c" minOccurs="0"/>
                <xsd:element ref="ns3:TaxCatchAll" minOccurs="0"/>
                <xsd:element ref="ns3:ed01322c547a4dd2908926ace3166475"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0c619f-6be1-405c-9b81-967050b64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998e33-bf9e-4dc3-96ba-2cbff5dd88e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m0749d9fd7964c3d86bb1c9586d8ef0c" ma:index="19" nillable="true" ma:taxonomy="true" ma:internalName="m0749d9fd7964c3d86bb1c9586d8ef0c" ma:taxonomyFieldName="Country" ma:displayName="Country" ma:default="1;#Iraq|ac59c231-9f26-4c18-8841-6bfb5271b5a0" ma:fieldId="{60749d9f-d796-4c3d-86bb-1c9586d8ef0c}" ma:sspId="fe952b0e-87b1-4651-bd97-4ae9bbb31ca5" ma:termSetId="1aae8845-0c15-4b09-8c7f-8bc1846b1d03" ma:anchorId="00000000-0000-0000-0000-000000000000" ma:open="false" ma:isKeyword="false">
      <xsd:complexType>
        <xsd:sequence>
          <xsd:element ref="pc:Terms" minOccurs="0" maxOccurs="1"/>
        </xsd:sequence>
      </xsd:complexType>
    </xsd:element>
    <xsd:element name="TaxCatchAll" ma:index="20" nillable="true" ma:displayName="Taxonomy Catch All Column" ma:hidden="true" ma:list="{7da6ccff-11f7-4843-9d2e-94b16dd372dc}" ma:internalName="TaxCatchAll" ma:showField="CatchAllData" ma:web="03998e33-bf9e-4dc3-96ba-2cbff5dd88e2">
      <xsd:complexType>
        <xsd:complexContent>
          <xsd:extension base="dms:MultiChoiceLookup">
            <xsd:sequence>
              <xsd:element name="Value" type="dms:Lookup" maxOccurs="unbounded" minOccurs="0" nillable="true"/>
            </xsd:sequence>
          </xsd:extension>
        </xsd:complexContent>
      </xsd:complexType>
    </xsd:element>
    <xsd:element name="ed01322c547a4dd2908926ace3166475" ma:index="22" nillable="true" ma:taxonomy="true" ma:internalName="ed01322c547a4dd2908926ace3166475" ma:taxonomyFieldName="Program" ma:displayName="Program" ma:default="" ma:fieldId="{ed01322c-547a-4dd2-9089-26ace3166475}" ma:sspId="fe952b0e-87b1-4651-bd97-4ae9bbb31ca5" ma:termSetId="77eb5a22-eacd-4a56-8e87-3b6b85d80eaa"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03998e33-bf9e-4dc3-96ba-2cbff5dd88e2">
      <UserInfo>
        <DisplayName>Ammar Waleed Alani</DisplayName>
        <AccountId>15</AccountId>
        <AccountType/>
      </UserInfo>
      <UserInfo>
        <DisplayName>Lori Mason</DisplayName>
        <AccountId>12</AccountId>
        <AccountType/>
      </UserInfo>
      <UserInfo>
        <DisplayName>Lindsey Powers</DisplayName>
        <AccountId>25</AccountId>
        <AccountType/>
      </UserInfo>
      <UserInfo>
        <DisplayName>Stanley Currier</DisplayName>
        <AccountId>24</AccountId>
        <AccountType/>
      </UserInfo>
    </SharedWithUsers>
    <m0749d9fd7964c3d86bb1c9586d8ef0c xmlns="03998e33-bf9e-4dc3-96ba-2cbff5dd88e2">
      <Terms xmlns="http://schemas.microsoft.com/office/infopath/2007/PartnerControls">
        <TermInfo xmlns="http://schemas.microsoft.com/office/infopath/2007/PartnerControls">
          <TermName xmlns="http://schemas.microsoft.com/office/infopath/2007/PartnerControls">Iraq</TermName>
          <TermId xmlns="http://schemas.microsoft.com/office/infopath/2007/PartnerControls">ac59c231-9f26-4c18-8841-6bfb5271b5a0</TermId>
        </TermInfo>
      </Terms>
    </m0749d9fd7964c3d86bb1c9586d8ef0c>
    <ed01322c547a4dd2908926ace3166475 xmlns="03998e33-bf9e-4dc3-96ba-2cbff5dd88e2">
      <Terms xmlns="http://schemas.microsoft.com/office/infopath/2007/PartnerControls">
        <TermInfo xmlns="http://schemas.microsoft.com/office/infopath/2007/PartnerControls">
          <TermName xmlns="http://schemas.microsoft.com/office/infopath/2007/PartnerControls">3049</TermName>
          <TermId xmlns="http://schemas.microsoft.com/office/infopath/2007/PartnerControls">867cb341-23ac-4caa-8291-3a5e9176f1dd</TermId>
        </TermInfo>
      </Terms>
    </ed01322c547a4dd2908926ace3166475>
    <TaxCatchAll xmlns="03998e33-bf9e-4dc3-96ba-2cbff5dd88e2">
      <Value>1</Value>
      <Value>6</Value>
    </TaxCatchAll>
  </documentManagement>
</p:properties>
</file>

<file path=customXml/itemProps1.xml><?xml version="1.0" encoding="utf-8"?>
<ds:datastoreItem xmlns:ds="http://schemas.openxmlformats.org/officeDocument/2006/customXml" ds:itemID="{43CC77FB-1E1E-4A38-AB6C-D888B5763998}">
  <ds:schemaRefs>
    <ds:schemaRef ds:uri="http://schemas.microsoft.com/sharepoint/v3/contenttype/forms"/>
  </ds:schemaRefs>
</ds:datastoreItem>
</file>

<file path=customXml/itemProps2.xml><?xml version="1.0" encoding="utf-8"?>
<ds:datastoreItem xmlns:ds="http://schemas.openxmlformats.org/officeDocument/2006/customXml" ds:itemID="{30A50ADA-A6CC-4D70-87AB-0E2164F1CE8A}">
  <ds:schemaRefs>
    <ds:schemaRef ds:uri="03998e33-bf9e-4dc3-96ba-2cbff5dd88e2"/>
    <ds:schemaRef ds:uri="bd0c619f-6be1-405c-9b81-967050b641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040D5C0-6E8D-4B35-8B52-284DEAD2DEA5}">
  <ds:schemaRefs>
    <ds:schemaRef ds:uri="http://schemas.microsoft.com/office/2006/documentManagement/types"/>
    <ds:schemaRef ds:uri="http://schemas.microsoft.com/office/infopath/2007/PartnerControls"/>
    <ds:schemaRef ds:uri="http://purl.org/dc/dcmitype/"/>
    <ds:schemaRef ds:uri="http://www.w3.org/XML/1998/namespace"/>
    <ds:schemaRef ds:uri="http://purl.org/dc/elements/1.1/"/>
    <ds:schemaRef ds:uri="http://schemas.microsoft.com/office/2006/metadata/properties"/>
    <ds:schemaRef ds:uri="http://schemas.openxmlformats.org/package/2006/metadata/core-properties"/>
    <ds:schemaRef ds:uri="03998e33-bf9e-4dc3-96ba-2cbff5dd88e2"/>
    <ds:schemaRef ds:uri="bd0c619f-6be1-405c-9b81-967050b6419b"/>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194</TotalTime>
  <Words>2470</Words>
  <Application>Microsoft Macintosh PowerPoint</Application>
  <PresentationFormat>On-screen Show (16:9)</PresentationFormat>
  <Paragraphs>224</Paragraphs>
  <Slides>22</Slides>
  <Notes>20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22</vt:i4>
      </vt:variant>
    </vt:vector>
  </HeadingPairs>
  <TitlesOfParts>
    <vt:vector size="37" baseType="lpstr">
      <vt:lpstr>Arial</vt:lpstr>
      <vt:lpstr>Arial</vt:lpstr>
      <vt:lpstr>Arial Regular</vt:lpstr>
      <vt:lpstr>Courier New</vt:lpstr>
      <vt:lpstr>Franklin Gothic Medium</vt:lpstr>
      <vt:lpstr>Futura LT Book</vt:lpstr>
      <vt:lpstr>Lato Light</vt:lpstr>
      <vt:lpstr>Lato Regular</vt:lpstr>
      <vt:lpstr>Mission Gothic Regular</vt:lpstr>
      <vt:lpstr>Nexa Bold</vt:lpstr>
      <vt:lpstr>Open Sans</vt:lpstr>
      <vt:lpstr>Open Sans bold</vt:lpstr>
      <vt:lpstr>PT Sans</vt:lpstr>
      <vt:lpstr>Sketch Rockwell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adrienne.reynolds</dc:creator>
  <cp:lastModifiedBy>Michael Ofengenden</cp:lastModifiedBy>
  <cp:revision>78</cp:revision>
  <cp:lastPrinted>2016-10-11T18:13:18Z</cp:lastPrinted>
  <dcterms:created xsi:type="dcterms:W3CDTF">2013-04-14T18:18:29Z</dcterms:created>
  <dcterms:modified xsi:type="dcterms:W3CDTF">2025-09-29T21:48:39Z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0x01010045F170753063374389A59228429CC102</vt:lpwstr>
  </property>
  <property fmtid="{D5CDD505-2E9C-101B-9397-08002B2CF9AE}" pid="3" name="Program">
    <vt:lpwstr>6;#3049|867cb341-23ac-4caa-8291-3a5e9176f1dd</vt:lpwstr>
  </property>
  <property fmtid="{D5CDD505-2E9C-101B-9397-08002B2CF9AE}" pid="4" name="Country">
    <vt:lpwstr>1;#Iraq|ac59c231-9f26-4c18-8841-6bfb5271b5a0</vt:lpwstr>
  </property>
</Properties>
</file>