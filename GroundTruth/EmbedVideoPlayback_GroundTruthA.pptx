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94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</a:rPr>
              <a:t>Record Renewable Energy Growth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</a:rPr>
              <a:t>A 2024 Snapshot of U.S. Renewable Energy Production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</a:rPr>
              <a:t>2024 Renewable Energy Highlights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8412480" cy="2743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2560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Biofuels, wind and solar each set production records in 2024
Biofuels reached 1.4 million barrels/day, up 6% from 2023
Solar output jumped 25% and wind rose 8% as new generators came online
Hydropower and nuclear production peaked decades ago; geothermal fell slightly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</a:rPr>
              <a:t>Renewable Energy Overview</a:t>
            </a:r>
            <a:endParaRPr lang="en-US" sz="2800" dirty="0"/>
          </a:p>
        </p:txBody>
      </p:sp>
      <p:pic>
        <p:nvPicPr>
          <p:cNvPr id="7" name="Video 6" title="Windmills on a field">
            <a:hlinkClick r:id="" action="ppaction://media"/>
            <a:extLst>
              <a:ext uri="{FF2B5EF4-FFF2-40B4-BE49-F238E27FC236}">
                <a16:creationId xmlns:a16="http://schemas.microsoft.com/office/drawing/2014/main" id="{ECBDD03E-3618-093D-F376-43078D1F5CD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14400" y="914400"/>
            <a:ext cx="7315200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</Words>
  <Application>Microsoft Macintosh PowerPoint</Application>
  <PresentationFormat>On-screen Show (16:9)</PresentationFormat>
  <Paragraphs>8</Paragraphs>
  <Slides>3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Ofengenden</cp:lastModifiedBy>
  <cp:revision>2</cp:revision>
  <dcterms:created xsi:type="dcterms:W3CDTF">2025-10-07T07:02:12Z</dcterms:created>
  <dcterms:modified xsi:type="dcterms:W3CDTF">2025-10-07T07:26:15Z</dcterms:modified>
</cp:coreProperties>
</file>