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99"/>
    <p:restoredTop sz="94640"/>
  </p:normalViewPr>
  <p:slideViewPr>
    <p:cSldViewPr snapToGrid="0" snapToObjects="1">
      <p:cViewPr>
        <p:scale>
          <a:sx n="107" d="100"/>
          <a:sy n="107" d="100"/>
        </p:scale>
        <p:origin x="84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1" d="100"/>
        <a:sy n="17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BB-1642-900A-8613711538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15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BB-1642-900A-861371153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/>
              <a:t>Grid &amp; Baseline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6799"/>
            <a:ext cx="188595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/>
              <a:t>Overview</a:t>
            </a:r>
          </a:p>
          <a:p>
            <a:r>
              <a:rPr sz="1400" dirty="0"/>
              <a:t>• This column snaps to grid.</a:t>
            </a:r>
          </a:p>
          <a:p>
            <a:r>
              <a:rPr sz="1400" dirty="0"/>
              <a:t>• Lines align to 8-pt baselines.</a:t>
            </a:r>
          </a:p>
          <a:p>
            <a:r>
              <a:rPr sz="1400" dirty="0"/>
              <a:t>• No overlaps or margin violations.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1066799"/>
            <a:ext cx="25908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/>
              <a:t>Details</a:t>
            </a:r>
          </a:p>
          <a:p>
            <a:r>
              <a:rPr sz="1400" dirty="0"/>
              <a:t>• Content aligns to grid.</a:t>
            </a:r>
          </a:p>
          <a:p>
            <a:r>
              <a:rPr sz="1400" dirty="0"/>
              <a:t>• Consistent gutters between columns.</a:t>
            </a:r>
          </a:p>
          <a:p>
            <a:r>
              <a:rPr sz="1400" dirty="0"/>
              <a:t>• Safe-area respected.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850" y="1066799"/>
            <a:ext cx="23431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/>
              <a:t>Notes</a:t>
            </a:r>
          </a:p>
          <a:p>
            <a:r>
              <a:rPr sz="1400" dirty="0"/>
              <a:t>• Third column on grid.</a:t>
            </a:r>
          </a:p>
          <a:p>
            <a:r>
              <a:rPr sz="1400" dirty="0"/>
              <a:t>• Baselines consistent across boxes.</a:t>
            </a:r>
          </a:p>
          <a:p>
            <a:r>
              <a:rPr sz="1400" dirty="0"/>
              <a:t>• Readable spacing.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142427"/>
              </p:ext>
            </p:extLst>
          </p:nvPr>
        </p:nvGraphicFramePr>
        <p:xfrm>
          <a:off x="457200" y="3401568"/>
          <a:ext cx="329565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Butterflies on the ground with small rocks&#10;&#10;AI-generated content may be incorrect.">
            <a:extLst>
              <a:ext uri="{FF2B5EF4-FFF2-40B4-BE49-F238E27FC236}">
                <a16:creationId xmlns:a16="http://schemas.microsoft.com/office/drawing/2014/main" id="{BBB2129A-8D0B-21A6-16C6-D2D388A41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96" y="2434469"/>
            <a:ext cx="3265859" cy="2180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/>
              <a:t>Chart &amp; Legend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3600"/>
            <a:ext cx="470535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Subtitle: Legend sits below chart, no overlap; all on grid.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60160"/>
              </p:ext>
            </p:extLst>
          </p:nvPr>
        </p:nvGraphicFramePr>
        <p:xfrm>
          <a:off x="1162050" y="1574800"/>
          <a:ext cx="5238750" cy="3338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/>
              <a:t>Figures &amp; Captions (Aligned)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65467"/>
            <a:ext cx="229505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dirty="0"/>
              <a:t>Snowy mountain and green forest</a:t>
            </a:r>
            <a:endParaRPr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632945" y="4172227"/>
            <a:ext cx="1380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dirty="0"/>
              <a:t>Rocks off the shore</a:t>
            </a:r>
            <a:endParaRPr sz="1200" dirty="0"/>
          </a:p>
        </p:txBody>
      </p:sp>
      <p:pic>
        <p:nvPicPr>
          <p:cNvPr id="8" name="Picture 7" descr="A river with trees and mountains in the background&#10;&#10;AI-generated content may be incorrect.">
            <a:extLst>
              <a:ext uri="{FF2B5EF4-FFF2-40B4-BE49-F238E27FC236}">
                <a16:creationId xmlns:a16="http://schemas.microsoft.com/office/drawing/2014/main" id="{94B8FB6A-E416-6FC0-1C31-75E538D7B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3118"/>
            <a:ext cx="3678623" cy="2766411"/>
          </a:xfrm>
          <a:prstGeom prst="rect">
            <a:avLst/>
          </a:prstGeom>
        </p:spPr>
      </p:pic>
      <p:pic>
        <p:nvPicPr>
          <p:cNvPr id="9" name="Picture 8" descr="A rock in the ocean&#10;&#10;AI-generated content may be incorrect.">
            <a:extLst>
              <a:ext uri="{FF2B5EF4-FFF2-40B4-BE49-F238E27FC236}">
                <a16:creationId xmlns:a16="http://schemas.microsoft.com/office/drawing/2014/main" id="{9514813C-59B1-6387-AE83-BDF81E9E7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45" y="1206498"/>
            <a:ext cx="3684285" cy="2766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</Words>
  <Application>Microsoft Macintosh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10</cp:revision>
  <dcterms:created xsi:type="dcterms:W3CDTF">2013-01-27T09:14:16Z</dcterms:created>
  <dcterms:modified xsi:type="dcterms:W3CDTF">2025-11-18T22:46:56Z</dcterms:modified>
  <cp:category/>
</cp:coreProperties>
</file>