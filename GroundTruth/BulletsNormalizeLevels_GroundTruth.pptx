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79" y="274319"/>
            <a:ext cx="7834069" cy="1352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dirty="0"/>
              <a:t>Mixed bullet levels (Normalize levels to 0/1)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8463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Project Alph</a:t>
            </a:r>
            <a:r>
              <a:rPr lang="en-US" dirty="0"/>
              <a:t>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requirements drafted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design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Project Beta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needs owner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dirty="0"/>
              <a:t>blocked by procuremen</a:t>
            </a:r>
            <a:r>
              <a:rPr lang="en-US" dirty="0"/>
              <a:t>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Theta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 steps to unblocking path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First: Copy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Second: Untangle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Third: Reroute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Fourth: Toggle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45</Words>
  <Application>Microsoft Macintosh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2025-09-18T06:59:05Z</dcterms:modified>
  <cp:category/>
</cp:coreProperties>
</file>