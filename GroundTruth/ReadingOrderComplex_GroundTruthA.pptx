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04"/>
    <p:restoredTop sz="94641"/>
  </p:normalViewPr>
  <p:slideViewPr>
    <p:cSldViewPr snapToGrid="0" snapToObjects="1">
      <p:cViewPr varScale="1">
        <p:scale>
          <a:sx n="118" d="100"/>
          <a:sy n="118" d="100"/>
        </p:scale>
        <p:origin x="200" y="1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mithsonianmag.com/smart-news/the-top-ten-dinosaur-discoveries-of-2024-180985656/#:~:text=How%20big%20a%20dinosaur%20was,dinosaurs%20are%20still%20awaiting%20discovery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mithsonianmag.com/smart-news/the-top-ten-dinosaur-discoveries-of-2024-180985656/#:~:text=How%20big%20a%20dinosaur%20was,dinosaurs%20are%20still%20awaiting%20discovery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mithsonianmag.com/smart-news/the-top-ten-dinosaur-discoveries-of-2024-180985656/#:~:text=Dinosaur%20tracks%20are%20fossilized%20behavior,was%20flapping%20as%20it%20ran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mithsonianmag.com/smart-news/the-top-ten-dinosaur-discoveries-of-2024-180985656/#:~:text=The%20spiky%20tails%20of%20stegosaurs,on%20intimidation%20than%20direct%20strikes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mithsonianmag.com/smart-news/the-top-ten-dinosaur-discoveries-of-2024-180985656/#:~:text=Dinosaur%20tracks%20are%20fossilized%20behavior,was%20flapping%20as%20it%20ran" TargetMode="External"/><Relationship Id="rId2" Type="http://schemas.openxmlformats.org/officeDocument/2006/relationships/hyperlink" Target="https://www.smithsonianmag.com/smart-news/the-top-ten-dinosaur-discoveries-of-2024-180985656/#:~:text=How%20big%20a%20dinosaur%20was,dinosaurs%20are%20still%20awaiting%20discovery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mithsonianmag.com/smart-news/the-top-ten-dinosaur-discoveries-of-2024-180985656/#:~:text=The%20spiky%20tails%20of%20stegosaurs,on%20intimidation%20than%20direct%20strik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Top Dinosaur Discoveries of 2024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Highlights from Smithsonian Magazine's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FF"/>
                </a:solidFill>
              </a:defRPr>
            </a:pPr>
            <a:r>
              <a:rPr>
                <a:hlinkClick r:id="rId2"/>
              </a:rPr>
              <a:t>[1]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Giants Yet to Be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99" y="1828800"/>
            <a:ext cx="384386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600"/>
            </a:pPr>
            <a:r>
              <a:rPr dirty="0"/>
              <a:t>Fossil record incomplete; biggest dinosaurs remain undiscovered</a:t>
            </a:r>
          </a:p>
          <a:p>
            <a:pPr>
              <a:defRPr sz="1600"/>
            </a:pPr>
            <a:r>
              <a:rPr dirty="0"/>
              <a:t>T. rex modelling suggests some individuals were up to 70% larger than known</a:t>
            </a:r>
          </a:p>
          <a:p>
            <a:pPr>
              <a:defRPr sz="1600"/>
            </a:pPr>
            <a:r>
              <a:rPr dirty="0"/>
              <a:t>Rare giants could take millennia to uncover</a:t>
            </a:r>
          </a:p>
        </p:txBody>
      </p:sp>
      <p:pic>
        <p:nvPicPr>
          <p:cNvPr id="5" name="Picture 4" descr="Skeleton of T. rex" title="Giants Yet to Be Foun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743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937760"/>
            <a:ext cx="9144000" cy="91440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FF"/>
                </a:solidFill>
              </a:defRPr>
            </a:pPr>
            <a:r>
              <a:rPr>
                <a:hlinkClick r:id="rId3"/>
              </a:rPr>
              <a:t>[1]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Flapping Tracks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799"/>
            <a:ext cx="424313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600"/>
            </a:pPr>
            <a:r>
              <a:rPr dirty="0"/>
              <a:t>South Korean trackway shows a dinosaur flapping its wings while running</a:t>
            </a:r>
          </a:p>
          <a:p>
            <a:pPr>
              <a:defRPr sz="1600"/>
            </a:pPr>
            <a:r>
              <a:rPr dirty="0"/>
              <a:t>Likely made by a two-toed Microraptor moving at high speed</a:t>
            </a:r>
          </a:p>
          <a:p>
            <a:pPr>
              <a:defRPr sz="1600"/>
            </a:pPr>
            <a:r>
              <a:rPr dirty="0"/>
              <a:t>Flapping wings helped speed beyond leg power</a:t>
            </a:r>
          </a:p>
        </p:txBody>
      </p:sp>
      <p:pic>
        <p:nvPicPr>
          <p:cNvPr id="5" name="Picture 4" descr="Illustration of Microraptor" title="Flapping Tracks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743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937760"/>
            <a:ext cx="9144000" cy="91440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FF"/>
                </a:solidFill>
              </a:defRPr>
            </a:pPr>
            <a:r>
              <a:rPr>
                <a:hlinkClick r:id="rId3"/>
              </a:rPr>
              <a:t>[1]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Intimidating Stegosaurs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799"/>
            <a:ext cx="411480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600"/>
            </a:pPr>
            <a:r>
              <a:rPr dirty="0"/>
              <a:t>Spiky tails of stegosaurs used more for intimidation than impaling</a:t>
            </a:r>
          </a:p>
          <a:p>
            <a:pPr>
              <a:defRPr sz="1600"/>
            </a:pPr>
            <a:r>
              <a:rPr dirty="0"/>
              <a:t>Study of </a:t>
            </a:r>
            <a:r>
              <a:rPr dirty="0" err="1"/>
              <a:t>Miragaia</a:t>
            </a:r>
            <a:r>
              <a:rPr dirty="0"/>
              <a:t> shows tails ill-suited for piercing impacts</a:t>
            </a:r>
          </a:p>
          <a:p>
            <a:pPr>
              <a:defRPr sz="1600"/>
            </a:pPr>
            <a:r>
              <a:rPr dirty="0"/>
              <a:t>Predators likely driven off by fear rather than wounds</a:t>
            </a:r>
          </a:p>
        </p:txBody>
      </p:sp>
      <p:pic>
        <p:nvPicPr>
          <p:cNvPr id="5" name="Picture 4" descr="Skeleton of Stegosaurus" title="Intimidating Stegosaurs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2743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937760"/>
            <a:ext cx="9144000" cy="91440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FF"/>
                </a:solidFill>
              </a:defRPr>
            </a:pPr>
            <a:r>
              <a:rPr>
                <a:hlinkClick r:id="rId3"/>
              </a:rPr>
              <a:t>[1]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600"/>
            </a:pPr>
            <a:r>
              <a:t>Fossil discoveries continue to reshape our understanding of dinosaur life</a:t>
            </a:r>
          </a:p>
          <a:p>
            <a:pPr>
              <a:defRPr sz="1600"/>
            </a:pPr>
            <a:r>
              <a:t>Behavioural insights reveal surprising adaptations and strategies</a:t>
            </a:r>
          </a:p>
          <a:p>
            <a:pPr>
              <a:defRPr sz="1600"/>
            </a:pPr>
            <a:r>
              <a:t>Continued exploration may uncover giants and new species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FF"/>
                </a:solidFill>
              </a:defRPr>
            </a:pPr>
            <a:r>
              <a:rPr>
                <a:hlinkClick r:id="rId2"/>
              </a:rPr>
              <a:t>[1] </a:t>
            </a:r>
            <a:r>
              <a:rPr>
                <a:hlinkClick r:id="rId3"/>
              </a:rPr>
              <a:t>[2] </a:t>
            </a:r>
            <a:r>
              <a:rPr>
                <a:hlinkClick r:id="rId4"/>
              </a:rPr>
              <a:t>[3]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154</Words>
  <Application>Microsoft Macintosh PowerPoint</Application>
  <PresentationFormat>On-screen Show (16:9)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Top Dinosaur Discoveries of 2024</vt:lpstr>
      <vt:lpstr>PowerPoint Presentation</vt:lpstr>
      <vt:lpstr>PowerPoint Presentation</vt:lpstr>
      <vt:lpstr>PowerPoint Presentation</vt:lpstr>
      <vt:lpstr>Conclusion &amp; Outlook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3</cp:revision>
  <dcterms:created xsi:type="dcterms:W3CDTF">2013-01-27T09:14:16Z</dcterms:created>
  <dcterms:modified xsi:type="dcterms:W3CDTF">2025-10-07T05:40:14Z</dcterms:modified>
  <cp:category/>
</cp:coreProperties>
</file>