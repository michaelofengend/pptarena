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60"/>
    <p:restoredTop sz="59726"/>
  </p:normalViewPr>
  <p:slideViewPr>
    <p:cSldViewPr snapToGrid="0" snapToObjects="1">
      <p:cViewPr varScale="1">
        <p:scale>
          <a:sx n="73" d="100"/>
          <a:sy n="73" d="100"/>
        </p:scale>
        <p:origin x="136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CC9370-1A7E-4B91-81FF-E07AD4174FD4}"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281B184C-607E-4B39-AF22-C96B001544DF}">
      <dgm:prSet/>
      <dgm:spPr/>
      <dgm:t>
        <a:bodyPr/>
        <a:lstStyle/>
        <a:p>
          <a:r>
            <a:rPr lang="en-US"/>
            <a:t>Eight planets orbit a central star—the Sun.</a:t>
          </a:r>
        </a:p>
      </dgm:t>
    </dgm:pt>
    <dgm:pt modelId="{14A6DAEF-C8AF-4F62-9EB9-3B0457D74B2E}" type="parTrans" cxnId="{CFA5875C-0C96-4433-BCAB-45FF1B4517C8}">
      <dgm:prSet/>
      <dgm:spPr/>
      <dgm:t>
        <a:bodyPr/>
        <a:lstStyle/>
        <a:p>
          <a:endParaRPr lang="en-US"/>
        </a:p>
      </dgm:t>
    </dgm:pt>
    <dgm:pt modelId="{3A59874B-4DC0-41FB-B9BC-3CCA09889EA6}" type="sibTrans" cxnId="{CFA5875C-0C96-4433-BCAB-45FF1B4517C8}">
      <dgm:prSet/>
      <dgm:spPr/>
      <dgm:t>
        <a:bodyPr/>
        <a:lstStyle/>
        <a:p>
          <a:endParaRPr lang="en-US"/>
        </a:p>
      </dgm:t>
    </dgm:pt>
    <dgm:pt modelId="{682BA719-357D-42FA-B492-59B5CB4639EA}">
      <dgm:prSet/>
      <dgm:spPr/>
      <dgm:t>
        <a:bodyPr/>
        <a:lstStyle/>
        <a:p>
          <a:r>
            <a:rPr lang="en-US"/>
            <a:t>Inner planets are small, rocky worlds.</a:t>
          </a:r>
        </a:p>
      </dgm:t>
    </dgm:pt>
    <dgm:pt modelId="{55298D60-87BD-42ED-AAE0-AD7972200F21}" type="parTrans" cxnId="{FF3666A6-F88A-4365-A7F4-DA2A82DA483D}">
      <dgm:prSet/>
      <dgm:spPr/>
      <dgm:t>
        <a:bodyPr/>
        <a:lstStyle/>
        <a:p>
          <a:endParaRPr lang="en-US"/>
        </a:p>
      </dgm:t>
    </dgm:pt>
    <dgm:pt modelId="{9AEC5407-7601-4B05-A127-0BF738E41CED}" type="sibTrans" cxnId="{FF3666A6-F88A-4365-A7F4-DA2A82DA483D}">
      <dgm:prSet/>
      <dgm:spPr/>
      <dgm:t>
        <a:bodyPr/>
        <a:lstStyle/>
        <a:p>
          <a:endParaRPr lang="en-US"/>
        </a:p>
      </dgm:t>
    </dgm:pt>
    <dgm:pt modelId="{2B1430BC-AEC5-4994-8F7C-8C8690C1A093}">
      <dgm:prSet/>
      <dgm:spPr/>
      <dgm:t>
        <a:bodyPr/>
        <a:lstStyle/>
        <a:p>
          <a:r>
            <a:rPr lang="en-US"/>
            <a:t>Outer planets are gas/ice giants with ring systems.</a:t>
          </a:r>
        </a:p>
      </dgm:t>
    </dgm:pt>
    <dgm:pt modelId="{5A7B8FAD-7F29-4FC8-96BB-497B8AABFC4E}" type="parTrans" cxnId="{0BDCB48B-A642-478C-AFE0-CE9AF598BA5D}">
      <dgm:prSet/>
      <dgm:spPr/>
      <dgm:t>
        <a:bodyPr/>
        <a:lstStyle/>
        <a:p>
          <a:endParaRPr lang="en-US"/>
        </a:p>
      </dgm:t>
    </dgm:pt>
    <dgm:pt modelId="{8EBFC14D-E7FA-4099-841D-4F2DE874B60C}" type="sibTrans" cxnId="{0BDCB48B-A642-478C-AFE0-CE9AF598BA5D}">
      <dgm:prSet/>
      <dgm:spPr/>
      <dgm:t>
        <a:bodyPr/>
        <a:lstStyle/>
        <a:p>
          <a:endParaRPr lang="en-US"/>
        </a:p>
      </dgm:t>
    </dgm:pt>
    <dgm:pt modelId="{6CBC79D6-89A3-436A-B3F7-AB753B604592}">
      <dgm:prSet/>
      <dgm:spPr/>
      <dgm:t>
        <a:bodyPr/>
        <a:lstStyle/>
        <a:p>
          <a:r>
            <a:rPr lang="en-US"/>
            <a:t>Asteroids, comets, and dwarf planets also populate our system.</a:t>
          </a:r>
        </a:p>
      </dgm:t>
    </dgm:pt>
    <dgm:pt modelId="{1BAB47F8-0AAB-4C42-B23D-573C031E0F8B}" type="parTrans" cxnId="{13A989C4-9F52-43BA-9EDF-FC4F5B55E253}">
      <dgm:prSet/>
      <dgm:spPr/>
      <dgm:t>
        <a:bodyPr/>
        <a:lstStyle/>
        <a:p>
          <a:endParaRPr lang="en-US"/>
        </a:p>
      </dgm:t>
    </dgm:pt>
    <dgm:pt modelId="{A58FBA62-9B20-457D-AF5C-CBF4C6DBEE35}" type="sibTrans" cxnId="{13A989C4-9F52-43BA-9EDF-FC4F5B55E253}">
      <dgm:prSet/>
      <dgm:spPr/>
      <dgm:t>
        <a:bodyPr/>
        <a:lstStyle/>
        <a:p>
          <a:endParaRPr lang="en-US"/>
        </a:p>
      </dgm:t>
    </dgm:pt>
    <dgm:pt modelId="{94EBAB26-9DE0-C844-8282-3B679B644126}" type="pres">
      <dgm:prSet presAssocID="{A6CC9370-1A7E-4B91-81FF-E07AD4174FD4}" presName="vert0" presStyleCnt="0">
        <dgm:presLayoutVars>
          <dgm:dir/>
          <dgm:animOne val="branch"/>
          <dgm:animLvl val="lvl"/>
        </dgm:presLayoutVars>
      </dgm:prSet>
      <dgm:spPr/>
    </dgm:pt>
    <dgm:pt modelId="{0A206302-B296-B247-8D08-4F5CD4FE7911}" type="pres">
      <dgm:prSet presAssocID="{281B184C-607E-4B39-AF22-C96B001544DF}" presName="thickLine" presStyleLbl="alignNode1" presStyleIdx="0" presStyleCnt="4"/>
      <dgm:spPr/>
    </dgm:pt>
    <dgm:pt modelId="{72C589D6-81AA-8F4F-B86C-BA28ED07218D}" type="pres">
      <dgm:prSet presAssocID="{281B184C-607E-4B39-AF22-C96B001544DF}" presName="horz1" presStyleCnt="0"/>
      <dgm:spPr/>
    </dgm:pt>
    <dgm:pt modelId="{178AFF76-3455-E64D-98B3-B0A9AE3B7D61}" type="pres">
      <dgm:prSet presAssocID="{281B184C-607E-4B39-AF22-C96B001544DF}" presName="tx1" presStyleLbl="revTx" presStyleIdx="0" presStyleCnt="4"/>
      <dgm:spPr/>
    </dgm:pt>
    <dgm:pt modelId="{65D37C5D-DC38-0042-91AC-0F60435D4B26}" type="pres">
      <dgm:prSet presAssocID="{281B184C-607E-4B39-AF22-C96B001544DF}" presName="vert1" presStyleCnt="0"/>
      <dgm:spPr/>
    </dgm:pt>
    <dgm:pt modelId="{7509A9B1-4300-3F42-966E-60D85C7FEF84}" type="pres">
      <dgm:prSet presAssocID="{682BA719-357D-42FA-B492-59B5CB4639EA}" presName="thickLine" presStyleLbl="alignNode1" presStyleIdx="1" presStyleCnt="4"/>
      <dgm:spPr/>
    </dgm:pt>
    <dgm:pt modelId="{824149DF-595D-524A-B927-1F8061638EC2}" type="pres">
      <dgm:prSet presAssocID="{682BA719-357D-42FA-B492-59B5CB4639EA}" presName="horz1" presStyleCnt="0"/>
      <dgm:spPr/>
    </dgm:pt>
    <dgm:pt modelId="{3A2BDEFA-F2DA-3240-A915-BC6380F89599}" type="pres">
      <dgm:prSet presAssocID="{682BA719-357D-42FA-B492-59B5CB4639EA}" presName="tx1" presStyleLbl="revTx" presStyleIdx="1" presStyleCnt="4"/>
      <dgm:spPr/>
    </dgm:pt>
    <dgm:pt modelId="{AFD02F5F-9255-CD47-BF19-55E7C85BF7E8}" type="pres">
      <dgm:prSet presAssocID="{682BA719-357D-42FA-B492-59B5CB4639EA}" presName="vert1" presStyleCnt="0"/>
      <dgm:spPr/>
    </dgm:pt>
    <dgm:pt modelId="{54455F43-8DDB-2D44-8F43-38A1EF279F1E}" type="pres">
      <dgm:prSet presAssocID="{2B1430BC-AEC5-4994-8F7C-8C8690C1A093}" presName="thickLine" presStyleLbl="alignNode1" presStyleIdx="2" presStyleCnt="4"/>
      <dgm:spPr/>
    </dgm:pt>
    <dgm:pt modelId="{82B795BD-1FE9-3347-B3D2-9D2BE274F2FB}" type="pres">
      <dgm:prSet presAssocID="{2B1430BC-AEC5-4994-8F7C-8C8690C1A093}" presName="horz1" presStyleCnt="0"/>
      <dgm:spPr/>
    </dgm:pt>
    <dgm:pt modelId="{136A386E-BE90-BA4D-8C8E-58136B4CDD00}" type="pres">
      <dgm:prSet presAssocID="{2B1430BC-AEC5-4994-8F7C-8C8690C1A093}" presName="tx1" presStyleLbl="revTx" presStyleIdx="2" presStyleCnt="4"/>
      <dgm:spPr/>
    </dgm:pt>
    <dgm:pt modelId="{582408BD-7A23-CD42-8CC5-11A305C91F03}" type="pres">
      <dgm:prSet presAssocID="{2B1430BC-AEC5-4994-8F7C-8C8690C1A093}" presName="vert1" presStyleCnt="0"/>
      <dgm:spPr/>
    </dgm:pt>
    <dgm:pt modelId="{CEABDA03-6EDB-7A43-89F2-D6D9D75AE746}" type="pres">
      <dgm:prSet presAssocID="{6CBC79D6-89A3-436A-B3F7-AB753B604592}" presName="thickLine" presStyleLbl="alignNode1" presStyleIdx="3" presStyleCnt="4"/>
      <dgm:spPr/>
    </dgm:pt>
    <dgm:pt modelId="{1FD4D509-C693-FD47-82BB-B73EE3E08F02}" type="pres">
      <dgm:prSet presAssocID="{6CBC79D6-89A3-436A-B3F7-AB753B604592}" presName="horz1" presStyleCnt="0"/>
      <dgm:spPr/>
    </dgm:pt>
    <dgm:pt modelId="{B39E6C81-A922-8C41-BAEA-24D3185EBE62}" type="pres">
      <dgm:prSet presAssocID="{6CBC79D6-89A3-436A-B3F7-AB753B604592}" presName="tx1" presStyleLbl="revTx" presStyleIdx="3" presStyleCnt="4"/>
      <dgm:spPr/>
    </dgm:pt>
    <dgm:pt modelId="{FD336363-41E5-5541-83DB-5D0EDE6FF986}" type="pres">
      <dgm:prSet presAssocID="{6CBC79D6-89A3-436A-B3F7-AB753B604592}" presName="vert1" presStyleCnt="0"/>
      <dgm:spPr/>
    </dgm:pt>
  </dgm:ptLst>
  <dgm:cxnLst>
    <dgm:cxn modelId="{42D0A356-33C7-0B44-893F-59AC46636689}" type="presOf" srcId="{A6CC9370-1A7E-4B91-81FF-E07AD4174FD4}" destId="{94EBAB26-9DE0-C844-8282-3B679B644126}" srcOrd="0" destOrd="0" presId="urn:microsoft.com/office/officeart/2008/layout/LinedList"/>
    <dgm:cxn modelId="{CFA5875C-0C96-4433-BCAB-45FF1B4517C8}" srcId="{A6CC9370-1A7E-4B91-81FF-E07AD4174FD4}" destId="{281B184C-607E-4B39-AF22-C96B001544DF}" srcOrd="0" destOrd="0" parTransId="{14A6DAEF-C8AF-4F62-9EB9-3B0457D74B2E}" sibTransId="{3A59874B-4DC0-41FB-B9BC-3CCA09889EA6}"/>
    <dgm:cxn modelId="{0BDCB48B-A642-478C-AFE0-CE9AF598BA5D}" srcId="{A6CC9370-1A7E-4B91-81FF-E07AD4174FD4}" destId="{2B1430BC-AEC5-4994-8F7C-8C8690C1A093}" srcOrd="2" destOrd="0" parTransId="{5A7B8FAD-7F29-4FC8-96BB-497B8AABFC4E}" sibTransId="{8EBFC14D-E7FA-4099-841D-4F2DE874B60C}"/>
    <dgm:cxn modelId="{A14B629F-D532-2349-88FE-E24DC80AF45D}" type="presOf" srcId="{6CBC79D6-89A3-436A-B3F7-AB753B604592}" destId="{B39E6C81-A922-8C41-BAEA-24D3185EBE62}" srcOrd="0" destOrd="0" presId="urn:microsoft.com/office/officeart/2008/layout/LinedList"/>
    <dgm:cxn modelId="{72B032A0-456B-D248-A2F8-BBC589C8B6ED}" type="presOf" srcId="{281B184C-607E-4B39-AF22-C96B001544DF}" destId="{178AFF76-3455-E64D-98B3-B0A9AE3B7D61}" srcOrd="0" destOrd="0" presId="urn:microsoft.com/office/officeart/2008/layout/LinedList"/>
    <dgm:cxn modelId="{FF3666A6-F88A-4365-A7F4-DA2A82DA483D}" srcId="{A6CC9370-1A7E-4B91-81FF-E07AD4174FD4}" destId="{682BA719-357D-42FA-B492-59B5CB4639EA}" srcOrd="1" destOrd="0" parTransId="{55298D60-87BD-42ED-AAE0-AD7972200F21}" sibTransId="{9AEC5407-7601-4B05-A127-0BF738E41CED}"/>
    <dgm:cxn modelId="{67D764BE-3435-D043-A99D-B0ADC7B10784}" type="presOf" srcId="{682BA719-357D-42FA-B492-59B5CB4639EA}" destId="{3A2BDEFA-F2DA-3240-A915-BC6380F89599}" srcOrd="0" destOrd="0" presId="urn:microsoft.com/office/officeart/2008/layout/LinedList"/>
    <dgm:cxn modelId="{13A989C4-9F52-43BA-9EDF-FC4F5B55E253}" srcId="{A6CC9370-1A7E-4B91-81FF-E07AD4174FD4}" destId="{6CBC79D6-89A3-436A-B3F7-AB753B604592}" srcOrd="3" destOrd="0" parTransId="{1BAB47F8-0AAB-4C42-B23D-573C031E0F8B}" sibTransId="{A58FBA62-9B20-457D-AF5C-CBF4C6DBEE35}"/>
    <dgm:cxn modelId="{60F47FFA-C57B-124D-8837-F00C331A4F94}" type="presOf" srcId="{2B1430BC-AEC5-4994-8F7C-8C8690C1A093}" destId="{136A386E-BE90-BA4D-8C8E-58136B4CDD00}" srcOrd="0" destOrd="0" presId="urn:microsoft.com/office/officeart/2008/layout/LinedList"/>
    <dgm:cxn modelId="{F9AE1672-FE79-9E47-AE1D-DCB617132A08}" type="presParOf" srcId="{94EBAB26-9DE0-C844-8282-3B679B644126}" destId="{0A206302-B296-B247-8D08-4F5CD4FE7911}" srcOrd="0" destOrd="0" presId="urn:microsoft.com/office/officeart/2008/layout/LinedList"/>
    <dgm:cxn modelId="{880C69AC-D01E-BE44-89EE-42488D855B62}" type="presParOf" srcId="{94EBAB26-9DE0-C844-8282-3B679B644126}" destId="{72C589D6-81AA-8F4F-B86C-BA28ED07218D}" srcOrd="1" destOrd="0" presId="urn:microsoft.com/office/officeart/2008/layout/LinedList"/>
    <dgm:cxn modelId="{CC9AFFFD-1F72-3041-9F68-FADECB9E4E81}" type="presParOf" srcId="{72C589D6-81AA-8F4F-B86C-BA28ED07218D}" destId="{178AFF76-3455-E64D-98B3-B0A9AE3B7D61}" srcOrd="0" destOrd="0" presId="urn:microsoft.com/office/officeart/2008/layout/LinedList"/>
    <dgm:cxn modelId="{436ED527-E83F-944A-9EE5-21AB3B6843B2}" type="presParOf" srcId="{72C589D6-81AA-8F4F-B86C-BA28ED07218D}" destId="{65D37C5D-DC38-0042-91AC-0F60435D4B26}" srcOrd="1" destOrd="0" presId="urn:microsoft.com/office/officeart/2008/layout/LinedList"/>
    <dgm:cxn modelId="{87D8DFA9-5CCE-7A43-A336-A6CC99F63F2F}" type="presParOf" srcId="{94EBAB26-9DE0-C844-8282-3B679B644126}" destId="{7509A9B1-4300-3F42-966E-60D85C7FEF84}" srcOrd="2" destOrd="0" presId="urn:microsoft.com/office/officeart/2008/layout/LinedList"/>
    <dgm:cxn modelId="{0B0580E0-0DB8-A344-8C3A-AF7D4076B45C}" type="presParOf" srcId="{94EBAB26-9DE0-C844-8282-3B679B644126}" destId="{824149DF-595D-524A-B927-1F8061638EC2}" srcOrd="3" destOrd="0" presId="urn:microsoft.com/office/officeart/2008/layout/LinedList"/>
    <dgm:cxn modelId="{CA3A39E4-F128-3C44-BC07-B31EB4A19A10}" type="presParOf" srcId="{824149DF-595D-524A-B927-1F8061638EC2}" destId="{3A2BDEFA-F2DA-3240-A915-BC6380F89599}" srcOrd="0" destOrd="0" presId="urn:microsoft.com/office/officeart/2008/layout/LinedList"/>
    <dgm:cxn modelId="{F861B082-65B5-3D4C-B666-A007338C241C}" type="presParOf" srcId="{824149DF-595D-524A-B927-1F8061638EC2}" destId="{AFD02F5F-9255-CD47-BF19-55E7C85BF7E8}" srcOrd="1" destOrd="0" presId="urn:microsoft.com/office/officeart/2008/layout/LinedList"/>
    <dgm:cxn modelId="{87980372-6DEB-1442-80B2-3AA0307EB2B9}" type="presParOf" srcId="{94EBAB26-9DE0-C844-8282-3B679B644126}" destId="{54455F43-8DDB-2D44-8F43-38A1EF279F1E}" srcOrd="4" destOrd="0" presId="urn:microsoft.com/office/officeart/2008/layout/LinedList"/>
    <dgm:cxn modelId="{10BAECD4-6E52-F74E-9DC0-B1DE2FF196AA}" type="presParOf" srcId="{94EBAB26-9DE0-C844-8282-3B679B644126}" destId="{82B795BD-1FE9-3347-B3D2-9D2BE274F2FB}" srcOrd="5" destOrd="0" presId="urn:microsoft.com/office/officeart/2008/layout/LinedList"/>
    <dgm:cxn modelId="{5CA2454F-2583-174E-8999-F065ABC2E563}" type="presParOf" srcId="{82B795BD-1FE9-3347-B3D2-9D2BE274F2FB}" destId="{136A386E-BE90-BA4D-8C8E-58136B4CDD00}" srcOrd="0" destOrd="0" presId="urn:microsoft.com/office/officeart/2008/layout/LinedList"/>
    <dgm:cxn modelId="{71CD11C5-6A65-4C47-94CE-ACF26C7B3BDC}" type="presParOf" srcId="{82B795BD-1FE9-3347-B3D2-9D2BE274F2FB}" destId="{582408BD-7A23-CD42-8CC5-11A305C91F03}" srcOrd="1" destOrd="0" presId="urn:microsoft.com/office/officeart/2008/layout/LinedList"/>
    <dgm:cxn modelId="{EBCB355A-68C7-4344-AA16-7A570C25C7F7}" type="presParOf" srcId="{94EBAB26-9DE0-C844-8282-3B679B644126}" destId="{CEABDA03-6EDB-7A43-89F2-D6D9D75AE746}" srcOrd="6" destOrd="0" presId="urn:microsoft.com/office/officeart/2008/layout/LinedList"/>
    <dgm:cxn modelId="{B52E028F-D0E9-7C46-94E6-C25C937D4C33}" type="presParOf" srcId="{94EBAB26-9DE0-C844-8282-3B679B644126}" destId="{1FD4D509-C693-FD47-82BB-B73EE3E08F02}" srcOrd="7" destOrd="0" presId="urn:microsoft.com/office/officeart/2008/layout/LinedList"/>
    <dgm:cxn modelId="{309C0940-03FC-2541-A890-310F2B77423C}" type="presParOf" srcId="{1FD4D509-C693-FD47-82BB-B73EE3E08F02}" destId="{B39E6C81-A922-8C41-BAEA-24D3185EBE62}" srcOrd="0" destOrd="0" presId="urn:microsoft.com/office/officeart/2008/layout/LinedList"/>
    <dgm:cxn modelId="{40BFF6E1-927A-2345-B806-EF80E026370D}" type="presParOf" srcId="{1FD4D509-C693-FD47-82BB-B73EE3E08F02}" destId="{FD336363-41E5-5541-83DB-5D0EDE6FF98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D4ACF8-B138-4B9E-9F84-200946687554}"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47BAF534-4789-412D-86A4-31D43BFC3A3A}">
      <dgm:prSet/>
      <dgm:spPr/>
      <dgm:t>
        <a:bodyPr/>
        <a:lstStyle/>
        <a:p>
          <a:r>
            <a:rPr lang="en-US"/>
            <a:t>Jupiter: largest; gas giant with Great Red Spot.</a:t>
          </a:r>
        </a:p>
      </dgm:t>
    </dgm:pt>
    <dgm:pt modelId="{2CF1F2DE-5C05-4571-93E7-06523C413005}" type="parTrans" cxnId="{16865E07-326E-4C77-BA76-2523177812E4}">
      <dgm:prSet/>
      <dgm:spPr/>
      <dgm:t>
        <a:bodyPr/>
        <a:lstStyle/>
        <a:p>
          <a:endParaRPr lang="en-US"/>
        </a:p>
      </dgm:t>
    </dgm:pt>
    <dgm:pt modelId="{8016FEA3-8FFC-499F-95AD-72DA1BAF327D}" type="sibTrans" cxnId="{16865E07-326E-4C77-BA76-2523177812E4}">
      <dgm:prSet/>
      <dgm:spPr/>
      <dgm:t>
        <a:bodyPr/>
        <a:lstStyle/>
        <a:p>
          <a:endParaRPr lang="en-US"/>
        </a:p>
      </dgm:t>
    </dgm:pt>
    <dgm:pt modelId="{F1696C1F-552F-4C05-9B80-009E805E59FF}">
      <dgm:prSet/>
      <dgm:spPr/>
      <dgm:t>
        <a:bodyPr/>
        <a:lstStyle/>
        <a:p>
          <a:r>
            <a:rPr lang="en-US"/>
            <a:t>Saturn: gas giant with prominent rings.</a:t>
          </a:r>
        </a:p>
      </dgm:t>
    </dgm:pt>
    <dgm:pt modelId="{1844BBCB-D5A7-429F-B858-5CE5D207AF7E}" type="parTrans" cxnId="{77EF509A-7E5C-4B36-9A89-A652660B6430}">
      <dgm:prSet/>
      <dgm:spPr/>
      <dgm:t>
        <a:bodyPr/>
        <a:lstStyle/>
        <a:p>
          <a:endParaRPr lang="en-US"/>
        </a:p>
      </dgm:t>
    </dgm:pt>
    <dgm:pt modelId="{EB79D52C-FA20-4C20-8858-DF20ED7C129D}" type="sibTrans" cxnId="{77EF509A-7E5C-4B36-9A89-A652660B6430}">
      <dgm:prSet/>
      <dgm:spPr/>
      <dgm:t>
        <a:bodyPr/>
        <a:lstStyle/>
        <a:p>
          <a:endParaRPr lang="en-US"/>
        </a:p>
      </dgm:t>
    </dgm:pt>
    <dgm:pt modelId="{9F43609C-56A9-43DF-BD49-35D4F1417E06}">
      <dgm:prSet/>
      <dgm:spPr/>
      <dgm:t>
        <a:bodyPr/>
        <a:lstStyle/>
        <a:p>
          <a:r>
            <a:rPr lang="en-US"/>
            <a:t>Uranus: ice giant; rotates on its side; methane-rich atmosphere.</a:t>
          </a:r>
        </a:p>
      </dgm:t>
    </dgm:pt>
    <dgm:pt modelId="{C2BBDFF9-260C-496C-84C1-8024C7262C5C}" type="parTrans" cxnId="{AFE277AD-06D5-4429-ACBD-10C235C6EBD3}">
      <dgm:prSet/>
      <dgm:spPr/>
      <dgm:t>
        <a:bodyPr/>
        <a:lstStyle/>
        <a:p>
          <a:endParaRPr lang="en-US"/>
        </a:p>
      </dgm:t>
    </dgm:pt>
    <dgm:pt modelId="{7B5A4377-568A-4B45-95CC-A2509828CA49}" type="sibTrans" cxnId="{AFE277AD-06D5-4429-ACBD-10C235C6EBD3}">
      <dgm:prSet/>
      <dgm:spPr/>
      <dgm:t>
        <a:bodyPr/>
        <a:lstStyle/>
        <a:p>
          <a:endParaRPr lang="en-US"/>
        </a:p>
      </dgm:t>
    </dgm:pt>
    <dgm:pt modelId="{6827E819-EE94-4C7D-8748-F0C7C88D58F1}">
      <dgm:prSet/>
      <dgm:spPr/>
      <dgm:t>
        <a:bodyPr/>
        <a:lstStyle/>
        <a:p>
          <a:r>
            <a:rPr lang="en-US"/>
            <a:t>Neptune: ice giant; intense winds; deep blue color.</a:t>
          </a:r>
        </a:p>
      </dgm:t>
    </dgm:pt>
    <dgm:pt modelId="{9362EC63-55F3-46E1-BF0C-F6C281E192A6}" type="parTrans" cxnId="{84EC7DB6-FB25-4699-8B16-5E37841F933E}">
      <dgm:prSet/>
      <dgm:spPr/>
      <dgm:t>
        <a:bodyPr/>
        <a:lstStyle/>
        <a:p>
          <a:endParaRPr lang="en-US"/>
        </a:p>
      </dgm:t>
    </dgm:pt>
    <dgm:pt modelId="{0563D180-2C92-4F3D-A933-875C570AB6D1}" type="sibTrans" cxnId="{84EC7DB6-FB25-4699-8B16-5E37841F933E}">
      <dgm:prSet/>
      <dgm:spPr/>
      <dgm:t>
        <a:bodyPr/>
        <a:lstStyle/>
        <a:p>
          <a:endParaRPr lang="en-US"/>
        </a:p>
      </dgm:t>
    </dgm:pt>
    <dgm:pt modelId="{FC79CFA0-7AB8-5C4C-92C5-5A05B6D80FDF}" type="pres">
      <dgm:prSet presAssocID="{7AD4ACF8-B138-4B9E-9F84-200946687554}" presName="vert0" presStyleCnt="0">
        <dgm:presLayoutVars>
          <dgm:dir/>
          <dgm:animOne val="branch"/>
          <dgm:animLvl val="lvl"/>
        </dgm:presLayoutVars>
      </dgm:prSet>
      <dgm:spPr/>
    </dgm:pt>
    <dgm:pt modelId="{F6B26802-17D7-8A40-9272-DCB9EFB1B365}" type="pres">
      <dgm:prSet presAssocID="{47BAF534-4789-412D-86A4-31D43BFC3A3A}" presName="thickLine" presStyleLbl="alignNode1" presStyleIdx="0" presStyleCnt="4"/>
      <dgm:spPr/>
    </dgm:pt>
    <dgm:pt modelId="{3D9EC01F-DAE9-9D45-AEFE-CB1BA590F797}" type="pres">
      <dgm:prSet presAssocID="{47BAF534-4789-412D-86A4-31D43BFC3A3A}" presName="horz1" presStyleCnt="0"/>
      <dgm:spPr/>
    </dgm:pt>
    <dgm:pt modelId="{9BA53C34-9E27-D441-AB0E-A6A19301133A}" type="pres">
      <dgm:prSet presAssocID="{47BAF534-4789-412D-86A4-31D43BFC3A3A}" presName="tx1" presStyleLbl="revTx" presStyleIdx="0" presStyleCnt="4"/>
      <dgm:spPr/>
    </dgm:pt>
    <dgm:pt modelId="{324B49F9-4A33-BA46-B722-D7686D4686A5}" type="pres">
      <dgm:prSet presAssocID="{47BAF534-4789-412D-86A4-31D43BFC3A3A}" presName="vert1" presStyleCnt="0"/>
      <dgm:spPr/>
    </dgm:pt>
    <dgm:pt modelId="{DA7F9A55-DAC6-B342-A75D-0FA042E9D719}" type="pres">
      <dgm:prSet presAssocID="{F1696C1F-552F-4C05-9B80-009E805E59FF}" presName="thickLine" presStyleLbl="alignNode1" presStyleIdx="1" presStyleCnt="4"/>
      <dgm:spPr/>
    </dgm:pt>
    <dgm:pt modelId="{8A0E397A-60DB-0240-B099-607BEFDDCF17}" type="pres">
      <dgm:prSet presAssocID="{F1696C1F-552F-4C05-9B80-009E805E59FF}" presName="horz1" presStyleCnt="0"/>
      <dgm:spPr/>
    </dgm:pt>
    <dgm:pt modelId="{DE82F456-47EA-314D-9E47-D44D7C77495B}" type="pres">
      <dgm:prSet presAssocID="{F1696C1F-552F-4C05-9B80-009E805E59FF}" presName="tx1" presStyleLbl="revTx" presStyleIdx="1" presStyleCnt="4"/>
      <dgm:spPr/>
    </dgm:pt>
    <dgm:pt modelId="{EB0FE9BB-066B-C840-BB79-8D8A3D20F9DB}" type="pres">
      <dgm:prSet presAssocID="{F1696C1F-552F-4C05-9B80-009E805E59FF}" presName="vert1" presStyleCnt="0"/>
      <dgm:spPr/>
    </dgm:pt>
    <dgm:pt modelId="{7F905DAB-9BD2-074D-9D87-5E0EA961C0E0}" type="pres">
      <dgm:prSet presAssocID="{9F43609C-56A9-43DF-BD49-35D4F1417E06}" presName="thickLine" presStyleLbl="alignNode1" presStyleIdx="2" presStyleCnt="4"/>
      <dgm:spPr/>
    </dgm:pt>
    <dgm:pt modelId="{1F042477-C696-D940-8A19-E8113859E392}" type="pres">
      <dgm:prSet presAssocID="{9F43609C-56A9-43DF-BD49-35D4F1417E06}" presName="horz1" presStyleCnt="0"/>
      <dgm:spPr/>
    </dgm:pt>
    <dgm:pt modelId="{8890D7CA-5D73-2B43-9223-15B604CF8892}" type="pres">
      <dgm:prSet presAssocID="{9F43609C-56A9-43DF-BD49-35D4F1417E06}" presName="tx1" presStyleLbl="revTx" presStyleIdx="2" presStyleCnt="4"/>
      <dgm:spPr/>
    </dgm:pt>
    <dgm:pt modelId="{9D5BCCED-5D63-6C4B-907E-B3FB377AA618}" type="pres">
      <dgm:prSet presAssocID="{9F43609C-56A9-43DF-BD49-35D4F1417E06}" presName="vert1" presStyleCnt="0"/>
      <dgm:spPr/>
    </dgm:pt>
    <dgm:pt modelId="{5CD0D0B0-9650-DB4B-BC82-5ED319CF57C0}" type="pres">
      <dgm:prSet presAssocID="{6827E819-EE94-4C7D-8748-F0C7C88D58F1}" presName="thickLine" presStyleLbl="alignNode1" presStyleIdx="3" presStyleCnt="4"/>
      <dgm:spPr/>
    </dgm:pt>
    <dgm:pt modelId="{CF1AAA37-2E9E-B246-A855-335AA9E019A2}" type="pres">
      <dgm:prSet presAssocID="{6827E819-EE94-4C7D-8748-F0C7C88D58F1}" presName="horz1" presStyleCnt="0"/>
      <dgm:spPr/>
    </dgm:pt>
    <dgm:pt modelId="{FF1940B1-717B-6341-A729-68C8CC708A70}" type="pres">
      <dgm:prSet presAssocID="{6827E819-EE94-4C7D-8748-F0C7C88D58F1}" presName="tx1" presStyleLbl="revTx" presStyleIdx="3" presStyleCnt="4"/>
      <dgm:spPr/>
    </dgm:pt>
    <dgm:pt modelId="{7366A730-C059-BC4E-AB21-AE1DAB3E7F49}" type="pres">
      <dgm:prSet presAssocID="{6827E819-EE94-4C7D-8748-F0C7C88D58F1}" presName="vert1" presStyleCnt="0"/>
      <dgm:spPr/>
    </dgm:pt>
  </dgm:ptLst>
  <dgm:cxnLst>
    <dgm:cxn modelId="{16865E07-326E-4C77-BA76-2523177812E4}" srcId="{7AD4ACF8-B138-4B9E-9F84-200946687554}" destId="{47BAF534-4789-412D-86A4-31D43BFC3A3A}" srcOrd="0" destOrd="0" parTransId="{2CF1F2DE-5C05-4571-93E7-06523C413005}" sibTransId="{8016FEA3-8FFC-499F-95AD-72DA1BAF327D}"/>
    <dgm:cxn modelId="{FC68AC20-5589-BC40-AFF5-4AFB7FA5B70A}" type="presOf" srcId="{47BAF534-4789-412D-86A4-31D43BFC3A3A}" destId="{9BA53C34-9E27-D441-AB0E-A6A19301133A}" srcOrd="0" destOrd="0" presId="urn:microsoft.com/office/officeart/2008/layout/LinedList"/>
    <dgm:cxn modelId="{73D50D3F-862C-8F4D-B612-4C5348D2A763}" type="presOf" srcId="{7AD4ACF8-B138-4B9E-9F84-200946687554}" destId="{FC79CFA0-7AB8-5C4C-92C5-5A05B6D80FDF}" srcOrd="0" destOrd="0" presId="urn:microsoft.com/office/officeart/2008/layout/LinedList"/>
    <dgm:cxn modelId="{22D2BA5F-44E2-474F-BD29-C3E7AB46D854}" type="presOf" srcId="{9F43609C-56A9-43DF-BD49-35D4F1417E06}" destId="{8890D7CA-5D73-2B43-9223-15B604CF8892}" srcOrd="0" destOrd="0" presId="urn:microsoft.com/office/officeart/2008/layout/LinedList"/>
    <dgm:cxn modelId="{8B5B2D99-D6B7-2449-A2B9-4AAC8FEA9F68}" type="presOf" srcId="{F1696C1F-552F-4C05-9B80-009E805E59FF}" destId="{DE82F456-47EA-314D-9E47-D44D7C77495B}" srcOrd="0" destOrd="0" presId="urn:microsoft.com/office/officeart/2008/layout/LinedList"/>
    <dgm:cxn modelId="{77EF509A-7E5C-4B36-9A89-A652660B6430}" srcId="{7AD4ACF8-B138-4B9E-9F84-200946687554}" destId="{F1696C1F-552F-4C05-9B80-009E805E59FF}" srcOrd="1" destOrd="0" parTransId="{1844BBCB-D5A7-429F-B858-5CE5D207AF7E}" sibTransId="{EB79D52C-FA20-4C20-8858-DF20ED7C129D}"/>
    <dgm:cxn modelId="{AFE277AD-06D5-4429-ACBD-10C235C6EBD3}" srcId="{7AD4ACF8-B138-4B9E-9F84-200946687554}" destId="{9F43609C-56A9-43DF-BD49-35D4F1417E06}" srcOrd="2" destOrd="0" parTransId="{C2BBDFF9-260C-496C-84C1-8024C7262C5C}" sibTransId="{7B5A4377-568A-4B45-95CC-A2509828CA49}"/>
    <dgm:cxn modelId="{84EC7DB6-FB25-4699-8B16-5E37841F933E}" srcId="{7AD4ACF8-B138-4B9E-9F84-200946687554}" destId="{6827E819-EE94-4C7D-8748-F0C7C88D58F1}" srcOrd="3" destOrd="0" parTransId="{9362EC63-55F3-46E1-BF0C-F6C281E192A6}" sibTransId="{0563D180-2C92-4F3D-A933-875C570AB6D1}"/>
    <dgm:cxn modelId="{646B1EE9-CD93-E84E-9AE5-BA486205F2B1}" type="presOf" srcId="{6827E819-EE94-4C7D-8748-F0C7C88D58F1}" destId="{FF1940B1-717B-6341-A729-68C8CC708A70}" srcOrd="0" destOrd="0" presId="urn:microsoft.com/office/officeart/2008/layout/LinedList"/>
    <dgm:cxn modelId="{2EECAEE9-5DC4-7E49-9839-6F4DD4E4E4B8}" type="presParOf" srcId="{FC79CFA0-7AB8-5C4C-92C5-5A05B6D80FDF}" destId="{F6B26802-17D7-8A40-9272-DCB9EFB1B365}" srcOrd="0" destOrd="0" presId="urn:microsoft.com/office/officeart/2008/layout/LinedList"/>
    <dgm:cxn modelId="{6D173558-ECC0-4842-A73E-DC6C786ACD4D}" type="presParOf" srcId="{FC79CFA0-7AB8-5C4C-92C5-5A05B6D80FDF}" destId="{3D9EC01F-DAE9-9D45-AEFE-CB1BA590F797}" srcOrd="1" destOrd="0" presId="urn:microsoft.com/office/officeart/2008/layout/LinedList"/>
    <dgm:cxn modelId="{F9AAB542-F529-E444-9CB1-4EBB5B62C326}" type="presParOf" srcId="{3D9EC01F-DAE9-9D45-AEFE-CB1BA590F797}" destId="{9BA53C34-9E27-D441-AB0E-A6A19301133A}" srcOrd="0" destOrd="0" presId="urn:microsoft.com/office/officeart/2008/layout/LinedList"/>
    <dgm:cxn modelId="{163A5BE5-0C8E-F843-8D0D-D22A9995D72B}" type="presParOf" srcId="{3D9EC01F-DAE9-9D45-AEFE-CB1BA590F797}" destId="{324B49F9-4A33-BA46-B722-D7686D4686A5}" srcOrd="1" destOrd="0" presId="urn:microsoft.com/office/officeart/2008/layout/LinedList"/>
    <dgm:cxn modelId="{36EE7F44-4F49-6F45-B25A-48252612ACAA}" type="presParOf" srcId="{FC79CFA0-7AB8-5C4C-92C5-5A05B6D80FDF}" destId="{DA7F9A55-DAC6-B342-A75D-0FA042E9D719}" srcOrd="2" destOrd="0" presId="urn:microsoft.com/office/officeart/2008/layout/LinedList"/>
    <dgm:cxn modelId="{EA8DE03B-FB54-BA47-BBEA-AC3FA9688548}" type="presParOf" srcId="{FC79CFA0-7AB8-5C4C-92C5-5A05B6D80FDF}" destId="{8A0E397A-60DB-0240-B099-607BEFDDCF17}" srcOrd="3" destOrd="0" presId="urn:microsoft.com/office/officeart/2008/layout/LinedList"/>
    <dgm:cxn modelId="{6A5D9A49-67B9-284F-980F-427ADC576034}" type="presParOf" srcId="{8A0E397A-60DB-0240-B099-607BEFDDCF17}" destId="{DE82F456-47EA-314D-9E47-D44D7C77495B}" srcOrd="0" destOrd="0" presId="urn:microsoft.com/office/officeart/2008/layout/LinedList"/>
    <dgm:cxn modelId="{AB22C24C-C8F3-6242-A12E-A1271D93E1B9}" type="presParOf" srcId="{8A0E397A-60DB-0240-B099-607BEFDDCF17}" destId="{EB0FE9BB-066B-C840-BB79-8D8A3D20F9DB}" srcOrd="1" destOrd="0" presId="urn:microsoft.com/office/officeart/2008/layout/LinedList"/>
    <dgm:cxn modelId="{7B28ADF1-AB6F-5A45-B5E7-1F7E3B511FFC}" type="presParOf" srcId="{FC79CFA0-7AB8-5C4C-92C5-5A05B6D80FDF}" destId="{7F905DAB-9BD2-074D-9D87-5E0EA961C0E0}" srcOrd="4" destOrd="0" presId="urn:microsoft.com/office/officeart/2008/layout/LinedList"/>
    <dgm:cxn modelId="{4FF34A93-F620-3841-A770-68FC84A08FB8}" type="presParOf" srcId="{FC79CFA0-7AB8-5C4C-92C5-5A05B6D80FDF}" destId="{1F042477-C696-D940-8A19-E8113859E392}" srcOrd="5" destOrd="0" presId="urn:microsoft.com/office/officeart/2008/layout/LinedList"/>
    <dgm:cxn modelId="{42FE4632-9BAD-474D-840A-188966EE0F41}" type="presParOf" srcId="{1F042477-C696-D940-8A19-E8113859E392}" destId="{8890D7CA-5D73-2B43-9223-15B604CF8892}" srcOrd="0" destOrd="0" presId="urn:microsoft.com/office/officeart/2008/layout/LinedList"/>
    <dgm:cxn modelId="{1A8FA799-22A7-A84F-AC32-3499C75BAB9C}" type="presParOf" srcId="{1F042477-C696-D940-8A19-E8113859E392}" destId="{9D5BCCED-5D63-6C4B-907E-B3FB377AA618}" srcOrd="1" destOrd="0" presId="urn:microsoft.com/office/officeart/2008/layout/LinedList"/>
    <dgm:cxn modelId="{088B4C33-DB35-CA40-9EF6-A590A746266D}" type="presParOf" srcId="{FC79CFA0-7AB8-5C4C-92C5-5A05B6D80FDF}" destId="{5CD0D0B0-9650-DB4B-BC82-5ED319CF57C0}" srcOrd="6" destOrd="0" presId="urn:microsoft.com/office/officeart/2008/layout/LinedList"/>
    <dgm:cxn modelId="{6B0B9361-E699-0C4A-BFC7-AE6F22989724}" type="presParOf" srcId="{FC79CFA0-7AB8-5C4C-92C5-5A05B6D80FDF}" destId="{CF1AAA37-2E9E-B246-A855-335AA9E019A2}" srcOrd="7" destOrd="0" presId="urn:microsoft.com/office/officeart/2008/layout/LinedList"/>
    <dgm:cxn modelId="{05BA9DD4-90E2-7B4A-B8B8-D701FA11CD97}" type="presParOf" srcId="{CF1AAA37-2E9E-B246-A855-335AA9E019A2}" destId="{FF1940B1-717B-6341-A729-68C8CC708A70}" srcOrd="0" destOrd="0" presId="urn:microsoft.com/office/officeart/2008/layout/LinedList"/>
    <dgm:cxn modelId="{D28605E6-954E-484B-93B5-332BD7C7B207}" type="presParOf" srcId="{CF1AAA37-2E9E-B246-A855-335AA9E019A2}" destId="{7366A730-C059-BC4E-AB21-AE1DAB3E7F4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704CCAE-5437-4C9B-BB63-259B2358E932}" type="doc">
      <dgm:prSet loTypeId="urn:microsoft.com/office/officeart/2008/layout/LinedList" loCatId="list" qsTypeId="urn:microsoft.com/office/officeart/2005/8/quickstyle/simple1" qsCatId="simple" csTypeId="urn:microsoft.com/office/officeart/2005/8/colors/accent4_2" csCatId="accent4"/>
      <dgm:spPr/>
      <dgm:t>
        <a:bodyPr/>
        <a:lstStyle/>
        <a:p>
          <a:endParaRPr lang="en-US"/>
        </a:p>
      </dgm:t>
    </dgm:pt>
    <dgm:pt modelId="{8A66D104-677A-44C1-BF91-F2EB2107DF44}">
      <dgm:prSet/>
      <dgm:spPr/>
      <dgm:t>
        <a:bodyPr/>
        <a:lstStyle/>
        <a:p>
          <a:r>
            <a:rPr lang="en-US"/>
            <a:t>The Solar System formed about 4.6 billion years ago.</a:t>
          </a:r>
        </a:p>
      </dgm:t>
    </dgm:pt>
    <dgm:pt modelId="{316EE3A2-4B79-4474-BE1D-A794B70424B4}" type="parTrans" cxnId="{070666BA-D981-42A1-8048-FFDF5F616379}">
      <dgm:prSet/>
      <dgm:spPr/>
      <dgm:t>
        <a:bodyPr/>
        <a:lstStyle/>
        <a:p>
          <a:endParaRPr lang="en-US"/>
        </a:p>
      </dgm:t>
    </dgm:pt>
    <dgm:pt modelId="{8BE4EDDE-9316-470F-8EB5-AE20E1F52BEA}" type="sibTrans" cxnId="{070666BA-D981-42A1-8048-FFDF5F616379}">
      <dgm:prSet/>
      <dgm:spPr/>
      <dgm:t>
        <a:bodyPr/>
        <a:lstStyle/>
        <a:p>
          <a:endParaRPr lang="en-US"/>
        </a:p>
      </dgm:t>
    </dgm:pt>
    <dgm:pt modelId="{E479E75D-2804-4AFC-AEC2-1F908A7DBED5}">
      <dgm:prSet/>
      <dgm:spPr/>
      <dgm:t>
        <a:bodyPr/>
        <a:lstStyle/>
        <a:p>
          <a:r>
            <a:rPr lang="en-US"/>
            <a:t>Inner and outer planets differ in composition and size.</a:t>
          </a:r>
        </a:p>
      </dgm:t>
    </dgm:pt>
    <dgm:pt modelId="{0FD2DC2C-3C75-40F9-8953-832A8A3743F3}" type="parTrans" cxnId="{361C2111-9986-4BD7-A053-D16A178E4AD9}">
      <dgm:prSet/>
      <dgm:spPr/>
      <dgm:t>
        <a:bodyPr/>
        <a:lstStyle/>
        <a:p>
          <a:endParaRPr lang="en-US"/>
        </a:p>
      </dgm:t>
    </dgm:pt>
    <dgm:pt modelId="{DF5A94C1-D479-4280-BC5A-CDD7C6AC7E69}" type="sibTrans" cxnId="{361C2111-9986-4BD7-A053-D16A178E4AD9}">
      <dgm:prSet/>
      <dgm:spPr/>
      <dgm:t>
        <a:bodyPr/>
        <a:lstStyle/>
        <a:p>
          <a:endParaRPr lang="en-US"/>
        </a:p>
      </dgm:t>
    </dgm:pt>
    <dgm:pt modelId="{F4CAFF1C-C77D-4F05-9094-336BB4DDFC05}">
      <dgm:prSet/>
      <dgm:spPr/>
      <dgm:t>
        <a:bodyPr/>
        <a:lstStyle/>
        <a:p>
          <a:r>
            <a:rPr lang="en-US"/>
            <a:t>Studying our Solar System provides clues about planetary formation.</a:t>
          </a:r>
        </a:p>
      </dgm:t>
    </dgm:pt>
    <dgm:pt modelId="{DEEE2674-71BE-473B-A301-37B21BAA6EB9}" type="parTrans" cxnId="{24D40C21-0239-4527-BD47-BC643CA81C5A}">
      <dgm:prSet/>
      <dgm:spPr/>
      <dgm:t>
        <a:bodyPr/>
        <a:lstStyle/>
        <a:p>
          <a:endParaRPr lang="en-US"/>
        </a:p>
      </dgm:t>
    </dgm:pt>
    <dgm:pt modelId="{BFB23038-9CFD-478E-8137-D7158F2CF61F}" type="sibTrans" cxnId="{24D40C21-0239-4527-BD47-BC643CA81C5A}">
      <dgm:prSet/>
      <dgm:spPr/>
      <dgm:t>
        <a:bodyPr/>
        <a:lstStyle/>
        <a:p>
          <a:endParaRPr lang="en-US"/>
        </a:p>
      </dgm:t>
    </dgm:pt>
    <dgm:pt modelId="{72CAD1F5-8520-444E-A81A-45D94C4F715E}">
      <dgm:prSet/>
      <dgm:spPr/>
      <dgm:t>
        <a:bodyPr/>
        <a:lstStyle/>
        <a:p>
          <a:r>
            <a:rPr lang="en-US"/>
            <a:t>Continued exploration deepens our understanding of the universe.</a:t>
          </a:r>
        </a:p>
      </dgm:t>
    </dgm:pt>
    <dgm:pt modelId="{626C5BCA-FAB1-492D-AA3A-B63C244FAEA4}" type="parTrans" cxnId="{B07C9529-4462-4F8C-BAB9-F0F3972F9F0F}">
      <dgm:prSet/>
      <dgm:spPr/>
      <dgm:t>
        <a:bodyPr/>
        <a:lstStyle/>
        <a:p>
          <a:endParaRPr lang="en-US"/>
        </a:p>
      </dgm:t>
    </dgm:pt>
    <dgm:pt modelId="{6E1D5746-66E8-44A0-8CE5-40B151CC704E}" type="sibTrans" cxnId="{B07C9529-4462-4F8C-BAB9-F0F3972F9F0F}">
      <dgm:prSet/>
      <dgm:spPr/>
      <dgm:t>
        <a:bodyPr/>
        <a:lstStyle/>
        <a:p>
          <a:endParaRPr lang="en-US"/>
        </a:p>
      </dgm:t>
    </dgm:pt>
    <dgm:pt modelId="{107E6501-EFF2-9348-8B66-402BBC3A2A09}" type="pres">
      <dgm:prSet presAssocID="{4704CCAE-5437-4C9B-BB63-259B2358E932}" presName="vert0" presStyleCnt="0">
        <dgm:presLayoutVars>
          <dgm:dir/>
          <dgm:animOne val="branch"/>
          <dgm:animLvl val="lvl"/>
        </dgm:presLayoutVars>
      </dgm:prSet>
      <dgm:spPr/>
    </dgm:pt>
    <dgm:pt modelId="{72BD59EB-69AE-EF4D-B07C-2FAB7B04FDE3}" type="pres">
      <dgm:prSet presAssocID="{8A66D104-677A-44C1-BF91-F2EB2107DF44}" presName="thickLine" presStyleLbl="alignNode1" presStyleIdx="0" presStyleCnt="4"/>
      <dgm:spPr/>
    </dgm:pt>
    <dgm:pt modelId="{59BB7C63-C396-E947-B1CD-6A85F22BE4B6}" type="pres">
      <dgm:prSet presAssocID="{8A66D104-677A-44C1-BF91-F2EB2107DF44}" presName="horz1" presStyleCnt="0"/>
      <dgm:spPr/>
    </dgm:pt>
    <dgm:pt modelId="{27194471-27CD-5349-BE87-6D443C1B4B87}" type="pres">
      <dgm:prSet presAssocID="{8A66D104-677A-44C1-BF91-F2EB2107DF44}" presName="tx1" presStyleLbl="revTx" presStyleIdx="0" presStyleCnt="4"/>
      <dgm:spPr/>
    </dgm:pt>
    <dgm:pt modelId="{C76DD6FF-8CBE-A34F-80D8-AB4CE1B9D73E}" type="pres">
      <dgm:prSet presAssocID="{8A66D104-677A-44C1-BF91-F2EB2107DF44}" presName="vert1" presStyleCnt="0"/>
      <dgm:spPr/>
    </dgm:pt>
    <dgm:pt modelId="{C78237AA-8AB4-5B4F-AF50-C4BAA2882A25}" type="pres">
      <dgm:prSet presAssocID="{E479E75D-2804-4AFC-AEC2-1F908A7DBED5}" presName="thickLine" presStyleLbl="alignNode1" presStyleIdx="1" presStyleCnt="4"/>
      <dgm:spPr/>
    </dgm:pt>
    <dgm:pt modelId="{5D848164-89D6-BC46-8C48-54CD9B7B8A3D}" type="pres">
      <dgm:prSet presAssocID="{E479E75D-2804-4AFC-AEC2-1F908A7DBED5}" presName="horz1" presStyleCnt="0"/>
      <dgm:spPr/>
    </dgm:pt>
    <dgm:pt modelId="{D72B86A4-85C4-514F-B621-33AE10D3686E}" type="pres">
      <dgm:prSet presAssocID="{E479E75D-2804-4AFC-AEC2-1F908A7DBED5}" presName="tx1" presStyleLbl="revTx" presStyleIdx="1" presStyleCnt="4"/>
      <dgm:spPr/>
    </dgm:pt>
    <dgm:pt modelId="{77D5FCE9-A0E2-734C-B34E-6EC7AA3C8DB1}" type="pres">
      <dgm:prSet presAssocID="{E479E75D-2804-4AFC-AEC2-1F908A7DBED5}" presName="vert1" presStyleCnt="0"/>
      <dgm:spPr/>
    </dgm:pt>
    <dgm:pt modelId="{9301E541-8437-1F44-8347-48D1A65E4069}" type="pres">
      <dgm:prSet presAssocID="{F4CAFF1C-C77D-4F05-9094-336BB4DDFC05}" presName="thickLine" presStyleLbl="alignNode1" presStyleIdx="2" presStyleCnt="4"/>
      <dgm:spPr/>
    </dgm:pt>
    <dgm:pt modelId="{D2905803-6965-CA49-825F-7C0AEE6065A6}" type="pres">
      <dgm:prSet presAssocID="{F4CAFF1C-C77D-4F05-9094-336BB4DDFC05}" presName="horz1" presStyleCnt="0"/>
      <dgm:spPr/>
    </dgm:pt>
    <dgm:pt modelId="{DC7CECAC-7778-0441-BE2E-5168A3912303}" type="pres">
      <dgm:prSet presAssocID="{F4CAFF1C-C77D-4F05-9094-336BB4DDFC05}" presName="tx1" presStyleLbl="revTx" presStyleIdx="2" presStyleCnt="4"/>
      <dgm:spPr/>
    </dgm:pt>
    <dgm:pt modelId="{24F4F7BA-46BB-F644-8840-BAD120E295B8}" type="pres">
      <dgm:prSet presAssocID="{F4CAFF1C-C77D-4F05-9094-336BB4DDFC05}" presName="vert1" presStyleCnt="0"/>
      <dgm:spPr/>
    </dgm:pt>
    <dgm:pt modelId="{E77BF5E0-4AA6-1545-B001-1442C53CCF09}" type="pres">
      <dgm:prSet presAssocID="{72CAD1F5-8520-444E-A81A-45D94C4F715E}" presName="thickLine" presStyleLbl="alignNode1" presStyleIdx="3" presStyleCnt="4"/>
      <dgm:spPr/>
    </dgm:pt>
    <dgm:pt modelId="{68C255B5-AC26-4843-BDFB-07153A49C2BD}" type="pres">
      <dgm:prSet presAssocID="{72CAD1F5-8520-444E-A81A-45D94C4F715E}" presName="horz1" presStyleCnt="0"/>
      <dgm:spPr/>
    </dgm:pt>
    <dgm:pt modelId="{9EEB7E30-82DC-1847-8446-CD01A145B6CA}" type="pres">
      <dgm:prSet presAssocID="{72CAD1F5-8520-444E-A81A-45D94C4F715E}" presName="tx1" presStyleLbl="revTx" presStyleIdx="3" presStyleCnt="4"/>
      <dgm:spPr/>
    </dgm:pt>
    <dgm:pt modelId="{15E74324-4372-874D-A042-C29CC402FEC9}" type="pres">
      <dgm:prSet presAssocID="{72CAD1F5-8520-444E-A81A-45D94C4F715E}" presName="vert1" presStyleCnt="0"/>
      <dgm:spPr/>
    </dgm:pt>
  </dgm:ptLst>
  <dgm:cxnLst>
    <dgm:cxn modelId="{31D8F001-DFD8-8B40-90E3-6E7F2037014D}" type="presOf" srcId="{F4CAFF1C-C77D-4F05-9094-336BB4DDFC05}" destId="{DC7CECAC-7778-0441-BE2E-5168A3912303}" srcOrd="0" destOrd="0" presId="urn:microsoft.com/office/officeart/2008/layout/LinedList"/>
    <dgm:cxn modelId="{31EB7503-1DBC-324C-BC51-468A7872C6B2}" type="presOf" srcId="{E479E75D-2804-4AFC-AEC2-1F908A7DBED5}" destId="{D72B86A4-85C4-514F-B621-33AE10D3686E}" srcOrd="0" destOrd="0" presId="urn:microsoft.com/office/officeart/2008/layout/LinedList"/>
    <dgm:cxn modelId="{361C2111-9986-4BD7-A053-D16A178E4AD9}" srcId="{4704CCAE-5437-4C9B-BB63-259B2358E932}" destId="{E479E75D-2804-4AFC-AEC2-1F908A7DBED5}" srcOrd="1" destOrd="0" parTransId="{0FD2DC2C-3C75-40F9-8953-832A8A3743F3}" sibTransId="{DF5A94C1-D479-4280-BC5A-CDD7C6AC7E69}"/>
    <dgm:cxn modelId="{24D40C21-0239-4527-BD47-BC643CA81C5A}" srcId="{4704CCAE-5437-4C9B-BB63-259B2358E932}" destId="{F4CAFF1C-C77D-4F05-9094-336BB4DDFC05}" srcOrd="2" destOrd="0" parTransId="{DEEE2674-71BE-473B-A301-37B21BAA6EB9}" sibTransId="{BFB23038-9CFD-478E-8137-D7158F2CF61F}"/>
    <dgm:cxn modelId="{E58A0A25-95F3-0B47-8372-64492FA78FDA}" type="presOf" srcId="{8A66D104-677A-44C1-BF91-F2EB2107DF44}" destId="{27194471-27CD-5349-BE87-6D443C1B4B87}" srcOrd="0" destOrd="0" presId="urn:microsoft.com/office/officeart/2008/layout/LinedList"/>
    <dgm:cxn modelId="{B07C9529-4462-4F8C-BAB9-F0F3972F9F0F}" srcId="{4704CCAE-5437-4C9B-BB63-259B2358E932}" destId="{72CAD1F5-8520-444E-A81A-45D94C4F715E}" srcOrd="3" destOrd="0" parTransId="{626C5BCA-FAB1-492D-AA3A-B63C244FAEA4}" sibTransId="{6E1D5746-66E8-44A0-8CE5-40B151CC704E}"/>
    <dgm:cxn modelId="{CD8D3185-113E-DB4C-854A-F515D92D68CC}" type="presOf" srcId="{72CAD1F5-8520-444E-A81A-45D94C4F715E}" destId="{9EEB7E30-82DC-1847-8446-CD01A145B6CA}" srcOrd="0" destOrd="0" presId="urn:microsoft.com/office/officeart/2008/layout/LinedList"/>
    <dgm:cxn modelId="{417F24B1-A480-BD4E-951B-307441849799}" type="presOf" srcId="{4704CCAE-5437-4C9B-BB63-259B2358E932}" destId="{107E6501-EFF2-9348-8B66-402BBC3A2A09}" srcOrd="0" destOrd="0" presId="urn:microsoft.com/office/officeart/2008/layout/LinedList"/>
    <dgm:cxn modelId="{070666BA-D981-42A1-8048-FFDF5F616379}" srcId="{4704CCAE-5437-4C9B-BB63-259B2358E932}" destId="{8A66D104-677A-44C1-BF91-F2EB2107DF44}" srcOrd="0" destOrd="0" parTransId="{316EE3A2-4B79-4474-BE1D-A794B70424B4}" sibTransId="{8BE4EDDE-9316-470F-8EB5-AE20E1F52BEA}"/>
    <dgm:cxn modelId="{7B800982-D418-C742-9F2A-06502E445EB6}" type="presParOf" srcId="{107E6501-EFF2-9348-8B66-402BBC3A2A09}" destId="{72BD59EB-69AE-EF4D-B07C-2FAB7B04FDE3}" srcOrd="0" destOrd="0" presId="urn:microsoft.com/office/officeart/2008/layout/LinedList"/>
    <dgm:cxn modelId="{EF493B4E-703E-3441-BDDF-92F2964201D8}" type="presParOf" srcId="{107E6501-EFF2-9348-8B66-402BBC3A2A09}" destId="{59BB7C63-C396-E947-B1CD-6A85F22BE4B6}" srcOrd="1" destOrd="0" presId="urn:microsoft.com/office/officeart/2008/layout/LinedList"/>
    <dgm:cxn modelId="{B73DE1CA-9662-D047-A115-B3F3E736ED0F}" type="presParOf" srcId="{59BB7C63-C396-E947-B1CD-6A85F22BE4B6}" destId="{27194471-27CD-5349-BE87-6D443C1B4B87}" srcOrd="0" destOrd="0" presId="urn:microsoft.com/office/officeart/2008/layout/LinedList"/>
    <dgm:cxn modelId="{D78A9C8A-48EA-804D-A27C-63A08287C965}" type="presParOf" srcId="{59BB7C63-C396-E947-B1CD-6A85F22BE4B6}" destId="{C76DD6FF-8CBE-A34F-80D8-AB4CE1B9D73E}" srcOrd="1" destOrd="0" presId="urn:microsoft.com/office/officeart/2008/layout/LinedList"/>
    <dgm:cxn modelId="{CDAC6576-033E-A44A-887F-33033B8AA9EF}" type="presParOf" srcId="{107E6501-EFF2-9348-8B66-402BBC3A2A09}" destId="{C78237AA-8AB4-5B4F-AF50-C4BAA2882A25}" srcOrd="2" destOrd="0" presId="urn:microsoft.com/office/officeart/2008/layout/LinedList"/>
    <dgm:cxn modelId="{D2E2D8FB-2BF0-0E45-8AA9-DB292919632C}" type="presParOf" srcId="{107E6501-EFF2-9348-8B66-402BBC3A2A09}" destId="{5D848164-89D6-BC46-8C48-54CD9B7B8A3D}" srcOrd="3" destOrd="0" presId="urn:microsoft.com/office/officeart/2008/layout/LinedList"/>
    <dgm:cxn modelId="{FC258FDE-82E2-F540-B054-3638C2C7EFE2}" type="presParOf" srcId="{5D848164-89D6-BC46-8C48-54CD9B7B8A3D}" destId="{D72B86A4-85C4-514F-B621-33AE10D3686E}" srcOrd="0" destOrd="0" presId="urn:microsoft.com/office/officeart/2008/layout/LinedList"/>
    <dgm:cxn modelId="{2601593B-070B-FB44-8D93-74533017732C}" type="presParOf" srcId="{5D848164-89D6-BC46-8C48-54CD9B7B8A3D}" destId="{77D5FCE9-A0E2-734C-B34E-6EC7AA3C8DB1}" srcOrd="1" destOrd="0" presId="urn:microsoft.com/office/officeart/2008/layout/LinedList"/>
    <dgm:cxn modelId="{C4525B9B-63CB-004D-8CEF-1E3C5D8A1CFD}" type="presParOf" srcId="{107E6501-EFF2-9348-8B66-402BBC3A2A09}" destId="{9301E541-8437-1F44-8347-48D1A65E4069}" srcOrd="4" destOrd="0" presId="urn:microsoft.com/office/officeart/2008/layout/LinedList"/>
    <dgm:cxn modelId="{FE994861-B461-2A4D-B2C2-5E1DE219077B}" type="presParOf" srcId="{107E6501-EFF2-9348-8B66-402BBC3A2A09}" destId="{D2905803-6965-CA49-825F-7C0AEE6065A6}" srcOrd="5" destOrd="0" presId="urn:microsoft.com/office/officeart/2008/layout/LinedList"/>
    <dgm:cxn modelId="{60189795-4B26-6942-93C8-3EAB12204FDD}" type="presParOf" srcId="{D2905803-6965-CA49-825F-7C0AEE6065A6}" destId="{DC7CECAC-7778-0441-BE2E-5168A3912303}" srcOrd="0" destOrd="0" presId="urn:microsoft.com/office/officeart/2008/layout/LinedList"/>
    <dgm:cxn modelId="{57C64B26-B491-C247-91CA-BC3BC01B21B0}" type="presParOf" srcId="{D2905803-6965-CA49-825F-7C0AEE6065A6}" destId="{24F4F7BA-46BB-F644-8840-BAD120E295B8}" srcOrd="1" destOrd="0" presId="urn:microsoft.com/office/officeart/2008/layout/LinedList"/>
    <dgm:cxn modelId="{1249DFE4-C80B-4242-A1F9-479E856624F4}" type="presParOf" srcId="{107E6501-EFF2-9348-8B66-402BBC3A2A09}" destId="{E77BF5E0-4AA6-1545-B001-1442C53CCF09}" srcOrd="6" destOrd="0" presId="urn:microsoft.com/office/officeart/2008/layout/LinedList"/>
    <dgm:cxn modelId="{DBE6CF3B-1948-C348-96DC-532DBC468D2A}" type="presParOf" srcId="{107E6501-EFF2-9348-8B66-402BBC3A2A09}" destId="{68C255B5-AC26-4843-BDFB-07153A49C2BD}" srcOrd="7" destOrd="0" presId="urn:microsoft.com/office/officeart/2008/layout/LinedList"/>
    <dgm:cxn modelId="{313FDD3C-70E3-FF4B-8347-58CA841EBFF1}" type="presParOf" srcId="{68C255B5-AC26-4843-BDFB-07153A49C2BD}" destId="{9EEB7E30-82DC-1847-8446-CD01A145B6CA}" srcOrd="0" destOrd="0" presId="urn:microsoft.com/office/officeart/2008/layout/LinedList"/>
    <dgm:cxn modelId="{40500D98-9A4F-8743-95BA-63F698C5D973}" type="presParOf" srcId="{68C255B5-AC26-4843-BDFB-07153A49C2BD}" destId="{15E74324-4372-874D-A042-C29CC402FEC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206302-B296-B247-8D08-4F5CD4FE7911}">
      <dsp:nvSpPr>
        <dsp:cNvPr id="0" name=""/>
        <dsp:cNvSpPr/>
      </dsp:nvSpPr>
      <dsp:spPr>
        <a:xfrm>
          <a:off x="0" y="0"/>
          <a:ext cx="7886700"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8AFF76-3455-E64D-98B3-B0A9AE3B7D61}">
      <dsp:nvSpPr>
        <dsp:cNvPr id="0" name=""/>
        <dsp:cNvSpPr/>
      </dsp:nvSpPr>
      <dsp:spPr>
        <a:xfrm>
          <a:off x="0" y="0"/>
          <a:ext cx="78867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Eight planets orbit a central star—the Sun.</a:t>
          </a:r>
        </a:p>
      </dsp:txBody>
      <dsp:txXfrm>
        <a:off x="0" y="0"/>
        <a:ext cx="7886700" cy="1087834"/>
      </dsp:txXfrm>
    </dsp:sp>
    <dsp:sp modelId="{7509A9B1-4300-3F42-966E-60D85C7FEF84}">
      <dsp:nvSpPr>
        <dsp:cNvPr id="0" name=""/>
        <dsp:cNvSpPr/>
      </dsp:nvSpPr>
      <dsp:spPr>
        <a:xfrm>
          <a:off x="0" y="1087834"/>
          <a:ext cx="7886700"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2BDEFA-F2DA-3240-A915-BC6380F89599}">
      <dsp:nvSpPr>
        <dsp:cNvPr id="0" name=""/>
        <dsp:cNvSpPr/>
      </dsp:nvSpPr>
      <dsp:spPr>
        <a:xfrm>
          <a:off x="0" y="1087834"/>
          <a:ext cx="78867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Inner planets are small, rocky worlds.</a:t>
          </a:r>
        </a:p>
      </dsp:txBody>
      <dsp:txXfrm>
        <a:off x="0" y="1087834"/>
        <a:ext cx="7886700" cy="1087834"/>
      </dsp:txXfrm>
    </dsp:sp>
    <dsp:sp modelId="{54455F43-8DDB-2D44-8F43-38A1EF279F1E}">
      <dsp:nvSpPr>
        <dsp:cNvPr id="0" name=""/>
        <dsp:cNvSpPr/>
      </dsp:nvSpPr>
      <dsp:spPr>
        <a:xfrm>
          <a:off x="0" y="2175669"/>
          <a:ext cx="7886700"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6A386E-BE90-BA4D-8C8E-58136B4CDD00}">
      <dsp:nvSpPr>
        <dsp:cNvPr id="0" name=""/>
        <dsp:cNvSpPr/>
      </dsp:nvSpPr>
      <dsp:spPr>
        <a:xfrm>
          <a:off x="0" y="2175669"/>
          <a:ext cx="78867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Outer planets are gas/ice giants with ring systems.</a:t>
          </a:r>
        </a:p>
      </dsp:txBody>
      <dsp:txXfrm>
        <a:off x="0" y="2175669"/>
        <a:ext cx="7886700" cy="1087834"/>
      </dsp:txXfrm>
    </dsp:sp>
    <dsp:sp modelId="{CEABDA03-6EDB-7A43-89F2-D6D9D75AE746}">
      <dsp:nvSpPr>
        <dsp:cNvPr id="0" name=""/>
        <dsp:cNvSpPr/>
      </dsp:nvSpPr>
      <dsp:spPr>
        <a:xfrm>
          <a:off x="0" y="3263503"/>
          <a:ext cx="7886700"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9E6C81-A922-8C41-BAEA-24D3185EBE62}">
      <dsp:nvSpPr>
        <dsp:cNvPr id="0" name=""/>
        <dsp:cNvSpPr/>
      </dsp:nvSpPr>
      <dsp:spPr>
        <a:xfrm>
          <a:off x="0" y="3263503"/>
          <a:ext cx="78867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Asteroids, comets, and dwarf planets also populate our system.</a:t>
          </a:r>
        </a:p>
      </dsp:txBody>
      <dsp:txXfrm>
        <a:off x="0" y="3263503"/>
        <a:ext cx="7886700" cy="10878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B26802-17D7-8A40-9272-DCB9EFB1B365}">
      <dsp:nvSpPr>
        <dsp:cNvPr id="0" name=""/>
        <dsp:cNvSpPr/>
      </dsp:nvSpPr>
      <dsp:spPr>
        <a:xfrm>
          <a:off x="0" y="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A53C34-9E27-D441-AB0E-A6A19301133A}">
      <dsp:nvSpPr>
        <dsp:cNvPr id="0" name=""/>
        <dsp:cNvSpPr/>
      </dsp:nvSpPr>
      <dsp:spPr>
        <a:xfrm>
          <a:off x="0" y="0"/>
          <a:ext cx="822960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Jupiter: largest; gas giant with Great Red Spot.</a:t>
          </a:r>
        </a:p>
      </dsp:txBody>
      <dsp:txXfrm>
        <a:off x="0" y="0"/>
        <a:ext cx="8229600" cy="1131490"/>
      </dsp:txXfrm>
    </dsp:sp>
    <dsp:sp modelId="{DA7F9A55-DAC6-B342-A75D-0FA042E9D719}">
      <dsp:nvSpPr>
        <dsp:cNvPr id="0" name=""/>
        <dsp:cNvSpPr/>
      </dsp:nvSpPr>
      <dsp:spPr>
        <a:xfrm>
          <a:off x="0" y="113149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82F456-47EA-314D-9E47-D44D7C77495B}">
      <dsp:nvSpPr>
        <dsp:cNvPr id="0" name=""/>
        <dsp:cNvSpPr/>
      </dsp:nvSpPr>
      <dsp:spPr>
        <a:xfrm>
          <a:off x="0" y="1131490"/>
          <a:ext cx="822960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Saturn: gas giant with prominent rings.</a:t>
          </a:r>
        </a:p>
      </dsp:txBody>
      <dsp:txXfrm>
        <a:off x="0" y="1131490"/>
        <a:ext cx="8229600" cy="1131490"/>
      </dsp:txXfrm>
    </dsp:sp>
    <dsp:sp modelId="{7F905DAB-9BD2-074D-9D87-5E0EA961C0E0}">
      <dsp:nvSpPr>
        <dsp:cNvPr id="0" name=""/>
        <dsp:cNvSpPr/>
      </dsp:nvSpPr>
      <dsp:spPr>
        <a:xfrm>
          <a:off x="0" y="2262981"/>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90D7CA-5D73-2B43-9223-15B604CF8892}">
      <dsp:nvSpPr>
        <dsp:cNvPr id="0" name=""/>
        <dsp:cNvSpPr/>
      </dsp:nvSpPr>
      <dsp:spPr>
        <a:xfrm>
          <a:off x="0" y="2262981"/>
          <a:ext cx="822960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Uranus: ice giant; rotates on its side; methane-rich atmosphere.</a:t>
          </a:r>
        </a:p>
      </dsp:txBody>
      <dsp:txXfrm>
        <a:off x="0" y="2262981"/>
        <a:ext cx="8229600" cy="1131490"/>
      </dsp:txXfrm>
    </dsp:sp>
    <dsp:sp modelId="{5CD0D0B0-9650-DB4B-BC82-5ED319CF57C0}">
      <dsp:nvSpPr>
        <dsp:cNvPr id="0" name=""/>
        <dsp:cNvSpPr/>
      </dsp:nvSpPr>
      <dsp:spPr>
        <a:xfrm>
          <a:off x="0" y="3394472"/>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1940B1-717B-6341-A729-68C8CC708A70}">
      <dsp:nvSpPr>
        <dsp:cNvPr id="0" name=""/>
        <dsp:cNvSpPr/>
      </dsp:nvSpPr>
      <dsp:spPr>
        <a:xfrm>
          <a:off x="0" y="3394472"/>
          <a:ext cx="8229600" cy="1131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Neptune: ice giant; intense winds; deep blue color.</a:t>
          </a:r>
        </a:p>
      </dsp:txBody>
      <dsp:txXfrm>
        <a:off x="0" y="3394472"/>
        <a:ext cx="8229600" cy="11314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BD59EB-69AE-EF4D-B07C-2FAB7B04FDE3}">
      <dsp:nvSpPr>
        <dsp:cNvPr id="0" name=""/>
        <dsp:cNvSpPr/>
      </dsp:nvSpPr>
      <dsp:spPr>
        <a:xfrm>
          <a:off x="0" y="0"/>
          <a:ext cx="517538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194471-27CD-5349-BE87-6D443C1B4B87}">
      <dsp:nvSpPr>
        <dsp:cNvPr id="0" name=""/>
        <dsp:cNvSpPr/>
      </dsp:nvSpPr>
      <dsp:spPr>
        <a:xfrm>
          <a:off x="0" y="0"/>
          <a:ext cx="5175384"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The Solar System formed about 4.6 billion years ago.</a:t>
          </a:r>
        </a:p>
      </dsp:txBody>
      <dsp:txXfrm>
        <a:off x="0" y="0"/>
        <a:ext cx="5175384" cy="1384035"/>
      </dsp:txXfrm>
    </dsp:sp>
    <dsp:sp modelId="{C78237AA-8AB4-5B4F-AF50-C4BAA2882A25}">
      <dsp:nvSpPr>
        <dsp:cNvPr id="0" name=""/>
        <dsp:cNvSpPr/>
      </dsp:nvSpPr>
      <dsp:spPr>
        <a:xfrm>
          <a:off x="0" y="1384035"/>
          <a:ext cx="517538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2B86A4-85C4-514F-B621-33AE10D3686E}">
      <dsp:nvSpPr>
        <dsp:cNvPr id="0" name=""/>
        <dsp:cNvSpPr/>
      </dsp:nvSpPr>
      <dsp:spPr>
        <a:xfrm>
          <a:off x="0" y="1384035"/>
          <a:ext cx="5175384"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Inner and outer planets differ in composition and size.</a:t>
          </a:r>
        </a:p>
      </dsp:txBody>
      <dsp:txXfrm>
        <a:off x="0" y="1384035"/>
        <a:ext cx="5175384" cy="1384035"/>
      </dsp:txXfrm>
    </dsp:sp>
    <dsp:sp modelId="{9301E541-8437-1F44-8347-48D1A65E4069}">
      <dsp:nvSpPr>
        <dsp:cNvPr id="0" name=""/>
        <dsp:cNvSpPr/>
      </dsp:nvSpPr>
      <dsp:spPr>
        <a:xfrm>
          <a:off x="0" y="2768070"/>
          <a:ext cx="517538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7CECAC-7778-0441-BE2E-5168A3912303}">
      <dsp:nvSpPr>
        <dsp:cNvPr id="0" name=""/>
        <dsp:cNvSpPr/>
      </dsp:nvSpPr>
      <dsp:spPr>
        <a:xfrm>
          <a:off x="0" y="2768070"/>
          <a:ext cx="5175384"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Studying our Solar System provides clues about planetary formation.</a:t>
          </a:r>
        </a:p>
      </dsp:txBody>
      <dsp:txXfrm>
        <a:off x="0" y="2768070"/>
        <a:ext cx="5175384" cy="1384035"/>
      </dsp:txXfrm>
    </dsp:sp>
    <dsp:sp modelId="{E77BF5E0-4AA6-1545-B001-1442C53CCF09}">
      <dsp:nvSpPr>
        <dsp:cNvPr id="0" name=""/>
        <dsp:cNvSpPr/>
      </dsp:nvSpPr>
      <dsp:spPr>
        <a:xfrm>
          <a:off x="0" y="4152105"/>
          <a:ext cx="5175384"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EB7E30-82DC-1847-8446-CD01A145B6CA}">
      <dsp:nvSpPr>
        <dsp:cNvPr id="0" name=""/>
        <dsp:cNvSpPr/>
      </dsp:nvSpPr>
      <dsp:spPr>
        <a:xfrm>
          <a:off x="0" y="4152105"/>
          <a:ext cx="5175384"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Continued exploration deepens our understanding of the universe.</a:t>
          </a:r>
        </a:p>
      </dsp:txBody>
      <dsp:txXfrm>
        <a:off x="0" y="4152105"/>
        <a:ext cx="5175384" cy="13840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B389A6-9F7F-2C4D-9BED-BA7150902D5F}" type="datetimeFigureOut">
              <a:rPr lang="en-US" smtClean="0"/>
              <a:t>9/27/25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F5EA93-571E-A44D-B7BF-F9644F971B16}" type="slidenum">
              <a:rPr lang="en-US" smtClean="0"/>
              <a:t>‹#›</a:t>
            </a:fld>
            <a:endParaRPr lang="en-US"/>
          </a:p>
        </p:txBody>
      </p:sp>
    </p:spTree>
    <p:extLst>
      <p:ext uri="{BB962C8B-B14F-4D97-AF65-F5344CB8AC3E}">
        <p14:creationId xmlns:p14="http://schemas.microsoft.com/office/powerpoint/2010/main" val="3247819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80"/>
                </a:solidFill>
                <a:latin typeface="Times New Roman"/>
              </a:rPr>
              <a:t>The Solar System consists of the Sun and all the objects that orbit it, including eight planets, their moons, and many smaller objects such as dwarf planets, comets, and asteroids. It formed about 4.6 billion years ago from the gravitational collapse of a giant interstellar molecular cloud. The Solar System is heliocentric, meaning everything revolves around the Sun. Understanding its formation, composition, and the dynamics of its celestial bodies gives us a deeper insight into the universe and our place within it.</a:t>
            </a:r>
          </a:p>
          <a:p>
            <a:endParaRPr lang="en-US" dirty="0"/>
          </a:p>
        </p:txBody>
      </p:sp>
      <p:sp>
        <p:nvSpPr>
          <p:cNvPr id="4" name="Slide Number Placeholder 3"/>
          <p:cNvSpPr>
            <a:spLocks noGrp="1"/>
          </p:cNvSpPr>
          <p:nvPr>
            <p:ph type="sldNum" sz="quarter" idx="5"/>
          </p:nvPr>
        </p:nvSpPr>
        <p:spPr/>
        <p:txBody>
          <a:bodyPr/>
          <a:lstStyle/>
          <a:p>
            <a:fld id="{08F5EA93-571E-A44D-B7BF-F9644F971B16}" type="slidenum">
              <a:rPr lang="en-US" smtClean="0"/>
              <a:t>2</a:t>
            </a:fld>
            <a:endParaRPr lang="en-US"/>
          </a:p>
        </p:txBody>
      </p:sp>
    </p:spTree>
    <p:extLst>
      <p:ext uri="{BB962C8B-B14F-4D97-AF65-F5344CB8AC3E}">
        <p14:creationId xmlns:p14="http://schemas.microsoft.com/office/powerpoint/2010/main" val="917939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sz="1600" dirty="0">
                <a:solidFill>
                  <a:srgbClr val="FF6432"/>
                </a:solidFill>
                <a:latin typeface="Comic Sans MS"/>
              </a:rPr>
              <a:t>Mercury is the smallest planet in our Solar System and the closest to the Sun, with virtually no atmosphere and a surface heavily cratered like our moon.</a:t>
            </a:r>
          </a:p>
          <a:p>
            <a:pPr lvl="1"/>
            <a:r>
              <a:rPr lang="en-US" sz="1500" dirty="0">
                <a:solidFill>
                  <a:srgbClr val="FF3232"/>
                </a:solidFill>
                <a:latin typeface="Courier New"/>
              </a:rPr>
              <a:t>Mercury orbits the Sun every 88 days and has extreme temperature variations, ranging from -173°C at night to 427°C during the day.</a:t>
            </a:r>
          </a:p>
          <a:p>
            <a:r>
              <a:rPr lang="en-US" sz="1600" dirty="0">
                <a:solidFill>
                  <a:srgbClr val="FF6432"/>
                </a:solidFill>
                <a:latin typeface="Comic Sans MS"/>
              </a:rPr>
              <a:t>Venus is similar in size to Earth but has a thick, toxic atmosphere composed mostly of carbon dioxide, with clouds of sulfuric acid making it the hottest planet.</a:t>
            </a:r>
          </a:p>
          <a:p>
            <a:pPr lvl="1"/>
            <a:r>
              <a:rPr lang="en-US" sz="1500" dirty="0">
                <a:solidFill>
                  <a:srgbClr val="FF3232"/>
                </a:solidFill>
                <a:latin typeface="Courier New"/>
              </a:rPr>
              <a:t>Its surface temperature is around 465°C, and its atmospheric pressure is 92 times that of Earth’s, crushing any spacecraft that lands on it.</a:t>
            </a:r>
          </a:p>
          <a:p>
            <a:r>
              <a:rPr lang="en-US" sz="1600" dirty="0">
                <a:solidFill>
                  <a:srgbClr val="FF6432"/>
                </a:solidFill>
                <a:latin typeface="Comic Sans MS"/>
              </a:rPr>
              <a:t>Earth is the largest of the inner planets and the only known planet to support life, with liquid water and a protective atmosphere composed mostly of nitrogen and oxygen.</a:t>
            </a:r>
          </a:p>
          <a:p>
            <a:pPr lvl="1"/>
            <a:r>
              <a:rPr lang="en-US" sz="1500" dirty="0">
                <a:solidFill>
                  <a:srgbClr val="FF3232"/>
                </a:solidFill>
                <a:latin typeface="Courier New"/>
              </a:rPr>
              <a:t>Our Moon influences tides and stabilizes Earth’s axial tilt, which is vital for climate stability.</a:t>
            </a:r>
          </a:p>
          <a:p>
            <a:r>
              <a:rPr lang="en-US" sz="1600" dirty="0">
                <a:solidFill>
                  <a:srgbClr val="FF6432"/>
                </a:solidFill>
                <a:latin typeface="Comic Sans MS"/>
              </a:rPr>
              <a:t>Mars, known as the Red Planet, has iron oxide on its surface giving it a reddish appearance and has the largest volcano in the Solar System (Olympus Mons).</a:t>
            </a:r>
          </a:p>
          <a:p>
            <a:pPr lvl="1"/>
            <a:r>
              <a:rPr lang="en-US" sz="1500" dirty="0">
                <a:solidFill>
                  <a:srgbClr val="FF3232"/>
                </a:solidFill>
                <a:latin typeface="Courier New"/>
              </a:rPr>
              <a:t>Mars has seasons like Earth and shows signs of ancient river channels and potentially frozen water beneath its surface.</a:t>
            </a:r>
          </a:p>
          <a:p>
            <a:endParaRPr lang="en-US" dirty="0"/>
          </a:p>
        </p:txBody>
      </p:sp>
      <p:sp>
        <p:nvSpPr>
          <p:cNvPr id="4" name="Slide Number Placeholder 3"/>
          <p:cNvSpPr>
            <a:spLocks noGrp="1"/>
          </p:cNvSpPr>
          <p:nvPr>
            <p:ph type="sldNum" sz="quarter" idx="5"/>
          </p:nvPr>
        </p:nvSpPr>
        <p:spPr/>
        <p:txBody>
          <a:bodyPr/>
          <a:lstStyle/>
          <a:p>
            <a:fld id="{08F5EA93-571E-A44D-B7BF-F9644F971B16}" type="slidenum">
              <a:rPr lang="en-US" smtClean="0"/>
              <a:t>3</a:t>
            </a:fld>
            <a:endParaRPr lang="en-US"/>
          </a:p>
        </p:txBody>
      </p:sp>
    </p:spTree>
    <p:extLst>
      <p:ext uri="{BB962C8B-B14F-4D97-AF65-F5344CB8AC3E}">
        <p14:creationId xmlns:p14="http://schemas.microsoft.com/office/powerpoint/2010/main" val="3819033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sz="1500" dirty="0">
                <a:solidFill>
                  <a:srgbClr val="000000"/>
                </a:solidFill>
                <a:latin typeface="Verdana"/>
              </a:rPr>
              <a:t>Jupiter is the largest planet with a diameter of 139,820 km; it has a Great Red Spot, a giant storm that has lasted for centuries.</a:t>
            </a:r>
          </a:p>
          <a:p>
            <a:pPr lvl="1"/>
            <a:r>
              <a:rPr lang="en-US" sz="1500" dirty="0">
                <a:solidFill>
                  <a:srgbClr val="000000"/>
                </a:solidFill>
                <a:latin typeface="Times New Roman"/>
              </a:rPr>
              <a:t>It has at least 79 moons and a thin set of rings.</a:t>
            </a:r>
          </a:p>
          <a:p>
            <a:r>
              <a:rPr lang="en-US" sz="1500" dirty="0">
                <a:solidFill>
                  <a:srgbClr val="000000"/>
                </a:solidFill>
                <a:latin typeface="Verdana"/>
              </a:rPr>
              <a:t>Saturn is known for its prominent ring system composed of ice and rock particles.</a:t>
            </a:r>
          </a:p>
          <a:p>
            <a:pPr lvl="1"/>
            <a:r>
              <a:rPr lang="en-US" sz="1500" dirty="0">
                <a:solidFill>
                  <a:srgbClr val="000000"/>
                </a:solidFill>
                <a:latin typeface="Times New Roman"/>
              </a:rPr>
              <a:t>Saturn has a low density; it would float in water if a tub large enough existed.</a:t>
            </a:r>
          </a:p>
          <a:p>
            <a:r>
              <a:rPr lang="en-US" sz="1500" dirty="0">
                <a:solidFill>
                  <a:srgbClr val="000000"/>
                </a:solidFill>
                <a:latin typeface="Verdana"/>
              </a:rPr>
              <a:t>Uranus is an ice giant that rotates on its side with an axial tilt of 98 degrees.</a:t>
            </a:r>
          </a:p>
          <a:p>
            <a:pPr lvl="1"/>
            <a:r>
              <a:rPr lang="en-US" sz="1500" dirty="0">
                <a:solidFill>
                  <a:srgbClr val="000000"/>
                </a:solidFill>
                <a:latin typeface="Times New Roman"/>
              </a:rPr>
              <a:t>Its atmosphere contains methane, giving it a cyan color.</a:t>
            </a:r>
          </a:p>
          <a:p>
            <a:r>
              <a:rPr lang="en-US" sz="1500" dirty="0">
                <a:solidFill>
                  <a:srgbClr val="000000"/>
                </a:solidFill>
                <a:latin typeface="Verdana"/>
              </a:rPr>
              <a:t>Neptune is another ice giant known for its deep blue color and supersonic winds.</a:t>
            </a:r>
          </a:p>
          <a:p>
            <a:pPr lvl="1"/>
            <a:r>
              <a:rPr lang="en-US" sz="1500" dirty="0">
                <a:solidFill>
                  <a:srgbClr val="000000"/>
                </a:solidFill>
                <a:latin typeface="Times New Roman"/>
              </a:rPr>
              <a:t>Neptune’s largest moon, Triton, orbits the planet in the opposite direction of its rotation.</a:t>
            </a:r>
          </a:p>
          <a:p>
            <a:endParaRPr lang="en-US" dirty="0"/>
          </a:p>
        </p:txBody>
      </p:sp>
      <p:sp>
        <p:nvSpPr>
          <p:cNvPr id="4" name="Slide Number Placeholder 3"/>
          <p:cNvSpPr>
            <a:spLocks noGrp="1"/>
          </p:cNvSpPr>
          <p:nvPr>
            <p:ph type="sldNum" sz="quarter" idx="5"/>
          </p:nvPr>
        </p:nvSpPr>
        <p:spPr/>
        <p:txBody>
          <a:bodyPr/>
          <a:lstStyle/>
          <a:p>
            <a:fld id="{08F5EA93-571E-A44D-B7BF-F9644F971B16}" type="slidenum">
              <a:rPr lang="en-US" smtClean="0"/>
              <a:t>4</a:t>
            </a:fld>
            <a:endParaRPr lang="en-US"/>
          </a:p>
        </p:txBody>
      </p:sp>
    </p:spTree>
    <p:extLst>
      <p:ext uri="{BB962C8B-B14F-4D97-AF65-F5344CB8AC3E}">
        <p14:creationId xmlns:p14="http://schemas.microsoft.com/office/powerpoint/2010/main" val="818129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800080"/>
                </a:solidFill>
                <a:latin typeface="Calibri"/>
              </a:rPr>
              <a:t>Our Solar System is a vast and complex system that includes the Sun at its center, eight planets, more than 200 moons, dwarf planets like Pluto, countless asteroids, comets, and meteoroids. It stretches out over a distance of about 100,000 astronomical units from the Sun, reaching the Oort cloud, a theoretical cloud of icy bodies. Each planet in the Solar System has unique characteristics such as size, composition, and orbital period. The four inner planets—Mercury, Venus, Earth, and Mars—are small, rocky, and have solid surfaces, while the four outer planets—Jupiter, Saturn, Uranus, and Neptune—are gas or ice giants with no solid surface. The Solar System is constantly in motion, with all the planets orbiting the Sun due to gravitational forces. Learning about the Solar System helps us understand the formation of planets, the potential for life elsewhere, and the dynamics of our cosmic neighborhood.</a:t>
            </a:r>
          </a:p>
          <a:p>
            <a:endParaRPr lang="en-US" dirty="0"/>
          </a:p>
        </p:txBody>
      </p:sp>
      <p:sp>
        <p:nvSpPr>
          <p:cNvPr id="4" name="Slide Number Placeholder 3"/>
          <p:cNvSpPr>
            <a:spLocks noGrp="1"/>
          </p:cNvSpPr>
          <p:nvPr>
            <p:ph type="sldNum" sz="quarter" idx="5"/>
          </p:nvPr>
        </p:nvSpPr>
        <p:spPr/>
        <p:txBody>
          <a:bodyPr/>
          <a:lstStyle/>
          <a:p>
            <a:fld id="{08F5EA93-571E-A44D-B7BF-F9644F971B16}" type="slidenum">
              <a:rPr lang="en-US" smtClean="0"/>
              <a:t>6</a:t>
            </a:fld>
            <a:endParaRPr lang="en-US"/>
          </a:p>
        </p:txBody>
      </p:sp>
    </p:spTree>
    <p:extLst>
      <p:ext uri="{BB962C8B-B14F-4D97-AF65-F5344CB8AC3E}">
        <p14:creationId xmlns:p14="http://schemas.microsoft.com/office/powerpoint/2010/main" val="2276026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28650" y="451381"/>
            <a:ext cx="7884414" cy="4066540"/>
          </a:xfrm>
        </p:spPr>
        <p:txBody>
          <a:bodyPr anchor="b">
            <a:normAutofit/>
          </a:bodyPr>
          <a:lstStyle/>
          <a:p>
            <a:pPr algn="l"/>
            <a:r>
              <a:rPr lang="en-US" sz="5700" b="1">
                <a:latin typeface="Arial"/>
              </a:rPr>
              <a:t>Our Solar System</a:t>
            </a:r>
          </a:p>
        </p:txBody>
      </p:sp>
      <p:sp>
        <p:nvSpPr>
          <p:cNvPr id="3" name="Subtitle 2"/>
          <p:cNvSpPr>
            <a:spLocks noGrp="1"/>
          </p:cNvSpPr>
          <p:nvPr>
            <p:ph type="subTitle" idx="1"/>
          </p:nvPr>
        </p:nvSpPr>
        <p:spPr>
          <a:xfrm>
            <a:off x="628649" y="4983276"/>
            <a:ext cx="7884414" cy="1126680"/>
          </a:xfrm>
        </p:spPr>
        <p:txBody>
          <a:bodyPr>
            <a:normAutofit/>
          </a:bodyPr>
          <a:lstStyle/>
          <a:p>
            <a:pPr algn="l"/>
            <a:r>
              <a:rPr lang="en-US">
                <a:latin typeface="Arial"/>
              </a:rPr>
              <a:t>Overview of the Sun, planets, and other celestial bodies</a:t>
            </a: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6995"/>
            <a:ext cx="7886700" cy="1133693"/>
          </a:xfrm>
        </p:spPr>
        <p:txBody>
          <a:bodyPr>
            <a:normAutofit/>
          </a:bodyPr>
          <a:lstStyle/>
          <a:p>
            <a:r>
              <a:rPr lang="en-US" sz="4500">
                <a:latin typeface="Arial"/>
              </a:rPr>
              <a:t>Overview</a:t>
            </a:r>
          </a:p>
        </p:txBody>
      </p:sp>
      <p:graphicFrame>
        <p:nvGraphicFramePr>
          <p:cNvPr id="6" name="Content Placeholder 2">
            <a:extLst>
              <a:ext uri="{FF2B5EF4-FFF2-40B4-BE49-F238E27FC236}">
                <a16:creationId xmlns:a16="http://schemas.microsoft.com/office/drawing/2014/main" id="{3421EE70-0936-4701-C8FC-FBE9CF6335C9}"/>
              </a:ext>
            </a:extLst>
          </p:cNvPr>
          <p:cNvGraphicFramePr>
            <a:graphicFrameLocks noGrp="1"/>
          </p:cNvGraphicFramePr>
          <p:nvPr>
            <p:ph idx="1"/>
            <p:extLst>
              <p:ext uri="{D42A27DB-BD31-4B8C-83A1-F6EECF244321}">
                <p14:modId xmlns:p14="http://schemas.microsoft.com/office/powerpoint/2010/main" val="320850055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Curved land ridges">
            <a:extLst>
              <a:ext uri="{FF2B5EF4-FFF2-40B4-BE49-F238E27FC236}">
                <a16:creationId xmlns:a16="http://schemas.microsoft.com/office/drawing/2014/main" id="{374989BE-9DC8-383B-3A57-EFB2DB2D45D3}"/>
              </a:ext>
            </a:extLst>
          </p:cNvPr>
          <p:cNvPicPr>
            <a:picLocks noChangeAspect="1"/>
          </p:cNvPicPr>
          <p:nvPr/>
        </p:nvPicPr>
        <p:blipFill>
          <a:blip r:embed="rId3"/>
          <a:srcRect l="36638" r="30081"/>
          <a:stretch>
            <a:fillRect/>
          </a:stretch>
        </p:blipFill>
        <p:spPr>
          <a:xfrm>
            <a:off x="20" y="-2"/>
            <a:ext cx="4057627"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86487" y="405685"/>
            <a:ext cx="4098726" cy="1559301"/>
          </a:xfrm>
        </p:spPr>
        <p:txBody>
          <a:bodyPr>
            <a:normAutofit/>
          </a:bodyPr>
          <a:lstStyle/>
          <a:p>
            <a:r>
              <a:rPr lang="en-US" sz="3500">
                <a:latin typeface="Arial"/>
              </a:rPr>
              <a:t>Inner Planets</a:t>
            </a:r>
          </a:p>
        </p:txBody>
      </p:sp>
      <p:sp>
        <p:nvSpPr>
          <p:cNvPr id="3" name="Content Placeholder 2"/>
          <p:cNvSpPr>
            <a:spLocks noGrp="1"/>
          </p:cNvSpPr>
          <p:nvPr>
            <p:ph idx="1"/>
          </p:nvPr>
        </p:nvSpPr>
        <p:spPr>
          <a:xfrm>
            <a:off x="4586487" y="2743200"/>
            <a:ext cx="3935505" cy="3496878"/>
          </a:xfrm>
        </p:spPr>
        <p:txBody>
          <a:bodyPr anchor="ctr">
            <a:normAutofit/>
          </a:bodyPr>
          <a:lstStyle/>
          <a:p>
            <a:endParaRPr lang="en-US" sz="1700"/>
          </a:p>
          <a:p>
            <a:pPr>
              <a:defRPr sz="2000">
                <a:solidFill>
                  <a:srgbClr val="323232"/>
                </a:solidFill>
                <a:latin typeface="Arial"/>
              </a:defRPr>
            </a:pPr>
            <a:r>
              <a:rPr lang="en-US" sz="1700"/>
              <a:t>Mercury: smallest; cratered and airless.</a:t>
            </a:r>
          </a:p>
          <a:p>
            <a:pPr>
              <a:defRPr sz="2000">
                <a:solidFill>
                  <a:srgbClr val="323232"/>
                </a:solidFill>
                <a:latin typeface="Arial"/>
              </a:defRPr>
            </a:pPr>
            <a:r>
              <a:rPr lang="en-US" sz="1700"/>
              <a:t>Venus: similar size to Earth; thick CO₂ atmosphere; hottest planet.</a:t>
            </a:r>
          </a:p>
          <a:p>
            <a:pPr>
              <a:defRPr sz="2000">
                <a:solidFill>
                  <a:srgbClr val="323232"/>
                </a:solidFill>
                <a:latin typeface="Arial"/>
              </a:defRPr>
            </a:pPr>
            <a:r>
              <a:rPr lang="en-US" sz="1700"/>
              <a:t>Earth: water world supporting life; one large moon.</a:t>
            </a:r>
          </a:p>
          <a:p>
            <a:pPr>
              <a:defRPr sz="2000">
                <a:solidFill>
                  <a:srgbClr val="323232"/>
                </a:solidFill>
                <a:latin typeface="Arial"/>
              </a:defRPr>
            </a:pPr>
            <a:r>
              <a:rPr lang="en-US" sz="1700"/>
              <a:t>Mars: red planet; thin atmosphere; evidence of ancient water.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solidFill>
                  <a:srgbClr val="004080"/>
                </a:solidFill>
                <a:latin typeface="Arial"/>
              </a:rPr>
              <a:t>Outer Planets</a:t>
            </a:r>
          </a:p>
        </p:txBody>
      </p:sp>
      <p:graphicFrame>
        <p:nvGraphicFramePr>
          <p:cNvPr id="5" name="Content Placeholder 2">
            <a:extLst>
              <a:ext uri="{FF2B5EF4-FFF2-40B4-BE49-F238E27FC236}">
                <a16:creationId xmlns:a16="http://schemas.microsoft.com/office/drawing/2014/main" id="{FB0820D5-F9DB-BF0D-BFC6-788BFAD002CE}"/>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667753" y="640080"/>
            <a:ext cx="2800511" cy="3566160"/>
          </a:xfrm>
          <a:prstGeom prst="rect">
            <a:avLst/>
          </a:prstGeom>
        </p:spPr>
        <p:txBody>
          <a:bodyPr vert="horz" lIns="91440" tIns="45720" rIns="91440" bIns="45720" rtlCol="0" anchor="b">
            <a:normAutofit/>
          </a:bodyPr>
          <a:lstStyle/>
          <a:p>
            <a:pPr defTabSz="914400">
              <a:lnSpc>
                <a:spcPct val="90000"/>
              </a:lnSpc>
              <a:spcBef>
                <a:spcPct val="0"/>
              </a:spcBef>
              <a:spcAft>
                <a:spcPts val="600"/>
              </a:spcAft>
              <a:defRPr sz="3600">
                <a:solidFill>
                  <a:srgbClr val="004080"/>
                </a:solidFill>
                <a:latin typeface="Arial"/>
              </a:defRPr>
            </a:pPr>
            <a:r>
              <a:rPr lang="en-US" sz="4700">
                <a:latin typeface="+mj-lt"/>
                <a:ea typeface="+mj-ea"/>
                <a:cs typeface="+mj-cs"/>
              </a:rPr>
              <a:t>Planetary Sizes</a:t>
            </a:r>
          </a:p>
        </p:txBody>
      </p:sp>
      <p:sp>
        <p:nvSpPr>
          <p:cNvPr id="4" name="TextBox 3"/>
          <p:cNvSpPr txBox="1"/>
          <p:nvPr/>
        </p:nvSpPr>
        <p:spPr>
          <a:xfrm>
            <a:off x="667754" y="4636008"/>
            <a:ext cx="2800510" cy="1572768"/>
          </a:xfrm>
          <a:prstGeom prst="rect">
            <a:avLst/>
          </a:prstGeom>
        </p:spPr>
        <p:txBody>
          <a:bodyPr vert="horz" lIns="91440" tIns="45720" rIns="91440" bIns="45720" rtlCol="0">
            <a:normAutofit/>
          </a:bodyPr>
          <a:lstStyle/>
          <a:p>
            <a:pPr defTabSz="914400">
              <a:lnSpc>
                <a:spcPct val="90000"/>
              </a:lnSpc>
              <a:spcBef>
                <a:spcPts val="1000"/>
              </a:spcBef>
              <a:defRPr sz="1400">
                <a:solidFill>
                  <a:srgbClr val="505050"/>
                </a:solidFill>
                <a:latin typeface="Arial"/>
              </a:defRPr>
            </a:pPr>
            <a:r>
              <a:rPr lang="en-US" sz="2400"/>
              <a:t>Relative sizes of the planets (not to scale)</a:t>
            </a:r>
          </a:p>
        </p:txBody>
      </p:sp>
      <p:sp>
        <p:nvSpPr>
          <p:cNvPr id="14"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7753" y="4409267"/>
            <a:ext cx="2606040" cy="18288"/>
          </a:xfrm>
          <a:custGeom>
            <a:avLst/>
            <a:gdLst>
              <a:gd name="connsiteX0" fmla="*/ 0 w 2606040"/>
              <a:gd name="connsiteY0" fmla="*/ 0 h 18288"/>
              <a:gd name="connsiteX1" fmla="*/ 625450 w 2606040"/>
              <a:gd name="connsiteY1" fmla="*/ 0 h 18288"/>
              <a:gd name="connsiteX2" fmla="*/ 1224839 w 2606040"/>
              <a:gd name="connsiteY2" fmla="*/ 0 h 18288"/>
              <a:gd name="connsiteX3" fmla="*/ 1824228 w 2606040"/>
              <a:gd name="connsiteY3" fmla="*/ 0 h 18288"/>
              <a:gd name="connsiteX4" fmla="*/ 2606040 w 2606040"/>
              <a:gd name="connsiteY4" fmla="*/ 0 h 18288"/>
              <a:gd name="connsiteX5" fmla="*/ 2606040 w 2606040"/>
              <a:gd name="connsiteY5" fmla="*/ 18288 h 18288"/>
              <a:gd name="connsiteX6" fmla="*/ 1902409 w 2606040"/>
              <a:gd name="connsiteY6" fmla="*/ 18288 h 18288"/>
              <a:gd name="connsiteX7" fmla="*/ 1276960 w 2606040"/>
              <a:gd name="connsiteY7" fmla="*/ 18288 h 18288"/>
              <a:gd name="connsiteX8" fmla="*/ 677570 w 2606040"/>
              <a:gd name="connsiteY8" fmla="*/ 18288 h 18288"/>
              <a:gd name="connsiteX9" fmla="*/ 0 w 2606040"/>
              <a:gd name="connsiteY9" fmla="*/ 18288 h 18288"/>
              <a:gd name="connsiteX10" fmla="*/ 0 w 260604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Montage of solar system planets"/>
          <p:cNvPicPr>
            <a:picLocks noChangeAspect="1"/>
          </p:cNvPicPr>
          <p:nvPr/>
        </p:nvPicPr>
        <p:blipFill>
          <a:blip r:embed="rId2"/>
          <a:srcRect l="6259"/>
          <a:stretch>
            <a:fillRect/>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3600">
                <a:latin typeface="Arial"/>
              </a:rPr>
              <a:t>Conclusion</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2">
            <a:extLst>
              <a:ext uri="{FF2B5EF4-FFF2-40B4-BE49-F238E27FC236}">
                <a16:creationId xmlns:a16="http://schemas.microsoft.com/office/drawing/2014/main" id="{38AC82A8-6DB7-1CAF-9946-1FB2773BA074}"/>
              </a:ext>
            </a:extLst>
          </p:cNvPr>
          <p:cNvGraphicFramePr>
            <a:graphicFrameLocks noGrp="1"/>
          </p:cNvGraphicFramePr>
          <p:nvPr>
            <p:ph idx="1"/>
            <p:extLst>
              <p:ext uri="{D42A27DB-BD31-4B8C-83A1-F6EECF244321}">
                <p14:modId xmlns:p14="http://schemas.microsoft.com/office/powerpoint/2010/main" val="3502631591"/>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833</Words>
  <Application>Microsoft Macintosh PowerPoint</Application>
  <PresentationFormat>On-screen Show (4:3)</PresentationFormat>
  <Paragraphs>49</Paragraphs>
  <Slides>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Aptos</vt:lpstr>
      <vt:lpstr>Arial</vt:lpstr>
      <vt:lpstr>Calibri</vt:lpstr>
      <vt:lpstr>Comic Sans MS</vt:lpstr>
      <vt:lpstr>Courier New</vt:lpstr>
      <vt:lpstr>Times New Roman</vt:lpstr>
      <vt:lpstr>Verdana</vt:lpstr>
      <vt:lpstr>Office Theme</vt:lpstr>
      <vt:lpstr>Our Solar System</vt:lpstr>
      <vt:lpstr>Overview</vt:lpstr>
      <vt:lpstr>Inner Planets</vt:lpstr>
      <vt:lpstr>Outer Planets</vt:lpstr>
      <vt:lpstr>PowerPoint Presentation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Ofengenden</cp:lastModifiedBy>
  <cp:revision>2</cp:revision>
  <dcterms:created xsi:type="dcterms:W3CDTF">2013-01-27T09:14:16Z</dcterms:created>
  <dcterms:modified xsi:type="dcterms:W3CDTF">2025-09-28T00:05:28Z</dcterms:modified>
  <cp:category/>
</cp:coreProperties>
</file>