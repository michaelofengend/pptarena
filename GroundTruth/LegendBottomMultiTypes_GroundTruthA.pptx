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F3-D84E-881F-153CFBE8AE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11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F3-D84E-881F-153CFBE8AE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F3-D84E-881F-153CFBE8AE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EB-CA4A-8780-8DF46EED72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EB-CA4A-8780-8DF46EED72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02-0644-9ADE-276AF755F6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02-0644-9ADE-276AF755F6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02-0644-9ADE-276AF755F6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02-304C-BD2C-34B03A5732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02-304C-BD2C-34B03A5732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Birds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02-304C-BD2C-34B03A5732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 A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Pie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6D-A04D-8998-BA4BA1AD2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/>
              <a:t>Clustered Column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/>
              <a:t>Line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/>
              <a:t>Stacked Bar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/>
              <a:t>Area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914400"/>
          <a:ext cx="76809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/>
              <a:t>Pie (Legend Bottom)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914400"/>
          <a:ext cx="4572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Macintosh PowerPoint</Application>
  <PresentationFormat>On-screen Show (4:3)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2025-09-29T19:50:10Z</dcterms:modified>
  <cp:category/>
</cp:coreProperties>
</file>