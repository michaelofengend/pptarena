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7556500" cy="106934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D59CAB-5CBE-4E92-A6CC-60A2612BACD2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0A9457-A966-496E-9675-7E8E8C77A851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5AFE24-4AAF-4A98-B759-003C40C8DD25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2D1BAD-7241-4900-BA5F-E67D985E4184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21067D-ECE3-4C84-B032-574043D1D5DF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28565E-1399-4584-88D6-D6FC16565419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AC10B1-8F9B-416C-A4FF-BBE95CC5230D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FAAC67-E23E-44ED-98F3-9FB3B6BBE8D7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070944-8E2B-494E-B88C-0EFD77FEECB6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A5696C-EFFC-4EDB-84DD-79FECDD2C740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6E17DD-CE9F-47F2-BF59-7E00294E6128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png"/><Relationship Id="rId30" Type="http://schemas.openxmlformats.org/officeDocument/2006/relationships/image" Target="../media/image31.pn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image" Target="../media/image34.png"/><Relationship Id="rId34" Type="http://schemas.openxmlformats.org/officeDocument/2006/relationships/image" Target="../media/image35.png"/><Relationship Id="rId35" Type="http://schemas.openxmlformats.org/officeDocument/2006/relationships/image" Target="../media/image36.png"/><Relationship Id="rId36" Type="http://schemas.openxmlformats.org/officeDocument/2006/relationships/image" Target="../media/image37.png"/><Relationship Id="rId37" Type="http://schemas.openxmlformats.org/officeDocument/2006/relationships/image" Target="../media/image38.png"/><Relationship Id="rId38" Type="http://schemas.openxmlformats.org/officeDocument/2006/relationships/image" Target="../media/image39.png"/><Relationship Id="rId39" Type="http://schemas.openxmlformats.org/officeDocument/2006/relationships/image" Target="../media/image40.png"/><Relationship Id="rId4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84;p13" descr=""/>
          <p:cNvPicPr/>
          <p:nvPr/>
        </p:nvPicPr>
        <p:blipFill>
          <a:blip r:embed="rId1"/>
          <a:srcRect l="13425" t="6475" r="13921" b="36144"/>
          <a:stretch/>
        </p:blipFill>
        <p:spPr>
          <a:xfrm>
            <a:off x="4382640" y="367200"/>
            <a:ext cx="2421000" cy="2862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0" name="Google Shape;85;p13"/>
          <p:cNvGrpSpPr/>
          <p:nvPr/>
        </p:nvGrpSpPr>
        <p:grpSpPr>
          <a:xfrm>
            <a:off x="504000" y="376920"/>
            <a:ext cx="3707640" cy="252000"/>
            <a:chOff x="504000" y="376920"/>
            <a:chExt cx="3707640" cy="252000"/>
          </a:xfrm>
        </p:grpSpPr>
        <p:sp>
          <p:nvSpPr>
            <p:cNvPr id="61" name="Google Shape;86;p13"/>
            <p:cNvSpPr/>
            <p:nvPr/>
          </p:nvSpPr>
          <p:spPr>
            <a:xfrm>
              <a:off x="504000" y="376920"/>
              <a:ext cx="3707640" cy="252000"/>
            </a:xfrm>
            <a:custGeom>
              <a:avLst/>
              <a:gdLst>
                <a:gd name="textAreaLeft" fmla="*/ 0 w 3707640"/>
                <a:gd name="textAreaRight" fmla="*/ 3708000 w 370764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1328895" h="90413">
                  <a:moveTo>
                    <a:pt x="0" y="0"/>
                  </a:moveTo>
                  <a:lnTo>
                    <a:pt x="1328895" y="0"/>
                  </a:lnTo>
                  <a:lnTo>
                    <a:pt x="1328895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Google Shape;87;p13"/>
            <p:cNvSpPr/>
            <p:nvPr/>
          </p:nvSpPr>
          <p:spPr>
            <a:xfrm>
              <a:off x="504000" y="429840"/>
              <a:ext cx="370764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Google Shape;88;p13"/>
          <p:cNvSpPr/>
          <p:nvPr/>
        </p:nvSpPr>
        <p:spPr>
          <a:xfrm>
            <a:off x="494280" y="1132560"/>
            <a:ext cx="282204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MELISSA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WILLIAMS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9;p13"/>
          <p:cNvSpPr/>
          <p:nvPr/>
        </p:nvSpPr>
        <p:spPr>
          <a:xfrm>
            <a:off x="504000" y="789840"/>
            <a:ext cx="371736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1" lang="en-US" sz="161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REGISTERED ACCOUNTANT</a:t>
            </a:r>
            <a:endParaRPr b="0" lang="en-US" sz="1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90;p13"/>
          <p:cNvSpPr/>
          <p:nvPr/>
        </p:nvSpPr>
        <p:spPr>
          <a:xfrm>
            <a:off x="504000" y="2342520"/>
            <a:ext cx="3524760" cy="8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As a registered accountant with a proven track record of managing financial accounts and ensuring compliance with regulations, I am highly skilled in analyzing data, preparing financial statements, and providing strategic financial advice. My commitment to accuracy, attention to detail, and strong work ethic make me a valuable asset in the field of accounting.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oogle Shape;91;p13"/>
          <p:cNvGrpSpPr/>
          <p:nvPr/>
        </p:nvGrpSpPr>
        <p:grpSpPr>
          <a:xfrm>
            <a:off x="494280" y="3411000"/>
            <a:ext cx="2362680" cy="252000"/>
            <a:chOff x="494280" y="3411000"/>
            <a:chExt cx="2362680" cy="252000"/>
          </a:xfrm>
        </p:grpSpPr>
        <p:sp>
          <p:nvSpPr>
            <p:cNvPr id="67" name="Google Shape;92;p13"/>
            <p:cNvSpPr/>
            <p:nvPr/>
          </p:nvSpPr>
          <p:spPr>
            <a:xfrm>
              <a:off x="494280" y="3411000"/>
              <a:ext cx="2362680" cy="252000"/>
            </a:xfrm>
            <a:custGeom>
              <a:avLst/>
              <a:gdLst>
                <a:gd name="textAreaLeft" fmla="*/ 0 w 2362680"/>
                <a:gd name="textAreaRight" fmla="*/ 2363040 w 23626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846917" h="90413">
                  <a:moveTo>
                    <a:pt x="0" y="0"/>
                  </a:moveTo>
                  <a:lnTo>
                    <a:pt x="846917" y="0"/>
                  </a:lnTo>
                  <a:lnTo>
                    <a:pt x="84691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Google Shape;93;p13"/>
            <p:cNvSpPr/>
            <p:nvPr/>
          </p:nvSpPr>
          <p:spPr>
            <a:xfrm>
              <a:off x="494280" y="3464280"/>
              <a:ext cx="23626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Google Shape;94;p13"/>
          <p:cNvSpPr/>
          <p:nvPr/>
        </p:nvSpPr>
        <p:spPr>
          <a:xfrm>
            <a:off x="494280" y="373716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CONTACTS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5;p13"/>
          <p:cNvSpPr/>
          <p:nvPr/>
        </p:nvSpPr>
        <p:spPr>
          <a:xfrm>
            <a:off x="494280" y="4337280"/>
            <a:ext cx="196992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rjones@email.com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6;p13"/>
          <p:cNvSpPr/>
          <p:nvPr/>
        </p:nvSpPr>
        <p:spPr>
          <a:xfrm>
            <a:off x="494280" y="4779720"/>
            <a:ext cx="196992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123-456-789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7;p13"/>
          <p:cNvSpPr/>
          <p:nvPr/>
        </p:nvSpPr>
        <p:spPr>
          <a:xfrm>
            <a:off x="494280" y="5212800"/>
            <a:ext cx="196992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123 Anywhere Street, Anywhere City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Google Shape;98;p13"/>
          <p:cNvCxnSpPr/>
          <p:nvPr/>
        </p:nvCxnSpPr>
        <p:spPr>
          <a:xfrm>
            <a:off x="494280" y="462024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cxnSp>
        <p:nvCxnSpPr>
          <p:cNvPr id="74" name="Google Shape;99;p13"/>
          <p:cNvCxnSpPr/>
          <p:nvPr/>
        </p:nvCxnSpPr>
        <p:spPr>
          <a:xfrm>
            <a:off x="494280" y="506268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grpSp>
        <p:nvGrpSpPr>
          <p:cNvPr id="75" name="Google Shape;100;p13"/>
          <p:cNvGrpSpPr/>
          <p:nvPr/>
        </p:nvGrpSpPr>
        <p:grpSpPr>
          <a:xfrm>
            <a:off x="494280" y="5641560"/>
            <a:ext cx="2362680" cy="252000"/>
            <a:chOff x="494280" y="5641560"/>
            <a:chExt cx="2362680" cy="252000"/>
          </a:xfrm>
        </p:grpSpPr>
        <p:sp>
          <p:nvSpPr>
            <p:cNvPr id="76" name="Google Shape;101;p13"/>
            <p:cNvSpPr/>
            <p:nvPr/>
          </p:nvSpPr>
          <p:spPr>
            <a:xfrm>
              <a:off x="494280" y="5641560"/>
              <a:ext cx="2362680" cy="252000"/>
            </a:xfrm>
            <a:custGeom>
              <a:avLst/>
              <a:gdLst>
                <a:gd name="textAreaLeft" fmla="*/ 0 w 2362680"/>
                <a:gd name="textAreaRight" fmla="*/ 2363040 w 23626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846917" h="90413">
                  <a:moveTo>
                    <a:pt x="0" y="0"/>
                  </a:moveTo>
                  <a:lnTo>
                    <a:pt x="846917" y="0"/>
                  </a:lnTo>
                  <a:lnTo>
                    <a:pt x="84691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Google Shape;102;p13"/>
            <p:cNvSpPr/>
            <p:nvPr/>
          </p:nvSpPr>
          <p:spPr>
            <a:xfrm>
              <a:off x="494280" y="5694840"/>
              <a:ext cx="23626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Google Shape;103;p13"/>
          <p:cNvSpPr/>
          <p:nvPr/>
        </p:nvSpPr>
        <p:spPr>
          <a:xfrm>
            <a:off x="494280" y="596988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SKILLS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oogle Shape;104;p13"/>
          <p:cNvGrpSpPr/>
          <p:nvPr/>
        </p:nvGrpSpPr>
        <p:grpSpPr>
          <a:xfrm>
            <a:off x="3096000" y="3411000"/>
            <a:ext cx="3707640" cy="252000"/>
            <a:chOff x="3096000" y="3411000"/>
            <a:chExt cx="3707640" cy="252000"/>
          </a:xfrm>
        </p:grpSpPr>
        <p:sp>
          <p:nvSpPr>
            <p:cNvPr id="80" name="Google Shape;105;p13"/>
            <p:cNvSpPr/>
            <p:nvPr/>
          </p:nvSpPr>
          <p:spPr>
            <a:xfrm>
              <a:off x="3096000" y="3411000"/>
              <a:ext cx="3707640" cy="252000"/>
            </a:xfrm>
            <a:custGeom>
              <a:avLst/>
              <a:gdLst>
                <a:gd name="textAreaLeft" fmla="*/ 0 w 3707640"/>
                <a:gd name="textAreaRight" fmla="*/ 3708000 w 370764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1328895" h="90413">
                  <a:moveTo>
                    <a:pt x="0" y="0"/>
                  </a:moveTo>
                  <a:lnTo>
                    <a:pt x="1328895" y="0"/>
                  </a:lnTo>
                  <a:lnTo>
                    <a:pt x="1328895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Google Shape;106;p13"/>
            <p:cNvSpPr/>
            <p:nvPr/>
          </p:nvSpPr>
          <p:spPr>
            <a:xfrm>
              <a:off x="3096000" y="3464280"/>
              <a:ext cx="370764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Google Shape;107;p13"/>
          <p:cNvSpPr/>
          <p:nvPr/>
        </p:nvSpPr>
        <p:spPr>
          <a:xfrm>
            <a:off x="3096000" y="3737160"/>
            <a:ext cx="3707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WORK EXPERIENCE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8;p13"/>
          <p:cNvSpPr/>
          <p:nvPr/>
        </p:nvSpPr>
        <p:spPr>
          <a:xfrm>
            <a:off x="5908680" y="451008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Google Shape;109;p13"/>
          <p:cNvCxnSpPr/>
          <p:nvPr/>
        </p:nvCxnSpPr>
        <p:spPr>
          <a:xfrm>
            <a:off x="3085920" y="4760640"/>
            <a:ext cx="371844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85" name="Google Shape;110;p13"/>
          <p:cNvSpPr/>
          <p:nvPr/>
        </p:nvSpPr>
        <p:spPr>
          <a:xfrm>
            <a:off x="3096000" y="44704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1;p13"/>
          <p:cNvSpPr/>
          <p:nvPr/>
        </p:nvSpPr>
        <p:spPr>
          <a:xfrm>
            <a:off x="3099960" y="517968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2;p13"/>
          <p:cNvSpPr/>
          <p:nvPr/>
        </p:nvSpPr>
        <p:spPr>
          <a:xfrm>
            <a:off x="3099960" y="48607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3;p13"/>
          <p:cNvSpPr/>
          <p:nvPr/>
        </p:nvSpPr>
        <p:spPr>
          <a:xfrm>
            <a:off x="5918400" y="608688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Google Shape;114;p13"/>
          <p:cNvCxnSpPr/>
          <p:nvPr/>
        </p:nvCxnSpPr>
        <p:spPr>
          <a:xfrm>
            <a:off x="3095640" y="6337440"/>
            <a:ext cx="371808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90" name="Google Shape;115;p13"/>
          <p:cNvSpPr/>
          <p:nvPr/>
        </p:nvSpPr>
        <p:spPr>
          <a:xfrm>
            <a:off x="3105720" y="60472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6;p13"/>
          <p:cNvSpPr/>
          <p:nvPr/>
        </p:nvSpPr>
        <p:spPr>
          <a:xfrm>
            <a:off x="3109680" y="675648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7;p13"/>
          <p:cNvSpPr/>
          <p:nvPr/>
        </p:nvSpPr>
        <p:spPr>
          <a:xfrm>
            <a:off x="3109680" y="64375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8;p13"/>
          <p:cNvSpPr/>
          <p:nvPr/>
        </p:nvSpPr>
        <p:spPr>
          <a:xfrm>
            <a:off x="5918400" y="766332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Google Shape;119;p13"/>
          <p:cNvCxnSpPr/>
          <p:nvPr/>
        </p:nvCxnSpPr>
        <p:spPr>
          <a:xfrm>
            <a:off x="3095640" y="7913880"/>
            <a:ext cx="371808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95" name="Google Shape;120;p13"/>
          <p:cNvSpPr/>
          <p:nvPr/>
        </p:nvSpPr>
        <p:spPr>
          <a:xfrm>
            <a:off x="3105720" y="76240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1;p13"/>
          <p:cNvSpPr/>
          <p:nvPr/>
        </p:nvSpPr>
        <p:spPr>
          <a:xfrm>
            <a:off x="3109680" y="833292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2;p13"/>
          <p:cNvSpPr/>
          <p:nvPr/>
        </p:nvSpPr>
        <p:spPr>
          <a:xfrm>
            <a:off x="3109680" y="80143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" name="Google Shape;123;p13"/>
          <p:cNvGrpSpPr/>
          <p:nvPr/>
        </p:nvGrpSpPr>
        <p:grpSpPr>
          <a:xfrm>
            <a:off x="494280" y="8967240"/>
            <a:ext cx="6319080" cy="252000"/>
            <a:chOff x="494280" y="8967240"/>
            <a:chExt cx="6319080" cy="252000"/>
          </a:xfrm>
        </p:grpSpPr>
        <p:sp>
          <p:nvSpPr>
            <p:cNvPr id="99" name="Google Shape;124;p13"/>
            <p:cNvSpPr/>
            <p:nvPr/>
          </p:nvSpPr>
          <p:spPr>
            <a:xfrm>
              <a:off x="494280" y="8967240"/>
              <a:ext cx="6319080" cy="252000"/>
            </a:xfrm>
            <a:custGeom>
              <a:avLst/>
              <a:gdLst>
                <a:gd name="textAreaLeft" fmla="*/ 0 w 6319080"/>
                <a:gd name="textAreaRight" fmla="*/ 6319440 w 63190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2264696" h="90413">
                  <a:moveTo>
                    <a:pt x="0" y="0"/>
                  </a:moveTo>
                  <a:lnTo>
                    <a:pt x="2264696" y="0"/>
                  </a:lnTo>
                  <a:lnTo>
                    <a:pt x="2264696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Google Shape;125;p13"/>
            <p:cNvSpPr/>
            <p:nvPr/>
          </p:nvSpPr>
          <p:spPr>
            <a:xfrm>
              <a:off x="494280" y="9020520"/>
              <a:ext cx="63190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" name="Google Shape;126;p13"/>
          <p:cNvSpPr/>
          <p:nvPr/>
        </p:nvSpPr>
        <p:spPr>
          <a:xfrm>
            <a:off x="494280" y="937224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EDUCATION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7;p13"/>
          <p:cNvSpPr/>
          <p:nvPr/>
        </p:nvSpPr>
        <p:spPr>
          <a:xfrm>
            <a:off x="4858200" y="942444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Google Shape;128;p13"/>
          <p:cNvCxnSpPr/>
          <p:nvPr/>
        </p:nvCxnSpPr>
        <p:spPr>
          <a:xfrm>
            <a:off x="3095640" y="963432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04" name="Google Shape;129;p13"/>
          <p:cNvSpPr/>
          <p:nvPr/>
        </p:nvSpPr>
        <p:spPr>
          <a:xfrm>
            <a:off x="3096000" y="94100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0;p13"/>
          <p:cNvSpPr/>
          <p:nvPr/>
        </p:nvSpPr>
        <p:spPr>
          <a:xfrm>
            <a:off x="4858200" y="979344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" name="Google Shape;131;p13"/>
          <p:cNvCxnSpPr/>
          <p:nvPr/>
        </p:nvCxnSpPr>
        <p:spPr>
          <a:xfrm>
            <a:off x="3095640" y="1000296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07" name="Google Shape;132;p13"/>
          <p:cNvSpPr/>
          <p:nvPr/>
        </p:nvSpPr>
        <p:spPr>
          <a:xfrm>
            <a:off x="3096000" y="97790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3;p13"/>
          <p:cNvSpPr/>
          <p:nvPr/>
        </p:nvSpPr>
        <p:spPr>
          <a:xfrm>
            <a:off x="4858200" y="1016028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Google Shape;134;p13"/>
          <p:cNvCxnSpPr/>
          <p:nvPr/>
        </p:nvCxnSpPr>
        <p:spPr>
          <a:xfrm>
            <a:off x="3095640" y="1037016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10" name="Google Shape;135;p13"/>
          <p:cNvSpPr/>
          <p:nvPr/>
        </p:nvSpPr>
        <p:spPr>
          <a:xfrm>
            <a:off x="3096000" y="101462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6;p13"/>
          <p:cNvSpPr/>
          <p:nvPr/>
        </p:nvSpPr>
        <p:spPr>
          <a:xfrm>
            <a:off x="494280" y="9905400"/>
            <a:ext cx="23425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7;p13"/>
          <p:cNvSpPr/>
          <p:nvPr/>
        </p:nvSpPr>
        <p:spPr>
          <a:xfrm>
            <a:off x="494280" y="660816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Google Shape;138;p13"/>
          <p:cNvCxnSpPr/>
          <p:nvPr/>
        </p:nvCxnSpPr>
        <p:spPr>
          <a:xfrm>
            <a:off x="494280" y="689112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14" name="Google Shape;139;p13"/>
          <p:cNvSpPr/>
          <p:nvPr/>
        </p:nvSpPr>
        <p:spPr>
          <a:xfrm>
            <a:off x="494280" y="708192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" name="Google Shape;140;p13"/>
          <p:cNvCxnSpPr/>
          <p:nvPr/>
        </p:nvCxnSpPr>
        <p:spPr>
          <a:xfrm>
            <a:off x="494280" y="736488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16" name="Google Shape;141;p13"/>
          <p:cNvSpPr/>
          <p:nvPr/>
        </p:nvSpPr>
        <p:spPr>
          <a:xfrm>
            <a:off x="494280" y="755568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Google Shape;142;p13"/>
          <p:cNvCxnSpPr/>
          <p:nvPr/>
        </p:nvCxnSpPr>
        <p:spPr>
          <a:xfrm>
            <a:off x="494280" y="783864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18" name="Google Shape;143;p13"/>
          <p:cNvSpPr/>
          <p:nvPr/>
        </p:nvSpPr>
        <p:spPr>
          <a:xfrm>
            <a:off x="494280" y="802944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" name="Google Shape;144;p13"/>
          <p:cNvCxnSpPr/>
          <p:nvPr/>
        </p:nvCxnSpPr>
        <p:spPr>
          <a:xfrm>
            <a:off x="494280" y="831240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20" name="Google Shape;145;p13"/>
          <p:cNvSpPr/>
          <p:nvPr/>
        </p:nvSpPr>
        <p:spPr>
          <a:xfrm>
            <a:off x="494280" y="850320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" name="Google Shape;146;p13"/>
          <p:cNvCxnSpPr/>
          <p:nvPr/>
        </p:nvCxnSpPr>
        <p:spPr>
          <a:xfrm>
            <a:off x="494280" y="878616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22" name="Google Shape;147;p13"/>
          <p:cNvSpPr/>
          <p:nvPr/>
        </p:nvSpPr>
        <p:spPr>
          <a:xfrm>
            <a:off x="1739160" y="660816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48;p13"/>
          <p:cNvSpPr/>
          <p:nvPr/>
        </p:nvSpPr>
        <p:spPr>
          <a:xfrm>
            <a:off x="1739160" y="708192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49;p13"/>
          <p:cNvSpPr/>
          <p:nvPr/>
        </p:nvSpPr>
        <p:spPr>
          <a:xfrm>
            <a:off x="1739160" y="755568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50;p13"/>
          <p:cNvSpPr/>
          <p:nvPr/>
        </p:nvSpPr>
        <p:spPr>
          <a:xfrm>
            <a:off x="1739160" y="802944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51;p13"/>
          <p:cNvSpPr/>
          <p:nvPr/>
        </p:nvSpPr>
        <p:spPr>
          <a:xfrm>
            <a:off x="1739160" y="850320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82880" y="182880"/>
            <a:ext cx="7190740" cy="10327640"/>
          </a:xfrm>
          <a:prstGeom prst="rect">
            <a:avLst/>
          </a:prstGeom>
          <a:noFill/>
          <a:ln w="9144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56;p14"/>
          <p:cNvGrpSpPr/>
          <p:nvPr/>
        </p:nvGrpSpPr>
        <p:grpSpPr>
          <a:xfrm>
            <a:off x="504000" y="376920"/>
            <a:ext cx="6299640" cy="252000"/>
            <a:chOff x="504000" y="376920"/>
            <a:chExt cx="6299640" cy="252000"/>
          </a:xfrm>
        </p:grpSpPr>
        <p:sp>
          <p:nvSpPr>
            <p:cNvPr id="128" name="Google Shape;157;p14"/>
            <p:cNvSpPr/>
            <p:nvPr/>
          </p:nvSpPr>
          <p:spPr>
            <a:xfrm>
              <a:off x="504000" y="376920"/>
              <a:ext cx="6299640" cy="252000"/>
            </a:xfrm>
            <a:custGeom>
              <a:avLst/>
              <a:gdLst>
                <a:gd name="textAreaLeft" fmla="*/ 0 w 6299640"/>
                <a:gd name="textAreaRight" fmla="*/ 6300000 w 629964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2257737" h="90413">
                  <a:moveTo>
                    <a:pt x="0" y="0"/>
                  </a:moveTo>
                  <a:lnTo>
                    <a:pt x="2257737" y="0"/>
                  </a:lnTo>
                  <a:lnTo>
                    <a:pt x="225773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Google Shape;158;p14"/>
            <p:cNvSpPr/>
            <p:nvPr/>
          </p:nvSpPr>
          <p:spPr>
            <a:xfrm>
              <a:off x="504000" y="429840"/>
              <a:ext cx="629964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" name="Google Shape;159;p14"/>
          <p:cNvSpPr/>
          <p:nvPr/>
        </p:nvSpPr>
        <p:spPr>
          <a:xfrm>
            <a:off x="494280" y="1319040"/>
            <a:ext cx="631908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492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MELISSA WILLIAMS</a:t>
            </a:r>
            <a:endParaRPr b="0" lang="en-US" sz="4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0;p14"/>
          <p:cNvSpPr/>
          <p:nvPr/>
        </p:nvSpPr>
        <p:spPr>
          <a:xfrm>
            <a:off x="504000" y="969840"/>
            <a:ext cx="3717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REGISTERED ACCOUNTANT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1;p14"/>
          <p:cNvSpPr/>
          <p:nvPr/>
        </p:nvSpPr>
        <p:spPr>
          <a:xfrm>
            <a:off x="494280" y="2258640"/>
            <a:ext cx="629964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As a registered accountant with a proven track record of managing financial accounts and ensuring compliance with regulations, I am highly skilled in analyzing data, preparing financial statements, and providing strategic financial advice. My commitment to accuracy, attention to detail, and strong work ethic make me a valuable asset in the field of accounting.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Google Shape;162;p14"/>
          <p:cNvGrpSpPr/>
          <p:nvPr/>
        </p:nvGrpSpPr>
        <p:grpSpPr>
          <a:xfrm>
            <a:off x="494280" y="3411000"/>
            <a:ext cx="2362680" cy="252000"/>
            <a:chOff x="494280" y="3411000"/>
            <a:chExt cx="2362680" cy="252000"/>
          </a:xfrm>
        </p:grpSpPr>
        <p:sp>
          <p:nvSpPr>
            <p:cNvPr id="134" name="Google Shape;163;p14"/>
            <p:cNvSpPr/>
            <p:nvPr/>
          </p:nvSpPr>
          <p:spPr>
            <a:xfrm>
              <a:off x="494280" y="3411000"/>
              <a:ext cx="2362680" cy="252000"/>
            </a:xfrm>
            <a:custGeom>
              <a:avLst/>
              <a:gdLst>
                <a:gd name="textAreaLeft" fmla="*/ 0 w 2362680"/>
                <a:gd name="textAreaRight" fmla="*/ 2363040 w 23626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846917" h="90413">
                  <a:moveTo>
                    <a:pt x="0" y="0"/>
                  </a:moveTo>
                  <a:lnTo>
                    <a:pt x="846917" y="0"/>
                  </a:lnTo>
                  <a:lnTo>
                    <a:pt x="84691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Google Shape;164;p14"/>
            <p:cNvSpPr/>
            <p:nvPr/>
          </p:nvSpPr>
          <p:spPr>
            <a:xfrm>
              <a:off x="494280" y="3464280"/>
              <a:ext cx="23626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" name="Google Shape;165;p14"/>
          <p:cNvSpPr/>
          <p:nvPr/>
        </p:nvSpPr>
        <p:spPr>
          <a:xfrm>
            <a:off x="494280" y="373968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CONTACTS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66;p14"/>
          <p:cNvSpPr/>
          <p:nvPr/>
        </p:nvSpPr>
        <p:spPr>
          <a:xfrm>
            <a:off x="494280" y="4337280"/>
            <a:ext cx="1969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rjones@email.com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67;p14"/>
          <p:cNvSpPr/>
          <p:nvPr/>
        </p:nvSpPr>
        <p:spPr>
          <a:xfrm>
            <a:off x="494280" y="4779720"/>
            <a:ext cx="1969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123-456-789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68;p14"/>
          <p:cNvSpPr/>
          <p:nvPr/>
        </p:nvSpPr>
        <p:spPr>
          <a:xfrm>
            <a:off x="494280" y="5212800"/>
            <a:ext cx="171792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123 Anywhere Street, Anywhere City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Google Shape;169;p14"/>
          <p:cNvCxnSpPr/>
          <p:nvPr/>
        </p:nvCxnSpPr>
        <p:spPr>
          <a:xfrm>
            <a:off x="494280" y="462024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cxnSp>
        <p:nvCxnSpPr>
          <p:cNvPr id="141" name="Google Shape;170;p14"/>
          <p:cNvCxnSpPr/>
          <p:nvPr/>
        </p:nvCxnSpPr>
        <p:spPr>
          <a:xfrm>
            <a:off x="494280" y="506268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grpSp>
        <p:nvGrpSpPr>
          <p:cNvPr id="142" name="Google Shape;171;p14"/>
          <p:cNvGrpSpPr/>
          <p:nvPr/>
        </p:nvGrpSpPr>
        <p:grpSpPr>
          <a:xfrm>
            <a:off x="494280" y="5641560"/>
            <a:ext cx="2362680" cy="252000"/>
            <a:chOff x="494280" y="5641560"/>
            <a:chExt cx="2362680" cy="252000"/>
          </a:xfrm>
        </p:grpSpPr>
        <p:sp>
          <p:nvSpPr>
            <p:cNvPr id="143" name="Google Shape;172;p14"/>
            <p:cNvSpPr/>
            <p:nvPr/>
          </p:nvSpPr>
          <p:spPr>
            <a:xfrm>
              <a:off x="494280" y="5641560"/>
              <a:ext cx="2362680" cy="252000"/>
            </a:xfrm>
            <a:custGeom>
              <a:avLst/>
              <a:gdLst>
                <a:gd name="textAreaLeft" fmla="*/ 0 w 2362680"/>
                <a:gd name="textAreaRight" fmla="*/ 2363040 w 23626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846917" h="90413">
                  <a:moveTo>
                    <a:pt x="0" y="0"/>
                  </a:moveTo>
                  <a:lnTo>
                    <a:pt x="846917" y="0"/>
                  </a:lnTo>
                  <a:lnTo>
                    <a:pt x="84691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Google Shape;173;p14"/>
            <p:cNvSpPr/>
            <p:nvPr/>
          </p:nvSpPr>
          <p:spPr>
            <a:xfrm>
              <a:off x="494280" y="5694840"/>
              <a:ext cx="23626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Google Shape;174;p14"/>
          <p:cNvSpPr/>
          <p:nvPr/>
        </p:nvSpPr>
        <p:spPr>
          <a:xfrm>
            <a:off x="494280" y="596988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SKILLS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" name="Google Shape;175;p14"/>
          <p:cNvGrpSpPr/>
          <p:nvPr/>
        </p:nvGrpSpPr>
        <p:grpSpPr>
          <a:xfrm>
            <a:off x="3096000" y="3411000"/>
            <a:ext cx="3707640" cy="252000"/>
            <a:chOff x="3096000" y="3411000"/>
            <a:chExt cx="3707640" cy="252000"/>
          </a:xfrm>
        </p:grpSpPr>
        <p:sp>
          <p:nvSpPr>
            <p:cNvPr id="147" name="Google Shape;176;p14"/>
            <p:cNvSpPr/>
            <p:nvPr/>
          </p:nvSpPr>
          <p:spPr>
            <a:xfrm>
              <a:off x="3096000" y="3411000"/>
              <a:ext cx="3707640" cy="252000"/>
            </a:xfrm>
            <a:custGeom>
              <a:avLst/>
              <a:gdLst>
                <a:gd name="textAreaLeft" fmla="*/ 0 w 3707640"/>
                <a:gd name="textAreaRight" fmla="*/ 3708000 w 370764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1328895" h="90413">
                  <a:moveTo>
                    <a:pt x="0" y="0"/>
                  </a:moveTo>
                  <a:lnTo>
                    <a:pt x="1328895" y="0"/>
                  </a:lnTo>
                  <a:lnTo>
                    <a:pt x="1328895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Google Shape;177;p14"/>
            <p:cNvSpPr/>
            <p:nvPr/>
          </p:nvSpPr>
          <p:spPr>
            <a:xfrm>
              <a:off x="3096000" y="3464280"/>
              <a:ext cx="370764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" name="Google Shape;178;p14"/>
          <p:cNvSpPr/>
          <p:nvPr/>
        </p:nvSpPr>
        <p:spPr>
          <a:xfrm>
            <a:off x="494280" y="660816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0" name="Google Shape;179;p14"/>
          <p:cNvCxnSpPr/>
          <p:nvPr/>
        </p:nvCxnSpPr>
        <p:spPr>
          <a:xfrm>
            <a:off x="494280" y="689112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1" name="Google Shape;180;p14"/>
          <p:cNvSpPr/>
          <p:nvPr/>
        </p:nvSpPr>
        <p:spPr>
          <a:xfrm>
            <a:off x="494280" y="708192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" name="Google Shape;181;p14"/>
          <p:cNvCxnSpPr/>
          <p:nvPr/>
        </p:nvCxnSpPr>
        <p:spPr>
          <a:xfrm>
            <a:off x="494280" y="736488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3" name="Google Shape;182;p14"/>
          <p:cNvSpPr/>
          <p:nvPr/>
        </p:nvSpPr>
        <p:spPr>
          <a:xfrm>
            <a:off x="494280" y="755568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" name="Google Shape;183;p14"/>
          <p:cNvCxnSpPr/>
          <p:nvPr/>
        </p:nvCxnSpPr>
        <p:spPr>
          <a:xfrm>
            <a:off x="494280" y="783864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5" name="Google Shape;184;p14"/>
          <p:cNvSpPr/>
          <p:nvPr/>
        </p:nvSpPr>
        <p:spPr>
          <a:xfrm>
            <a:off x="494280" y="802944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Google Shape;185;p14"/>
          <p:cNvCxnSpPr/>
          <p:nvPr/>
        </p:nvCxnSpPr>
        <p:spPr>
          <a:xfrm>
            <a:off x="494280" y="831240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7" name="Google Shape;186;p14"/>
          <p:cNvSpPr/>
          <p:nvPr/>
        </p:nvSpPr>
        <p:spPr>
          <a:xfrm>
            <a:off x="494280" y="850320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Google Shape;187;p14"/>
          <p:cNvCxnSpPr/>
          <p:nvPr/>
        </p:nvCxnSpPr>
        <p:spPr>
          <a:xfrm>
            <a:off x="494280" y="878616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9" name="Google Shape;188;p14"/>
          <p:cNvSpPr/>
          <p:nvPr/>
        </p:nvSpPr>
        <p:spPr>
          <a:xfrm>
            <a:off x="3096000" y="3739680"/>
            <a:ext cx="3707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WORK EXPERIENCE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89;p14"/>
          <p:cNvSpPr/>
          <p:nvPr/>
        </p:nvSpPr>
        <p:spPr>
          <a:xfrm>
            <a:off x="5908680" y="451008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1" name="Google Shape;190;p14"/>
          <p:cNvCxnSpPr/>
          <p:nvPr/>
        </p:nvCxnSpPr>
        <p:spPr>
          <a:xfrm>
            <a:off x="3085920" y="4760640"/>
            <a:ext cx="371844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162" name="Google Shape;191;p14"/>
          <p:cNvSpPr/>
          <p:nvPr/>
        </p:nvSpPr>
        <p:spPr>
          <a:xfrm>
            <a:off x="3096000" y="44704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192;p14"/>
          <p:cNvSpPr/>
          <p:nvPr/>
        </p:nvSpPr>
        <p:spPr>
          <a:xfrm>
            <a:off x="3099960" y="517968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193;p14"/>
          <p:cNvSpPr/>
          <p:nvPr/>
        </p:nvSpPr>
        <p:spPr>
          <a:xfrm>
            <a:off x="3099960" y="48607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194;p14"/>
          <p:cNvSpPr/>
          <p:nvPr/>
        </p:nvSpPr>
        <p:spPr>
          <a:xfrm>
            <a:off x="5918400" y="608688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" name="Google Shape;195;p14"/>
          <p:cNvCxnSpPr/>
          <p:nvPr/>
        </p:nvCxnSpPr>
        <p:spPr>
          <a:xfrm>
            <a:off x="3095640" y="6337440"/>
            <a:ext cx="371808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167" name="Google Shape;196;p14"/>
          <p:cNvSpPr/>
          <p:nvPr/>
        </p:nvSpPr>
        <p:spPr>
          <a:xfrm>
            <a:off x="3105720" y="60472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197;p14"/>
          <p:cNvSpPr/>
          <p:nvPr/>
        </p:nvSpPr>
        <p:spPr>
          <a:xfrm>
            <a:off x="3109680" y="675648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198;p14"/>
          <p:cNvSpPr/>
          <p:nvPr/>
        </p:nvSpPr>
        <p:spPr>
          <a:xfrm>
            <a:off x="3109680" y="64375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199;p14"/>
          <p:cNvSpPr/>
          <p:nvPr/>
        </p:nvSpPr>
        <p:spPr>
          <a:xfrm>
            <a:off x="5918400" y="766332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Google Shape;200;p14"/>
          <p:cNvCxnSpPr/>
          <p:nvPr/>
        </p:nvCxnSpPr>
        <p:spPr>
          <a:xfrm>
            <a:off x="3095640" y="7913880"/>
            <a:ext cx="371808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172" name="Google Shape;201;p14"/>
          <p:cNvSpPr/>
          <p:nvPr/>
        </p:nvSpPr>
        <p:spPr>
          <a:xfrm>
            <a:off x="3105720" y="76240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02;p14"/>
          <p:cNvSpPr/>
          <p:nvPr/>
        </p:nvSpPr>
        <p:spPr>
          <a:xfrm>
            <a:off x="3109680" y="833292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03;p14"/>
          <p:cNvSpPr/>
          <p:nvPr/>
        </p:nvSpPr>
        <p:spPr>
          <a:xfrm>
            <a:off x="3109680" y="80143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5" name="Google Shape;204;p14"/>
          <p:cNvGrpSpPr/>
          <p:nvPr/>
        </p:nvGrpSpPr>
        <p:grpSpPr>
          <a:xfrm>
            <a:off x="494280" y="8967240"/>
            <a:ext cx="6319080" cy="252000"/>
            <a:chOff x="494280" y="8967240"/>
            <a:chExt cx="6319080" cy="252000"/>
          </a:xfrm>
        </p:grpSpPr>
        <p:sp>
          <p:nvSpPr>
            <p:cNvPr id="176" name="Google Shape;205;p14"/>
            <p:cNvSpPr/>
            <p:nvPr/>
          </p:nvSpPr>
          <p:spPr>
            <a:xfrm>
              <a:off x="494280" y="8967240"/>
              <a:ext cx="6319080" cy="252000"/>
            </a:xfrm>
            <a:custGeom>
              <a:avLst/>
              <a:gdLst>
                <a:gd name="textAreaLeft" fmla="*/ 0 w 6319080"/>
                <a:gd name="textAreaRight" fmla="*/ 6319440 w 63190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2264696" h="90413">
                  <a:moveTo>
                    <a:pt x="0" y="0"/>
                  </a:moveTo>
                  <a:lnTo>
                    <a:pt x="2264696" y="0"/>
                  </a:lnTo>
                  <a:lnTo>
                    <a:pt x="2264696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Google Shape;206;p14"/>
            <p:cNvSpPr/>
            <p:nvPr/>
          </p:nvSpPr>
          <p:spPr>
            <a:xfrm>
              <a:off x="494280" y="9020520"/>
              <a:ext cx="63190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" name="Google Shape;207;p14"/>
          <p:cNvSpPr/>
          <p:nvPr/>
        </p:nvSpPr>
        <p:spPr>
          <a:xfrm>
            <a:off x="494280" y="937224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EDUCATION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08;p14"/>
          <p:cNvSpPr/>
          <p:nvPr/>
        </p:nvSpPr>
        <p:spPr>
          <a:xfrm>
            <a:off x="4858200" y="942444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Google Shape;209;p14"/>
          <p:cNvCxnSpPr/>
          <p:nvPr/>
        </p:nvCxnSpPr>
        <p:spPr>
          <a:xfrm>
            <a:off x="3095640" y="963432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81" name="Google Shape;210;p14"/>
          <p:cNvSpPr/>
          <p:nvPr/>
        </p:nvSpPr>
        <p:spPr>
          <a:xfrm>
            <a:off x="3096000" y="94100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11;p14"/>
          <p:cNvSpPr/>
          <p:nvPr/>
        </p:nvSpPr>
        <p:spPr>
          <a:xfrm>
            <a:off x="4858200" y="979344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Google Shape;212;p14"/>
          <p:cNvCxnSpPr/>
          <p:nvPr/>
        </p:nvCxnSpPr>
        <p:spPr>
          <a:xfrm>
            <a:off x="3095640" y="1000296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84" name="Google Shape;213;p14"/>
          <p:cNvSpPr/>
          <p:nvPr/>
        </p:nvSpPr>
        <p:spPr>
          <a:xfrm>
            <a:off x="3096000" y="97790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14;p14"/>
          <p:cNvSpPr/>
          <p:nvPr/>
        </p:nvSpPr>
        <p:spPr>
          <a:xfrm>
            <a:off x="4858200" y="1016028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6" name="Google Shape;215;p14"/>
          <p:cNvCxnSpPr/>
          <p:nvPr/>
        </p:nvCxnSpPr>
        <p:spPr>
          <a:xfrm>
            <a:off x="3095640" y="1037016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87" name="Google Shape;216;p14"/>
          <p:cNvSpPr/>
          <p:nvPr/>
        </p:nvSpPr>
        <p:spPr>
          <a:xfrm>
            <a:off x="3096000" y="101462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17;p14"/>
          <p:cNvSpPr/>
          <p:nvPr/>
        </p:nvSpPr>
        <p:spPr>
          <a:xfrm>
            <a:off x="494280" y="9905400"/>
            <a:ext cx="23425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18;p14"/>
          <p:cNvSpPr/>
          <p:nvPr/>
        </p:nvSpPr>
        <p:spPr>
          <a:xfrm>
            <a:off x="1739160" y="660816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19;p14"/>
          <p:cNvSpPr/>
          <p:nvPr/>
        </p:nvSpPr>
        <p:spPr>
          <a:xfrm>
            <a:off x="1739160" y="708192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20;p14"/>
          <p:cNvSpPr/>
          <p:nvPr/>
        </p:nvSpPr>
        <p:spPr>
          <a:xfrm>
            <a:off x="1739160" y="755568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21;p14"/>
          <p:cNvSpPr/>
          <p:nvPr/>
        </p:nvSpPr>
        <p:spPr>
          <a:xfrm>
            <a:off x="1739160" y="802944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22;p14"/>
          <p:cNvSpPr/>
          <p:nvPr/>
        </p:nvSpPr>
        <p:spPr>
          <a:xfrm>
            <a:off x="1739160" y="850320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182880" y="182880"/>
            <a:ext cx="7190740" cy="10327640"/>
          </a:xfrm>
          <a:prstGeom prst="rect">
            <a:avLst/>
          </a:prstGeom>
          <a:noFill/>
          <a:ln w="9144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227;p15"/>
          <p:cNvGrpSpPr/>
          <p:nvPr/>
        </p:nvGrpSpPr>
        <p:grpSpPr>
          <a:xfrm>
            <a:off x="756000" y="1975320"/>
            <a:ext cx="6047640" cy="3204000"/>
            <a:chOff x="756000" y="1975320"/>
            <a:chExt cx="6047640" cy="3204000"/>
          </a:xfrm>
        </p:grpSpPr>
        <p:sp>
          <p:nvSpPr>
            <p:cNvPr id="195" name="Google Shape;228;p15"/>
            <p:cNvSpPr/>
            <p:nvPr/>
          </p:nvSpPr>
          <p:spPr>
            <a:xfrm>
              <a:off x="756000" y="1996560"/>
              <a:ext cx="6047640" cy="3182760"/>
            </a:xfrm>
            <a:custGeom>
              <a:avLst/>
              <a:gdLst>
                <a:gd name="textAreaLeft" fmla="*/ 0 w 6047640"/>
                <a:gd name="textAreaRight" fmla="*/ 6048000 w 6047640"/>
                <a:gd name="textAreaTop" fmla="*/ 0 h 3182760"/>
                <a:gd name="textAreaBottom" fmla="*/ 3183120 h 3182760"/>
              </a:gdLst>
              <a:ahLst/>
              <a:cxnLst/>
              <a:rect l="textAreaLeft" t="textAreaTop" r="textAreaRight" b="textAreaBottom"/>
              <a:pathLst>
                <a:path w="2702632" h="1422404">
                  <a:moveTo>
                    <a:pt x="19201" y="0"/>
                  </a:moveTo>
                  <a:lnTo>
                    <a:pt x="2683431" y="0"/>
                  </a:lnTo>
                  <a:cubicBezTo>
                    <a:pt x="2694035" y="0"/>
                    <a:pt x="2702632" y="8597"/>
                    <a:pt x="2702632" y="19201"/>
                  </a:cubicBezTo>
                  <a:lnTo>
                    <a:pt x="2702632" y="1403203"/>
                  </a:lnTo>
                  <a:cubicBezTo>
                    <a:pt x="2702632" y="1408295"/>
                    <a:pt x="2700609" y="1413179"/>
                    <a:pt x="2697008" y="1416780"/>
                  </a:cubicBezTo>
                  <a:cubicBezTo>
                    <a:pt x="2693407" y="1420381"/>
                    <a:pt x="2688523" y="1422404"/>
                    <a:pt x="2683431" y="1422404"/>
                  </a:cubicBezTo>
                  <a:lnTo>
                    <a:pt x="19201" y="1422404"/>
                  </a:lnTo>
                  <a:cubicBezTo>
                    <a:pt x="14109" y="1422404"/>
                    <a:pt x="9225" y="1420381"/>
                    <a:pt x="5624" y="1416780"/>
                  </a:cubicBezTo>
                  <a:cubicBezTo>
                    <a:pt x="2023" y="1413179"/>
                    <a:pt x="0" y="1408295"/>
                    <a:pt x="0" y="1403203"/>
                  </a:cubicBezTo>
                  <a:lnTo>
                    <a:pt x="0" y="19201"/>
                  </a:lnTo>
                  <a:cubicBezTo>
                    <a:pt x="0" y="14109"/>
                    <a:pt x="2023" y="9225"/>
                    <a:pt x="5624" y="5624"/>
                  </a:cubicBezTo>
                  <a:cubicBezTo>
                    <a:pt x="9225" y="2023"/>
                    <a:pt x="14109" y="0"/>
                    <a:pt x="19201" y="0"/>
                  </a:cubicBezTo>
                  <a:close/>
                </a:path>
              </a:pathLst>
            </a:custGeom>
            <a:solidFill>
              <a:srgbClr val="f0f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29;p15"/>
            <p:cNvSpPr/>
            <p:nvPr/>
          </p:nvSpPr>
          <p:spPr>
            <a:xfrm>
              <a:off x="756000" y="1975320"/>
              <a:ext cx="6047640" cy="320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" name="Google Shape;230;p15"/>
          <p:cNvGrpSpPr/>
          <p:nvPr/>
        </p:nvGrpSpPr>
        <p:grpSpPr>
          <a:xfrm>
            <a:off x="970920" y="2234160"/>
            <a:ext cx="2574000" cy="402480"/>
            <a:chOff x="970920" y="2234160"/>
            <a:chExt cx="2574000" cy="402480"/>
          </a:xfrm>
        </p:grpSpPr>
        <p:sp>
          <p:nvSpPr>
            <p:cNvPr id="198" name="Google Shape;231;p15"/>
            <p:cNvSpPr/>
            <p:nvPr/>
          </p:nvSpPr>
          <p:spPr>
            <a:xfrm>
              <a:off x="970920" y="2255400"/>
              <a:ext cx="2574000" cy="381240"/>
            </a:xfrm>
            <a:custGeom>
              <a:avLst/>
              <a:gdLst>
                <a:gd name="textAreaLeft" fmla="*/ 0 w 2574000"/>
                <a:gd name="textAreaRight" fmla="*/ 2574360 w 2574000"/>
                <a:gd name="textAreaTop" fmla="*/ 0 h 381240"/>
                <a:gd name="textAreaBottom" fmla="*/ 381600 h 381240"/>
              </a:gdLst>
              <a:ahLst/>
              <a:cxnLst/>
              <a:rect l="textAreaLeft" t="textAreaTop" r="textAreaRight" b="textAreaBottom"/>
              <a:pathLst>
                <a:path w="1150437" h="170466">
                  <a:moveTo>
                    <a:pt x="33079" y="0"/>
                  </a:moveTo>
                  <a:lnTo>
                    <a:pt x="1117358" y="0"/>
                  </a:lnTo>
                  <a:cubicBezTo>
                    <a:pt x="1126131" y="0"/>
                    <a:pt x="1134545" y="3485"/>
                    <a:pt x="1140749" y="9689"/>
                  </a:cubicBezTo>
                  <a:cubicBezTo>
                    <a:pt x="1146952" y="15892"/>
                    <a:pt x="1150437" y="24306"/>
                    <a:pt x="1150437" y="33079"/>
                  </a:cubicBezTo>
                  <a:lnTo>
                    <a:pt x="1150437" y="137387"/>
                  </a:lnTo>
                  <a:cubicBezTo>
                    <a:pt x="1150437" y="146160"/>
                    <a:pt x="1146952" y="154574"/>
                    <a:pt x="1140749" y="160777"/>
                  </a:cubicBezTo>
                  <a:cubicBezTo>
                    <a:pt x="1134545" y="166981"/>
                    <a:pt x="1126131" y="170466"/>
                    <a:pt x="1117358" y="170466"/>
                  </a:cubicBezTo>
                  <a:lnTo>
                    <a:pt x="33079" y="170466"/>
                  </a:lnTo>
                  <a:cubicBezTo>
                    <a:pt x="24306" y="170466"/>
                    <a:pt x="15892" y="166981"/>
                    <a:pt x="9689" y="160777"/>
                  </a:cubicBezTo>
                  <a:cubicBezTo>
                    <a:pt x="3485" y="154574"/>
                    <a:pt x="0" y="146160"/>
                    <a:pt x="0" y="137387"/>
                  </a:cubicBezTo>
                  <a:lnTo>
                    <a:pt x="0" y="33079"/>
                  </a:lnTo>
                  <a:cubicBezTo>
                    <a:pt x="0" y="24306"/>
                    <a:pt x="3485" y="15892"/>
                    <a:pt x="9689" y="9689"/>
                  </a:cubicBezTo>
                  <a:cubicBezTo>
                    <a:pt x="15892" y="3485"/>
                    <a:pt x="24306" y="0"/>
                    <a:pt x="33079" y="0"/>
                  </a:cubicBezTo>
                  <a:close/>
                </a:path>
              </a:pathLst>
            </a:custGeom>
            <a:noFill/>
            <a:ln cap="sq" w="9525">
              <a:solidFill>
                <a:srgbClr val="0f1a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32;p15"/>
            <p:cNvSpPr/>
            <p:nvPr/>
          </p:nvSpPr>
          <p:spPr>
            <a:xfrm>
              <a:off x="970920" y="2234160"/>
              <a:ext cx="2574000" cy="40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0" name="Google Shape;233;p15"/>
          <p:cNvGrpSpPr/>
          <p:nvPr/>
        </p:nvGrpSpPr>
        <p:grpSpPr>
          <a:xfrm>
            <a:off x="3821400" y="2234160"/>
            <a:ext cx="2574000" cy="402480"/>
            <a:chOff x="3821400" y="2234160"/>
            <a:chExt cx="2574000" cy="402480"/>
          </a:xfrm>
        </p:grpSpPr>
        <p:sp>
          <p:nvSpPr>
            <p:cNvPr id="201" name="Google Shape;234;p15"/>
            <p:cNvSpPr/>
            <p:nvPr/>
          </p:nvSpPr>
          <p:spPr>
            <a:xfrm>
              <a:off x="3821400" y="2255400"/>
              <a:ext cx="2574000" cy="381240"/>
            </a:xfrm>
            <a:custGeom>
              <a:avLst/>
              <a:gdLst>
                <a:gd name="textAreaLeft" fmla="*/ 0 w 2574000"/>
                <a:gd name="textAreaRight" fmla="*/ 2574360 w 2574000"/>
                <a:gd name="textAreaTop" fmla="*/ 0 h 381240"/>
                <a:gd name="textAreaBottom" fmla="*/ 381600 h 381240"/>
              </a:gdLst>
              <a:ahLst/>
              <a:cxnLst/>
              <a:rect l="textAreaLeft" t="textAreaTop" r="textAreaRight" b="textAreaBottom"/>
              <a:pathLst>
                <a:path w="1150437" h="170466">
                  <a:moveTo>
                    <a:pt x="33079" y="0"/>
                  </a:moveTo>
                  <a:lnTo>
                    <a:pt x="1117358" y="0"/>
                  </a:lnTo>
                  <a:cubicBezTo>
                    <a:pt x="1126131" y="0"/>
                    <a:pt x="1134545" y="3485"/>
                    <a:pt x="1140749" y="9689"/>
                  </a:cubicBezTo>
                  <a:cubicBezTo>
                    <a:pt x="1146952" y="15892"/>
                    <a:pt x="1150437" y="24306"/>
                    <a:pt x="1150437" y="33079"/>
                  </a:cubicBezTo>
                  <a:lnTo>
                    <a:pt x="1150437" y="137387"/>
                  </a:lnTo>
                  <a:cubicBezTo>
                    <a:pt x="1150437" y="146160"/>
                    <a:pt x="1146952" y="154574"/>
                    <a:pt x="1140749" y="160777"/>
                  </a:cubicBezTo>
                  <a:cubicBezTo>
                    <a:pt x="1134545" y="166981"/>
                    <a:pt x="1126131" y="170466"/>
                    <a:pt x="1117358" y="170466"/>
                  </a:cubicBezTo>
                  <a:lnTo>
                    <a:pt x="33079" y="170466"/>
                  </a:lnTo>
                  <a:cubicBezTo>
                    <a:pt x="24306" y="170466"/>
                    <a:pt x="15892" y="166981"/>
                    <a:pt x="9689" y="160777"/>
                  </a:cubicBezTo>
                  <a:cubicBezTo>
                    <a:pt x="3485" y="154574"/>
                    <a:pt x="0" y="146160"/>
                    <a:pt x="0" y="137387"/>
                  </a:cubicBezTo>
                  <a:lnTo>
                    <a:pt x="0" y="33079"/>
                  </a:lnTo>
                  <a:cubicBezTo>
                    <a:pt x="0" y="24306"/>
                    <a:pt x="3485" y="15892"/>
                    <a:pt x="9689" y="9689"/>
                  </a:cubicBezTo>
                  <a:cubicBezTo>
                    <a:pt x="15892" y="3485"/>
                    <a:pt x="24306" y="0"/>
                    <a:pt x="33079" y="0"/>
                  </a:cubicBezTo>
                  <a:close/>
                </a:path>
              </a:pathLst>
            </a:custGeom>
            <a:noFill/>
            <a:ln cap="sq" w="9525">
              <a:solidFill>
                <a:srgbClr val="0f1a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35;p15"/>
            <p:cNvSpPr/>
            <p:nvPr/>
          </p:nvSpPr>
          <p:spPr>
            <a:xfrm>
              <a:off x="3821400" y="2234160"/>
              <a:ext cx="2574000" cy="40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" name="Google Shape;236;p15"/>
          <p:cNvGrpSpPr/>
          <p:nvPr/>
        </p:nvGrpSpPr>
        <p:grpSpPr>
          <a:xfrm>
            <a:off x="797400" y="5567760"/>
            <a:ext cx="6047640" cy="3852720"/>
            <a:chOff x="797400" y="5567760"/>
            <a:chExt cx="6047640" cy="3852720"/>
          </a:xfrm>
        </p:grpSpPr>
        <p:sp>
          <p:nvSpPr>
            <p:cNvPr id="204" name="Google Shape;237;p15"/>
            <p:cNvSpPr/>
            <p:nvPr/>
          </p:nvSpPr>
          <p:spPr>
            <a:xfrm>
              <a:off x="797400" y="5589000"/>
              <a:ext cx="6047640" cy="3831480"/>
            </a:xfrm>
            <a:custGeom>
              <a:avLst/>
              <a:gdLst>
                <a:gd name="textAreaLeft" fmla="*/ 0 w 6047640"/>
                <a:gd name="textAreaRight" fmla="*/ 6048000 w 6047640"/>
                <a:gd name="textAreaTop" fmla="*/ 0 h 3831480"/>
                <a:gd name="textAreaBottom" fmla="*/ 3831840 h 3831480"/>
              </a:gdLst>
              <a:ahLst/>
              <a:cxnLst/>
              <a:rect l="textAreaLeft" t="textAreaTop" r="textAreaRight" b="textAreaBottom"/>
              <a:pathLst>
                <a:path w="2702632" h="1712263">
                  <a:moveTo>
                    <a:pt x="19201" y="0"/>
                  </a:moveTo>
                  <a:lnTo>
                    <a:pt x="2683431" y="0"/>
                  </a:lnTo>
                  <a:cubicBezTo>
                    <a:pt x="2694035" y="0"/>
                    <a:pt x="2702632" y="8597"/>
                    <a:pt x="2702632" y="19201"/>
                  </a:cubicBezTo>
                  <a:lnTo>
                    <a:pt x="2702632" y="1693062"/>
                  </a:lnTo>
                  <a:cubicBezTo>
                    <a:pt x="2702632" y="1698154"/>
                    <a:pt x="2700609" y="1703038"/>
                    <a:pt x="2697008" y="1706639"/>
                  </a:cubicBezTo>
                  <a:cubicBezTo>
                    <a:pt x="2693407" y="1710240"/>
                    <a:pt x="2688523" y="1712263"/>
                    <a:pt x="2683431" y="1712263"/>
                  </a:cubicBezTo>
                  <a:lnTo>
                    <a:pt x="19201" y="1712263"/>
                  </a:lnTo>
                  <a:cubicBezTo>
                    <a:pt x="14109" y="1712263"/>
                    <a:pt x="9225" y="1710240"/>
                    <a:pt x="5624" y="1706639"/>
                  </a:cubicBezTo>
                  <a:cubicBezTo>
                    <a:pt x="2023" y="1703038"/>
                    <a:pt x="0" y="1698154"/>
                    <a:pt x="0" y="1693062"/>
                  </a:cubicBezTo>
                  <a:lnTo>
                    <a:pt x="0" y="19201"/>
                  </a:lnTo>
                  <a:cubicBezTo>
                    <a:pt x="0" y="14109"/>
                    <a:pt x="2023" y="9225"/>
                    <a:pt x="5624" y="5624"/>
                  </a:cubicBezTo>
                  <a:cubicBezTo>
                    <a:pt x="9225" y="2023"/>
                    <a:pt x="14109" y="0"/>
                    <a:pt x="19201" y="0"/>
                  </a:cubicBezTo>
                  <a:close/>
                </a:path>
              </a:pathLst>
            </a:custGeom>
            <a:solidFill>
              <a:srgbClr val="f0f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38;p15"/>
            <p:cNvSpPr/>
            <p:nvPr/>
          </p:nvSpPr>
          <p:spPr>
            <a:xfrm>
              <a:off x="797400" y="5567760"/>
              <a:ext cx="6047640" cy="38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6" name="Google Shape;239;p15"/>
          <p:cNvGrpSpPr/>
          <p:nvPr/>
        </p:nvGrpSpPr>
        <p:grpSpPr>
          <a:xfrm>
            <a:off x="2534040" y="5777280"/>
            <a:ext cx="2574000" cy="402840"/>
            <a:chOff x="2534040" y="5777280"/>
            <a:chExt cx="2574000" cy="402840"/>
          </a:xfrm>
        </p:grpSpPr>
        <p:sp>
          <p:nvSpPr>
            <p:cNvPr id="207" name="Google Shape;240;p15"/>
            <p:cNvSpPr/>
            <p:nvPr/>
          </p:nvSpPr>
          <p:spPr>
            <a:xfrm>
              <a:off x="2534040" y="5798880"/>
              <a:ext cx="2574000" cy="381240"/>
            </a:xfrm>
            <a:custGeom>
              <a:avLst/>
              <a:gdLst>
                <a:gd name="textAreaLeft" fmla="*/ 0 w 2574000"/>
                <a:gd name="textAreaRight" fmla="*/ 2574360 w 2574000"/>
                <a:gd name="textAreaTop" fmla="*/ 0 h 381240"/>
                <a:gd name="textAreaBottom" fmla="*/ 381600 h 381240"/>
              </a:gdLst>
              <a:ahLst/>
              <a:cxnLst/>
              <a:rect l="textAreaLeft" t="textAreaTop" r="textAreaRight" b="textAreaBottom"/>
              <a:pathLst>
                <a:path w="1150437" h="170466">
                  <a:moveTo>
                    <a:pt x="33079" y="0"/>
                  </a:moveTo>
                  <a:lnTo>
                    <a:pt x="1117358" y="0"/>
                  </a:lnTo>
                  <a:cubicBezTo>
                    <a:pt x="1126131" y="0"/>
                    <a:pt x="1134545" y="3485"/>
                    <a:pt x="1140749" y="9689"/>
                  </a:cubicBezTo>
                  <a:cubicBezTo>
                    <a:pt x="1146952" y="15892"/>
                    <a:pt x="1150437" y="24306"/>
                    <a:pt x="1150437" y="33079"/>
                  </a:cubicBezTo>
                  <a:lnTo>
                    <a:pt x="1150437" y="137387"/>
                  </a:lnTo>
                  <a:cubicBezTo>
                    <a:pt x="1150437" y="146160"/>
                    <a:pt x="1146952" y="154574"/>
                    <a:pt x="1140749" y="160777"/>
                  </a:cubicBezTo>
                  <a:cubicBezTo>
                    <a:pt x="1134545" y="166981"/>
                    <a:pt x="1126131" y="170466"/>
                    <a:pt x="1117358" y="170466"/>
                  </a:cubicBezTo>
                  <a:lnTo>
                    <a:pt x="33079" y="170466"/>
                  </a:lnTo>
                  <a:cubicBezTo>
                    <a:pt x="24306" y="170466"/>
                    <a:pt x="15892" y="166981"/>
                    <a:pt x="9689" y="160777"/>
                  </a:cubicBezTo>
                  <a:cubicBezTo>
                    <a:pt x="3485" y="154574"/>
                    <a:pt x="0" y="146160"/>
                    <a:pt x="0" y="137387"/>
                  </a:cubicBezTo>
                  <a:lnTo>
                    <a:pt x="0" y="33079"/>
                  </a:lnTo>
                  <a:cubicBezTo>
                    <a:pt x="0" y="24306"/>
                    <a:pt x="3485" y="15892"/>
                    <a:pt x="9689" y="9689"/>
                  </a:cubicBezTo>
                  <a:cubicBezTo>
                    <a:pt x="15892" y="3485"/>
                    <a:pt x="24306" y="0"/>
                    <a:pt x="33079" y="0"/>
                  </a:cubicBezTo>
                  <a:close/>
                </a:path>
              </a:pathLst>
            </a:custGeom>
            <a:noFill/>
            <a:ln cap="sq" w="9525">
              <a:solidFill>
                <a:srgbClr val="0f1a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41;p15"/>
            <p:cNvSpPr/>
            <p:nvPr/>
          </p:nvSpPr>
          <p:spPr>
            <a:xfrm>
              <a:off x="2534040" y="5777280"/>
              <a:ext cx="2574000" cy="40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9" name="Google Shape;242;p15"/>
          <p:cNvGrpSpPr/>
          <p:nvPr/>
        </p:nvGrpSpPr>
        <p:grpSpPr>
          <a:xfrm>
            <a:off x="5271120" y="2920680"/>
            <a:ext cx="719640" cy="608400"/>
            <a:chOff x="5271120" y="2920680"/>
            <a:chExt cx="719640" cy="608400"/>
          </a:xfrm>
        </p:grpSpPr>
        <p:grpSp>
          <p:nvGrpSpPr>
            <p:cNvPr id="210" name="Google Shape;243;p15"/>
            <p:cNvGrpSpPr/>
            <p:nvPr/>
          </p:nvGrpSpPr>
          <p:grpSpPr>
            <a:xfrm>
              <a:off x="5409000" y="2920680"/>
              <a:ext cx="444240" cy="449640"/>
              <a:chOff x="5409000" y="2920680"/>
              <a:chExt cx="444240" cy="449640"/>
            </a:xfrm>
          </p:grpSpPr>
          <p:sp>
            <p:nvSpPr>
              <p:cNvPr id="211" name="Google Shape;244;p15"/>
              <p:cNvSpPr/>
              <p:nvPr/>
            </p:nvSpPr>
            <p:spPr>
              <a:xfrm>
                <a:off x="5409000" y="2926080"/>
                <a:ext cx="444240" cy="444240"/>
              </a:xfrm>
              <a:custGeom>
                <a:avLst/>
                <a:gdLst>
                  <a:gd name="textAreaLeft" fmla="*/ 0 w 444240"/>
                  <a:gd name="textAreaRight" fmla="*/ 444600 w 444240"/>
                  <a:gd name="textAreaTop" fmla="*/ 0 h 444240"/>
                  <a:gd name="textAreaBottom" fmla="*/ 444600 h 4442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fff7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Google Shape;245;p15"/>
              <p:cNvSpPr/>
              <p:nvPr/>
            </p:nvSpPr>
            <p:spPr>
              <a:xfrm>
                <a:off x="5409000" y="2920680"/>
                <a:ext cx="444240" cy="449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040" rIns="32040" tIns="32040" bIns="32040" anchor="ctr">
                <a:noAutofit/>
              </a:bodyPr>
              <a:p>
                <a:pPr algn="ctr">
                  <a:lnSpc>
                    <a:spcPct val="86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3" name="Google Shape;246;p15"/>
            <p:cNvSpPr/>
            <p:nvPr/>
          </p:nvSpPr>
          <p:spPr>
            <a:xfrm>
              <a:off x="5271120" y="3431880"/>
              <a:ext cx="719640" cy="9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03000"/>
                </a:lnSpc>
                <a:tabLst>
                  <a:tab algn="l" pos="0"/>
                </a:tabLst>
              </a:pPr>
              <a:r>
                <a:rPr b="0" lang="en-US" sz="77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#FFF7FF</a:t>
              </a:r>
              <a:endPara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4" name="Google Shape;247;p15"/>
          <p:cNvGrpSpPr/>
          <p:nvPr/>
        </p:nvGrpSpPr>
        <p:grpSpPr>
          <a:xfrm>
            <a:off x="4749840" y="3810240"/>
            <a:ext cx="719640" cy="608400"/>
            <a:chOff x="4749840" y="3810240"/>
            <a:chExt cx="719640" cy="608400"/>
          </a:xfrm>
        </p:grpSpPr>
        <p:grpSp>
          <p:nvGrpSpPr>
            <p:cNvPr id="215" name="Google Shape;248;p15"/>
            <p:cNvGrpSpPr/>
            <p:nvPr/>
          </p:nvGrpSpPr>
          <p:grpSpPr>
            <a:xfrm>
              <a:off x="4887360" y="3810240"/>
              <a:ext cx="444240" cy="449280"/>
              <a:chOff x="4887360" y="3810240"/>
              <a:chExt cx="444240" cy="449280"/>
            </a:xfrm>
          </p:grpSpPr>
          <p:sp>
            <p:nvSpPr>
              <p:cNvPr id="216" name="Google Shape;249;p15"/>
              <p:cNvSpPr/>
              <p:nvPr/>
            </p:nvSpPr>
            <p:spPr>
              <a:xfrm>
                <a:off x="4887360" y="3815280"/>
                <a:ext cx="444240" cy="444240"/>
              </a:xfrm>
              <a:custGeom>
                <a:avLst/>
                <a:gdLst>
                  <a:gd name="textAreaLeft" fmla="*/ 0 w 444240"/>
                  <a:gd name="textAreaRight" fmla="*/ 444600 w 444240"/>
                  <a:gd name="textAreaTop" fmla="*/ 0 h 444240"/>
                  <a:gd name="textAreaBottom" fmla="*/ 444600 h 4442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18161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Google Shape;250;p15"/>
              <p:cNvSpPr/>
              <p:nvPr/>
            </p:nvSpPr>
            <p:spPr>
              <a:xfrm>
                <a:off x="4887360" y="3810240"/>
                <a:ext cx="444240" cy="449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040" rIns="32040" tIns="32040" bIns="32040" anchor="ctr">
                <a:noAutofit/>
              </a:bodyPr>
              <a:p>
                <a:pPr algn="ctr">
                  <a:lnSpc>
                    <a:spcPct val="86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8" name="Google Shape;251;p15"/>
            <p:cNvSpPr/>
            <p:nvPr/>
          </p:nvSpPr>
          <p:spPr>
            <a:xfrm>
              <a:off x="4749840" y="4321440"/>
              <a:ext cx="719640" cy="9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03000"/>
                </a:lnSpc>
                <a:tabLst>
                  <a:tab algn="l" pos="0"/>
                </a:tabLst>
              </a:pPr>
              <a:r>
                <a:rPr b="0" lang="en-US" sz="77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#181619</a:t>
              </a:r>
              <a:endPara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9" name="Google Shape;252;p15"/>
          <p:cNvGrpSpPr/>
          <p:nvPr/>
        </p:nvGrpSpPr>
        <p:grpSpPr>
          <a:xfrm>
            <a:off x="4317120" y="2920680"/>
            <a:ext cx="719640" cy="608400"/>
            <a:chOff x="4317120" y="2920680"/>
            <a:chExt cx="719640" cy="608400"/>
          </a:xfrm>
        </p:grpSpPr>
        <p:grpSp>
          <p:nvGrpSpPr>
            <p:cNvPr id="220" name="Google Shape;253;p15"/>
            <p:cNvGrpSpPr/>
            <p:nvPr/>
          </p:nvGrpSpPr>
          <p:grpSpPr>
            <a:xfrm>
              <a:off x="4455000" y="2920680"/>
              <a:ext cx="444240" cy="449640"/>
              <a:chOff x="4455000" y="2920680"/>
              <a:chExt cx="444240" cy="449640"/>
            </a:xfrm>
          </p:grpSpPr>
          <p:sp>
            <p:nvSpPr>
              <p:cNvPr id="221" name="Google Shape;254;p15"/>
              <p:cNvSpPr/>
              <p:nvPr/>
            </p:nvSpPr>
            <p:spPr>
              <a:xfrm>
                <a:off x="4455000" y="2926080"/>
                <a:ext cx="444240" cy="444240"/>
              </a:xfrm>
              <a:custGeom>
                <a:avLst/>
                <a:gdLst>
                  <a:gd name="textAreaLeft" fmla="*/ 0 w 444240"/>
                  <a:gd name="textAreaRight" fmla="*/ 444600 w 444240"/>
                  <a:gd name="textAreaTop" fmla="*/ 0 h 444240"/>
                  <a:gd name="textAreaBottom" fmla="*/ 444600 h 4442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8e40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Google Shape;255;p15"/>
              <p:cNvSpPr/>
              <p:nvPr/>
            </p:nvSpPr>
            <p:spPr>
              <a:xfrm>
                <a:off x="4455000" y="2920680"/>
                <a:ext cx="444240" cy="449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040" rIns="32040" tIns="32040" bIns="32040" anchor="ctr">
                <a:noAutofit/>
              </a:bodyPr>
              <a:p>
                <a:pPr algn="ctr">
                  <a:lnSpc>
                    <a:spcPct val="86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3" name="Google Shape;256;p15"/>
            <p:cNvSpPr/>
            <p:nvPr/>
          </p:nvSpPr>
          <p:spPr>
            <a:xfrm>
              <a:off x="4317120" y="3431880"/>
              <a:ext cx="719640" cy="9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03000"/>
                </a:lnSpc>
                <a:tabLst>
                  <a:tab algn="l" pos="0"/>
                </a:tabLst>
              </a:pPr>
              <a:r>
                <a:rPr b="0" lang="en-US" sz="77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#8E40C4</a:t>
              </a:r>
              <a:endPara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4" name="Google Shape;257;p15"/>
          <p:cNvSpPr/>
          <p:nvPr/>
        </p:nvSpPr>
        <p:spPr>
          <a:xfrm>
            <a:off x="871920" y="1343880"/>
            <a:ext cx="58158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81619"/>
                </a:solidFill>
                <a:effectLst/>
                <a:uFillTx/>
                <a:latin typeface="Arial"/>
                <a:ea typeface="Arial"/>
              </a:rPr>
              <a:t>Use these design resources in your Canva Presentation.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58;p15"/>
          <p:cNvSpPr/>
          <p:nvPr/>
        </p:nvSpPr>
        <p:spPr>
          <a:xfrm>
            <a:off x="1614600" y="822600"/>
            <a:ext cx="43304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8e40c4"/>
                </a:solidFill>
                <a:effectLst/>
                <a:uFillTx/>
                <a:latin typeface="Arial"/>
                <a:ea typeface="Arial"/>
              </a:rPr>
              <a:t>RESOURCE PAGE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59;p15"/>
          <p:cNvSpPr/>
          <p:nvPr/>
        </p:nvSpPr>
        <p:spPr>
          <a:xfrm>
            <a:off x="1026000" y="2769480"/>
            <a:ext cx="24642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presentation template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uses the following free fonts: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60;p15"/>
          <p:cNvSpPr/>
          <p:nvPr/>
        </p:nvSpPr>
        <p:spPr>
          <a:xfrm>
            <a:off x="1067760" y="4712760"/>
            <a:ext cx="257400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can find these fonts online too.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61;p15"/>
          <p:cNvSpPr/>
          <p:nvPr/>
        </p:nvSpPr>
        <p:spPr>
          <a:xfrm>
            <a:off x="1329840" y="3190680"/>
            <a:ext cx="1856520" cy="13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TITLES: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POPPINS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HEADERS: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POPPINS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COPY: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POPPINS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62;p15"/>
          <p:cNvSpPr/>
          <p:nvPr/>
        </p:nvSpPr>
        <p:spPr>
          <a:xfrm>
            <a:off x="1329840" y="2335680"/>
            <a:ext cx="18565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470" strike="noStrike" u="none">
                <a:solidFill>
                  <a:srgbClr val="0f1a38"/>
                </a:solidFill>
                <a:effectLst/>
                <a:uFillTx/>
                <a:latin typeface="Arial"/>
                <a:ea typeface="Arial"/>
              </a:rPr>
              <a:t>Fonts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63;p15"/>
          <p:cNvSpPr/>
          <p:nvPr/>
        </p:nvSpPr>
        <p:spPr>
          <a:xfrm>
            <a:off x="4180320" y="2317320"/>
            <a:ext cx="18565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470" strike="noStrike" u="none">
                <a:solidFill>
                  <a:srgbClr val="0f1a38"/>
                </a:solidFill>
                <a:effectLst/>
                <a:uFillTx/>
                <a:latin typeface="Arial"/>
                <a:ea typeface="Arial"/>
              </a:rPr>
              <a:t>Colors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64;p15"/>
          <p:cNvSpPr/>
          <p:nvPr/>
        </p:nvSpPr>
        <p:spPr>
          <a:xfrm>
            <a:off x="2892960" y="5879160"/>
            <a:ext cx="18565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470" strike="noStrike" u="none">
                <a:solidFill>
                  <a:srgbClr val="0f1a38"/>
                </a:solidFill>
                <a:effectLst/>
                <a:uFillTx/>
                <a:latin typeface="Arial"/>
                <a:ea typeface="Arial"/>
              </a:rPr>
              <a:t>Design Elements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65;p15"/>
          <p:cNvSpPr/>
          <p:nvPr/>
        </p:nvSpPr>
        <p:spPr>
          <a:xfrm>
            <a:off x="1040400" y="9765720"/>
            <a:ext cx="564624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8e40c4"/>
                </a:solidFill>
                <a:effectLst/>
                <a:uFillTx/>
                <a:latin typeface="Arial"/>
                <a:ea typeface="Arial"/>
              </a:rPr>
              <a:t>DON'T FORGET TO DELETE THIS PAGE BEFORE PRESENTING.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266;p15"/>
          <p:cNvSpPr/>
          <p:nvPr/>
        </p:nvSpPr>
        <p:spPr>
          <a:xfrm>
            <a:off x="1976400" y="6418440"/>
            <a:ext cx="327240" cy="281520"/>
          </a:xfrm>
          <a:custGeom>
            <a:avLst/>
            <a:gdLst>
              <a:gd name="textAreaLeft" fmla="*/ 0 w 327240"/>
              <a:gd name="textAreaRight" fmla="*/ 327600 w 327240"/>
              <a:gd name="textAreaTop" fmla="*/ 0 h 281520"/>
              <a:gd name="textAreaBottom" fmla="*/ 281880 h 281520"/>
            </a:gdLst>
            <a:ahLst/>
            <a:cxnLst/>
            <a:rect l="textAreaLeft" t="textAreaTop" r="textAreaRight" b="textAreaBottom"/>
            <a:pathLst>
              <a:path w="327640" h="281770">
                <a:moveTo>
                  <a:pt x="0" y="0"/>
                </a:moveTo>
                <a:lnTo>
                  <a:pt x="327640" y="0"/>
                </a:lnTo>
                <a:lnTo>
                  <a:pt x="327640" y="281771"/>
                </a:lnTo>
                <a:lnTo>
                  <a:pt x="0" y="2817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267;p15"/>
          <p:cNvSpPr/>
          <p:nvPr/>
        </p:nvSpPr>
        <p:spPr>
          <a:xfrm>
            <a:off x="5320080" y="6418440"/>
            <a:ext cx="232560" cy="321480"/>
          </a:xfrm>
          <a:custGeom>
            <a:avLst/>
            <a:gdLst>
              <a:gd name="textAreaLeft" fmla="*/ 0 w 232560"/>
              <a:gd name="textAreaRight" fmla="*/ 232920 w 2325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232867" h="321801">
                <a:moveTo>
                  <a:pt x="0" y="0"/>
                </a:moveTo>
                <a:lnTo>
                  <a:pt x="232867" y="0"/>
                </a:lnTo>
                <a:lnTo>
                  <a:pt x="232867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68;p15"/>
          <p:cNvSpPr/>
          <p:nvPr/>
        </p:nvSpPr>
        <p:spPr>
          <a:xfrm>
            <a:off x="4943880" y="6435360"/>
            <a:ext cx="191520" cy="287280"/>
          </a:xfrm>
          <a:custGeom>
            <a:avLst/>
            <a:gdLst>
              <a:gd name="textAreaLeft" fmla="*/ 0 w 191520"/>
              <a:gd name="textAreaRight" fmla="*/ 191880 w 19152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191852" h="287517">
                <a:moveTo>
                  <a:pt x="0" y="0"/>
                </a:moveTo>
                <a:lnTo>
                  <a:pt x="191852" y="0"/>
                </a:lnTo>
                <a:lnTo>
                  <a:pt x="191852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269;p15"/>
          <p:cNvSpPr/>
          <p:nvPr/>
        </p:nvSpPr>
        <p:spPr>
          <a:xfrm>
            <a:off x="4443120" y="6435360"/>
            <a:ext cx="317880" cy="287280"/>
          </a:xfrm>
          <a:custGeom>
            <a:avLst/>
            <a:gdLst>
              <a:gd name="textAreaLeft" fmla="*/ 0 w 317880"/>
              <a:gd name="textAreaRight" fmla="*/ 318240 w 3178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18177" h="287517">
                <a:moveTo>
                  <a:pt x="0" y="0"/>
                </a:moveTo>
                <a:lnTo>
                  <a:pt x="318178" y="0"/>
                </a:lnTo>
                <a:lnTo>
                  <a:pt x="318178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70;p15"/>
          <p:cNvSpPr/>
          <p:nvPr/>
        </p:nvSpPr>
        <p:spPr>
          <a:xfrm>
            <a:off x="3973320" y="6435360"/>
            <a:ext cx="287280" cy="287280"/>
          </a:xfrm>
          <a:custGeom>
            <a:avLst/>
            <a:gdLst>
              <a:gd name="textAreaLeft" fmla="*/ 0 w 287280"/>
              <a:gd name="textAreaRight" fmla="*/ 287640 w 2872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287517" h="287517">
                <a:moveTo>
                  <a:pt x="0" y="0"/>
                </a:moveTo>
                <a:lnTo>
                  <a:pt x="287517" y="0"/>
                </a:lnTo>
                <a:lnTo>
                  <a:pt x="287517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71;p15"/>
          <p:cNvSpPr/>
          <p:nvPr/>
        </p:nvSpPr>
        <p:spPr>
          <a:xfrm>
            <a:off x="3397320" y="6438240"/>
            <a:ext cx="393120" cy="241200"/>
          </a:xfrm>
          <a:custGeom>
            <a:avLst/>
            <a:gdLst>
              <a:gd name="textAreaLeft" fmla="*/ 0 w 393120"/>
              <a:gd name="textAreaRight" fmla="*/ 393480 w 393120"/>
              <a:gd name="textAreaTop" fmla="*/ 0 h 241200"/>
              <a:gd name="textAreaBottom" fmla="*/ 241560 h 241200"/>
            </a:gdLst>
            <a:ahLst/>
            <a:cxnLst/>
            <a:rect l="textAreaLeft" t="textAreaTop" r="textAreaRight" b="textAreaBottom"/>
            <a:pathLst>
              <a:path w="393363" h="241739">
                <a:moveTo>
                  <a:pt x="0" y="0"/>
                </a:moveTo>
                <a:lnTo>
                  <a:pt x="393363" y="0"/>
                </a:lnTo>
                <a:lnTo>
                  <a:pt x="393363" y="241739"/>
                </a:lnTo>
                <a:lnTo>
                  <a:pt x="0" y="2417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72;p15"/>
          <p:cNvSpPr/>
          <p:nvPr/>
        </p:nvSpPr>
        <p:spPr>
          <a:xfrm>
            <a:off x="2486520" y="6418440"/>
            <a:ext cx="321480" cy="321480"/>
          </a:xfrm>
          <a:custGeom>
            <a:avLst/>
            <a:gdLst>
              <a:gd name="textAreaLeft" fmla="*/ 0 w 321480"/>
              <a:gd name="textAreaRight" fmla="*/ 321840 w 32148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21801" h="321801">
                <a:moveTo>
                  <a:pt x="0" y="0"/>
                </a:moveTo>
                <a:lnTo>
                  <a:pt x="321801" y="0"/>
                </a:lnTo>
                <a:lnTo>
                  <a:pt x="321801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73;p15"/>
          <p:cNvSpPr/>
          <p:nvPr/>
        </p:nvSpPr>
        <p:spPr>
          <a:xfrm>
            <a:off x="2990880" y="6418440"/>
            <a:ext cx="223560" cy="321480"/>
          </a:xfrm>
          <a:custGeom>
            <a:avLst/>
            <a:gdLst>
              <a:gd name="textAreaLeft" fmla="*/ 0 w 223560"/>
              <a:gd name="textAreaRight" fmla="*/ 223920 w 2235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224091" h="321801">
                <a:moveTo>
                  <a:pt x="0" y="0"/>
                </a:moveTo>
                <a:lnTo>
                  <a:pt x="224090" y="0"/>
                </a:lnTo>
                <a:lnTo>
                  <a:pt x="224090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74;p15"/>
          <p:cNvSpPr/>
          <p:nvPr/>
        </p:nvSpPr>
        <p:spPr>
          <a:xfrm>
            <a:off x="4276800" y="7017120"/>
            <a:ext cx="282240" cy="321480"/>
          </a:xfrm>
          <a:custGeom>
            <a:avLst/>
            <a:gdLst>
              <a:gd name="textAreaLeft" fmla="*/ 0 w 282240"/>
              <a:gd name="textAreaRight" fmla="*/ 282600 w 28224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282600" h="321801">
                <a:moveTo>
                  <a:pt x="0" y="0"/>
                </a:moveTo>
                <a:lnTo>
                  <a:pt x="282600" y="0"/>
                </a:lnTo>
                <a:lnTo>
                  <a:pt x="282600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75;p15"/>
          <p:cNvSpPr/>
          <p:nvPr/>
        </p:nvSpPr>
        <p:spPr>
          <a:xfrm>
            <a:off x="5210280" y="7075440"/>
            <a:ext cx="372600" cy="221400"/>
          </a:xfrm>
          <a:custGeom>
            <a:avLst/>
            <a:gdLst>
              <a:gd name="textAreaLeft" fmla="*/ 0 w 372600"/>
              <a:gd name="textAreaRight" fmla="*/ 372960 w 372600"/>
              <a:gd name="textAreaTop" fmla="*/ 0 h 221400"/>
              <a:gd name="textAreaBottom" fmla="*/ 221760 h 221400"/>
            </a:gdLst>
            <a:ahLst/>
            <a:cxnLst/>
            <a:rect l="textAreaLeft" t="textAreaTop" r="textAreaRight" b="textAreaBottom"/>
            <a:pathLst>
              <a:path w="373107" h="221829">
                <a:moveTo>
                  <a:pt x="0" y="0"/>
                </a:moveTo>
                <a:lnTo>
                  <a:pt x="373106" y="0"/>
                </a:lnTo>
                <a:lnTo>
                  <a:pt x="373106" y="221829"/>
                </a:lnTo>
                <a:lnTo>
                  <a:pt x="0" y="2218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76;p15"/>
          <p:cNvSpPr/>
          <p:nvPr/>
        </p:nvSpPr>
        <p:spPr>
          <a:xfrm>
            <a:off x="2421720" y="7034400"/>
            <a:ext cx="287280" cy="287280"/>
          </a:xfrm>
          <a:custGeom>
            <a:avLst/>
            <a:gdLst>
              <a:gd name="textAreaLeft" fmla="*/ 0 w 287280"/>
              <a:gd name="textAreaRight" fmla="*/ 287640 w 2872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287517" h="287517">
                <a:moveTo>
                  <a:pt x="0" y="0"/>
                </a:moveTo>
                <a:lnTo>
                  <a:pt x="287516" y="0"/>
                </a:lnTo>
                <a:lnTo>
                  <a:pt x="287516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77;p15"/>
          <p:cNvSpPr/>
          <p:nvPr/>
        </p:nvSpPr>
        <p:spPr>
          <a:xfrm>
            <a:off x="1976400" y="7034400"/>
            <a:ext cx="287280" cy="287280"/>
          </a:xfrm>
          <a:custGeom>
            <a:avLst/>
            <a:gdLst>
              <a:gd name="textAreaLeft" fmla="*/ 0 w 287280"/>
              <a:gd name="textAreaRight" fmla="*/ 287640 w 2872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287517" h="287517">
                <a:moveTo>
                  <a:pt x="0" y="0"/>
                </a:moveTo>
                <a:lnTo>
                  <a:pt x="287516" y="0"/>
                </a:lnTo>
                <a:lnTo>
                  <a:pt x="287516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78;p15"/>
          <p:cNvSpPr/>
          <p:nvPr/>
        </p:nvSpPr>
        <p:spPr>
          <a:xfrm>
            <a:off x="3786120" y="7025760"/>
            <a:ext cx="318600" cy="304200"/>
          </a:xfrm>
          <a:custGeom>
            <a:avLst/>
            <a:gdLst>
              <a:gd name="textAreaLeft" fmla="*/ 0 w 318600"/>
              <a:gd name="textAreaRight" fmla="*/ 318960 w 31860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319072" h="304569">
                <a:moveTo>
                  <a:pt x="0" y="0"/>
                </a:moveTo>
                <a:lnTo>
                  <a:pt x="319073" y="0"/>
                </a:lnTo>
                <a:lnTo>
                  <a:pt x="319073" y="304569"/>
                </a:lnTo>
                <a:lnTo>
                  <a:pt x="0" y="3045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279;p15"/>
          <p:cNvSpPr/>
          <p:nvPr/>
        </p:nvSpPr>
        <p:spPr>
          <a:xfrm>
            <a:off x="2873160" y="7017120"/>
            <a:ext cx="318960" cy="321480"/>
          </a:xfrm>
          <a:custGeom>
            <a:avLst/>
            <a:gdLst>
              <a:gd name="textAreaLeft" fmla="*/ 0 w 318960"/>
              <a:gd name="textAreaRight" fmla="*/ 319320 w 3189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19461" h="321801">
                <a:moveTo>
                  <a:pt x="0" y="0"/>
                </a:moveTo>
                <a:lnTo>
                  <a:pt x="319460" y="0"/>
                </a:lnTo>
                <a:lnTo>
                  <a:pt x="319460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80;p15"/>
          <p:cNvSpPr/>
          <p:nvPr/>
        </p:nvSpPr>
        <p:spPr>
          <a:xfrm>
            <a:off x="3353760" y="7013880"/>
            <a:ext cx="266040" cy="324720"/>
          </a:xfrm>
          <a:custGeom>
            <a:avLst/>
            <a:gdLst>
              <a:gd name="textAreaLeft" fmla="*/ 0 w 266040"/>
              <a:gd name="textAreaRight" fmla="*/ 266400 w 266040"/>
              <a:gd name="textAreaTop" fmla="*/ 0 h 324720"/>
              <a:gd name="textAreaBottom" fmla="*/ 325080 h 324720"/>
            </a:gdLst>
            <a:ahLst/>
            <a:cxnLst/>
            <a:rect l="textAreaLeft" t="textAreaTop" r="textAreaRight" b="textAreaBottom"/>
            <a:pathLst>
              <a:path w="266470" h="324963">
                <a:moveTo>
                  <a:pt x="0" y="0"/>
                </a:moveTo>
                <a:lnTo>
                  <a:pt x="266470" y="0"/>
                </a:lnTo>
                <a:lnTo>
                  <a:pt x="266470" y="324963"/>
                </a:lnTo>
                <a:lnTo>
                  <a:pt x="0" y="3249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81;p15"/>
          <p:cNvSpPr/>
          <p:nvPr/>
        </p:nvSpPr>
        <p:spPr>
          <a:xfrm>
            <a:off x="4738680" y="7034400"/>
            <a:ext cx="302400" cy="303840"/>
          </a:xfrm>
          <a:custGeom>
            <a:avLst/>
            <a:gdLst>
              <a:gd name="textAreaLeft" fmla="*/ 0 w 302400"/>
              <a:gd name="textAreaRight" fmla="*/ 302760 w 30240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302655" h="304315">
                <a:moveTo>
                  <a:pt x="0" y="0"/>
                </a:moveTo>
                <a:lnTo>
                  <a:pt x="302655" y="0"/>
                </a:lnTo>
                <a:lnTo>
                  <a:pt x="302655" y="304315"/>
                </a:lnTo>
                <a:lnTo>
                  <a:pt x="0" y="3043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82;p15"/>
          <p:cNvSpPr/>
          <p:nvPr/>
        </p:nvSpPr>
        <p:spPr>
          <a:xfrm>
            <a:off x="4706280" y="7608600"/>
            <a:ext cx="259560" cy="321480"/>
          </a:xfrm>
          <a:custGeom>
            <a:avLst/>
            <a:gdLst>
              <a:gd name="textAreaLeft" fmla="*/ 0 w 259560"/>
              <a:gd name="textAreaRight" fmla="*/ 259920 w 2595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259781" h="321801">
                <a:moveTo>
                  <a:pt x="0" y="0"/>
                </a:moveTo>
                <a:lnTo>
                  <a:pt x="259781" y="0"/>
                </a:lnTo>
                <a:lnTo>
                  <a:pt x="259781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283;p15"/>
          <p:cNvSpPr/>
          <p:nvPr/>
        </p:nvSpPr>
        <p:spPr>
          <a:xfrm>
            <a:off x="4146480" y="7608600"/>
            <a:ext cx="349560" cy="321480"/>
          </a:xfrm>
          <a:custGeom>
            <a:avLst/>
            <a:gdLst>
              <a:gd name="textAreaLeft" fmla="*/ 0 w 349560"/>
              <a:gd name="textAreaRight" fmla="*/ 349920 w 3495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49784" h="321801">
                <a:moveTo>
                  <a:pt x="0" y="0"/>
                </a:moveTo>
                <a:lnTo>
                  <a:pt x="349784" y="0"/>
                </a:lnTo>
                <a:lnTo>
                  <a:pt x="349784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284;p15"/>
          <p:cNvSpPr/>
          <p:nvPr/>
        </p:nvSpPr>
        <p:spPr>
          <a:xfrm>
            <a:off x="5197680" y="7681680"/>
            <a:ext cx="367560" cy="210960"/>
          </a:xfrm>
          <a:custGeom>
            <a:avLst/>
            <a:gdLst>
              <a:gd name="textAreaLeft" fmla="*/ 0 w 367560"/>
              <a:gd name="textAreaRight" fmla="*/ 367920 w 367560"/>
              <a:gd name="textAreaTop" fmla="*/ 0 h 210960"/>
              <a:gd name="textAreaBottom" fmla="*/ 211320 h 210960"/>
            </a:gdLst>
            <a:ahLst/>
            <a:cxnLst/>
            <a:rect l="textAreaLeft" t="textAreaTop" r="textAreaRight" b="textAreaBottom"/>
            <a:pathLst>
              <a:path w="367749" h="211288">
                <a:moveTo>
                  <a:pt x="0" y="0"/>
                </a:moveTo>
                <a:lnTo>
                  <a:pt x="367749" y="0"/>
                </a:lnTo>
                <a:lnTo>
                  <a:pt x="367749" y="211288"/>
                </a:lnTo>
                <a:lnTo>
                  <a:pt x="0" y="2112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285;p15"/>
          <p:cNvSpPr/>
          <p:nvPr/>
        </p:nvSpPr>
        <p:spPr>
          <a:xfrm>
            <a:off x="3089880" y="7608600"/>
            <a:ext cx="321480" cy="321480"/>
          </a:xfrm>
          <a:custGeom>
            <a:avLst/>
            <a:gdLst>
              <a:gd name="textAreaLeft" fmla="*/ 0 w 321480"/>
              <a:gd name="textAreaRight" fmla="*/ 321840 w 32148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21801" h="321801">
                <a:moveTo>
                  <a:pt x="0" y="0"/>
                </a:moveTo>
                <a:lnTo>
                  <a:pt x="321802" y="0"/>
                </a:lnTo>
                <a:lnTo>
                  <a:pt x="321802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286;p15"/>
          <p:cNvSpPr/>
          <p:nvPr/>
        </p:nvSpPr>
        <p:spPr>
          <a:xfrm>
            <a:off x="1976400" y="7608600"/>
            <a:ext cx="373680" cy="321480"/>
          </a:xfrm>
          <a:custGeom>
            <a:avLst/>
            <a:gdLst>
              <a:gd name="textAreaLeft" fmla="*/ 0 w 373680"/>
              <a:gd name="textAreaRight" fmla="*/ 374040 w 37368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74187" h="321801">
                <a:moveTo>
                  <a:pt x="0" y="0"/>
                </a:moveTo>
                <a:lnTo>
                  <a:pt x="374187" y="0"/>
                </a:lnTo>
                <a:lnTo>
                  <a:pt x="374187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287;p15"/>
          <p:cNvSpPr/>
          <p:nvPr/>
        </p:nvSpPr>
        <p:spPr>
          <a:xfrm>
            <a:off x="3583800" y="7608600"/>
            <a:ext cx="320760" cy="321480"/>
          </a:xfrm>
          <a:custGeom>
            <a:avLst/>
            <a:gdLst>
              <a:gd name="textAreaLeft" fmla="*/ 0 w 320760"/>
              <a:gd name="textAreaRight" fmla="*/ 321120 w 3207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21216" h="321801">
                <a:moveTo>
                  <a:pt x="0" y="0"/>
                </a:moveTo>
                <a:lnTo>
                  <a:pt x="321216" y="0"/>
                </a:lnTo>
                <a:lnTo>
                  <a:pt x="321216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288;p15"/>
          <p:cNvSpPr/>
          <p:nvPr/>
        </p:nvSpPr>
        <p:spPr>
          <a:xfrm>
            <a:off x="2559240" y="7608600"/>
            <a:ext cx="321480" cy="321480"/>
          </a:xfrm>
          <a:custGeom>
            <a:avLst/>
            <a:gdLst>
              <a:gd name="textAreaLeft" fmla="*/ 0 w 321480"/>
              <a:gd name="textAreaRight" fmla="*/ 321840 w 32148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21801" h="321801">
                <a:moveTo>
                  <a:pt x="0" y="0"/>
                </a:moveTo>
                <a:lnTo>
                  <a:pt x="321801" y="0"/>
                </a:lnTo>
                <a:lnTo>
                  <a:pt x="321801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289;p15"/>
          <p:cNvSpPr/>
          <p:nvPr/>
        </p:nvSpPr>
        <p:spPr>
          <a:xfrm>
            <a:off x="4321440" y="8208720"/>
            <a:ext cx="352440" cy="277920"/>
          </a:xfrm>
          <a:custGeom>
            <a:avLst/>
            <a:gdLst>
              <a:gd name="textAreaLeft" fmla="*/ 0 w 352440"/>
              <a:gd name="textAreaRight" fmla="*/ 352800 w 35244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352678" h="278295">
                <a:moveTo>
                  <a:pt x="0" y="0"/>
                </a:moveTo>
                <a:lnTo>
                  <a:pt x="352678" y="0"/>
                </a:lnTo>
                <a:lnTo>
                  <a:pt x="352678" y="278295"/>
                </a:lnTo>
                <a:lnTo>
                  <a:pt x="0" y="27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290;p15"/>
          <p:cNvSpPr/>
          <p:nvPr/>
        </p:nvSpPr>
        <p:spPr>
          <a:xfrm>
            <a:off x="3780720" y="8222040"/>
            <a:ext cx="363240" cy="218520"/>
          </a:xfrm>
          <a:custGeom>
            <a:avLst/>
            <a:gdLst>
              <a:gd name="textAreaLeft" fmla="*/ 0 w 363240"/>
              <a:gd name="textAreaRight" fmla="*/ 363600 w 363240"/>
              <a:gd name="textAreaTop" fmla="*/ 0 h 218520"/>
              <a:gd name="textAreaBottom" fmla="*/ 218880 h 218520"/>
            </a:gdLst>
            <a:ahLst/>
            <a:cxnLst/>
            <a:rect l="textAreaLeft" t="textAreaTop" r="textAreaRight" b="textAreaBottom"/>
            <a:pathLst>
              <a:path w="363722" h="218894">
                <a:moveTo>
                  <a:pt x="0" y="0"/>
                </a:moveTo>
                <a:lnTo>
                  <a:pt x="363722" y="0"/>
                </a:lnTo>
                <a:lnTo>
                  <a:pt x="363722" y="218894"/>
                </a:lnTo>
                <a:lnTo>
                  <a:pt x="0" y="2188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91;p15"/>
          <p:cNvSpPr/>
          <p:nvPr/>
        </p:nvSpPr>
        <p:spPr>
          <a:xfrm>
            <a:off x="2924280" y="8188560"/>
            <a:ext cx="298800" cy="318600"/>
          </a:xfrm>
          <a:custGeom>
            <a:avLst/>
            <a:gdLst>
              <a:gd name="textAreaLeft" fmla="*/ 0 w 298800"/>
              <a:gd name="textAreaRight" fmla="*/ 299160 w 298800"/>
              <a:gd name="textAreaTop" fmla="*/ 0 h 318600"/>
              <a:gd name="textAreaBottom" fmla="*/ 318960 h 318600"/>
            </a:gdLst>
            <a:ahLst/>
            <a:cxnLst/>
            <a:rect l="textAreaLeft" t="textAreaTop" r="textAreaRight" b="textAreaBottom"/>
            <a:pathLst>
              <a:path w="299291" h="319012">
                <a:moveTo>
                  <a:pt x="0" y="0"/>
                </a:moveTo>
                <a:lnTo>
                  <a:pt x="299291" y="0"/>
                </a:lnTo>
                <a:lnTo>
                  <a:pt x="299291" y="319011"/>
                </a:lnTo>
                <a:lnTo>
                  <a:pt x="0" y="3190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92;p15"/>
          <p:cNvSpPr/>
          <p:nvPr/>
        </p:nvSpPr>
        <p:spPr>
          <a:xfrm>
            <a:off x="3400560" y="8192160"/>
            <a:ext cx="203040" cy="277920"/>
          </a:xfrm>
          <a:custGeom>
            <a:avLst/>
            <a:gdLst>
              <a:gd name="textAreaLeft" fmla="*/ 0 w 203040"/>
              <a:gd name="textAreaRight" fmla="*/ 203400 w 20304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203408" h="278295">
                <a:moveTo>
                  <a:pt x="0" y="0"/>
                </a:moveTo>
                <a:lnTo>
                  <a:pt x="203409" y="0"/>
                </a:lnTo>
                <a:lnTo>
                  <a:pt x="203409" y="278294"/>
                </a:lnTo>
                <a:lnTo>
                  <a:pt x="0" y="2782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93;p15"/>
          <p:cNvSpPr/>
          <p:nvPr/>
        </p:nvSpPr>
        <p:spPr>
          <a:xfrm>
            <a:off x="2513880" y="8188560"/>
            <a:ext cx="232200" cy="318600"/>
          </a:xfrm>
          <a:custGeom>
            <a:avLst/>
            <a:gdLst>
              <a:gd name="textAreaLeft" fmla="*/ 0 w 232200"/>
              <a:gd name="textAreaRight" fmla="*/ 232560 w 232200"/>
              <a:gd name="textAreaTop" fmla="*/ 0 h 318600"/>
              <a:gd name="textAreaBottom" fmla="*/ 318960 h 318600"/>
            </a:gdLst>
            <a:ahLst/>
            <a:cxnLst/>
            <a:rect l="textAreaLeft" t="textAreaTop" r="textAreaRight" b="textAreaBottom"/>
            <a:pathLst>
              <a:path w="232588" h="319012">
                <a:moveTo>
                  <a:pt x="0" y="0"/>
                </a:moveTo>
                <a:lnTo>
                  <a:pt x="232588" y="0"/>
                </a:lnTo>
                <a:lnTo>
                  <a:pt x="232588" y="319011"/>
                </a:lnTo>
                <a:lnTo>
                  <a:pt x="0" y="3190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94;p15"/>
          <p:cNvSpPr/>
          <p:nvPr/>
        </p:nvSpPr>
        <p:spPr>
          <a:xfrm>
            <a:off x="5307840" y="8208720"/>
            <a:ext cx="277920" cy="277920"/>
          </a:xfrm>
          <a:custGeom>
            <a:avLst/>
            <a:gdLst>
              <a:gd name="textAreaLeft" fmla="*/ 0 w 277920"/>
              <a:gd name="textAreaRight" fmla="*/ 278280 w 27792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278295" h="278295">
                <a:moveTo>
                  <a:pt x="0" y="0"/>
                </a:moveTo>
                <a:lnTo>
                  <a:pt x="278295" y="0"/>
                </a:lnTo>
                <a:lnTo>
                  <a:pt x="278295" y="278295"/>
                </a:lnTo>
                <a:lnTo>
                  <a:pt x="0" y="27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95;p15"/>
          <p:cNvSpPr/>
          <p:nvPr/>
        </p:nvSpPr>
        <p:spPr>
          <a:xfrm>
            <a:off x="4852080" y="8208720"/>
            <a:ext cx="277920" cy="277920"/>
          </a:xfrm>
          <a:custGeom>
            <a:avLst/>
            <a:gdLst>
              <a:gd name="textAreaLeft" fmla="*/ 0 w 277920"/>
              <a:gd name="textAreaRight" fmla="*/ 278280 w 27792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278295" h="278295">
                <a:moveTo>
                  <a:pt x="0" y="0"/>
                </a:moveTo>
                <a:lnTo>
                  <a:pt x="278295" y="0"/>
                </a:lnTo>
                <a:lnTo>
                  <a:pt x="278295" y="278295"/>
                </a:lnTo>
                <a:lnTo>
                  <a:pt x="0" y="27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96;p15"/>
          <p:cNvSpPr/>
          <p:nvPr/>
        </p:nvSpPr>
        <p:spPr>
          <a:xfrm>
            <a:off x="1976400" y="8170560"/>
            <a:ext cx="360000" cy="321480"/>
          </a:xfrm>
          <a:custGeom>
            <a:avLst/>
            <a:gdLst>
              <a:gd name="textAreaLeft" fmla="*/ 0 w 360000"/>
              <a:gd name="textAreaRight" fmla="*/ 360360 w 36000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60470" h="321801">
                <a:moveTo>
                  <a:pt x="0" y="0"/>
                </a:moveTo>
                <a:lnTo>
                  <a:pt x="360470" y="0"/>
                </a:lnTo>
                <a:lnTo>
                  <a:pt x="360470" y="321802"/>
                </a:lnTo>
                <a:lnTo>
                  <a:pt x="0" y="3218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97;p15"/>
          <p:cNvSpPr/>
          <p:nvPr/>
        </p:nvSpPr>
        <p:spPr>
          <a:xfrm>
            <a:off x="5239440" y="8804880"/>
            <a:ext cx="275040" cy="314640"/>
          </a:xfrm>
          <a:custGeom>
            <a:avLst/>
            <a:gdLst>
              <a:gd name="textAreaLeft" fmla="*/ 0 w 275040"/>
              <a:gd name="textAreaRight" fmla="*/ 275400 w 275040"/>
              <a:gd name="textAreaTop" fmla="*/ 0 h 314640"/>
              <a:gd name="textAreaBottom" fmla="*/ 315000 h 314640"/>
            </a:gdLst>
            <a:ahLst/>
            <a:cxnLst/>
            <a:rect l="textAreaLeft" t="textAreaTop" r="textAreaRight" b="textAreaBottom"/>
            <a:pathLst>
              <a:path w="275499" h="315019">
                <a:moveTo>
                  <a:pt x="0" y="0"/>
                </a:moveTo>
                <a:lnTo>
                  <a:pt x="275499" y="0"/>
                </a:lnTo>
                <a:lnTo>
                  <a:pt x="275499" y="315019"/>
                </a:lnTo>
                <a:lnTo>
                  <a:pt x="0" y="3150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98;p15"/>
          <p:cNvSpPr/>
          <p:nvPr/>
        </p:nvSpPr>
        <p:spPr>
          <a:xfrm>
            <a:off x="4694040" y="8846280"/>
            <a:ext cx="331200" cy="231840"/>
          </a:xfrm>
          <a:custGeom>
            <a:avLst/>
            <a:gdLst>
              <a:gd name="textAreaLeft" fmla="*/ 0 w 331200"/>
              <a:gd name="textAreaRight" fmla="*/ 331560 w 33120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331679" h="232176">
                <a:moveTo>
                  <a:pt x="0" y="0"/>
                </a:moveTo>
                <a:lnTo>
                  <a:pt x="331680" y="0"/>
                </a:lnTo>
                <a:lnTo>
                  <a:pt x="331680" y="232176"/>
                </a:lnTo>
                <a:lnTo>
                  <a:pt x="0" y="2321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99;p15"/>
          <p:cNvSpPr/>
          <p:nvPr/>
        </p:nvSpPr>
        <p:spPr>
          <a:xfrm>
            <a:off x="4193640" y="8846280"/>
            <a:ext cx="283320" cy="231840"/>
          </a:xfrm>
          <a:custGeom>
            <a:avLst/>
            <a:gdLst>
              <a:gd name="textAreaLeft" fmla="*/ 0 w 283320"/>
              <a:gd name="textAreaRight" fmla="*/ 283680 w 28332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283770" h="232176">
                <a:moveTo>
                  <a:pt x="0" y="0"/>
                </a:moveTo>
                <a:lnTo>
                  <a:pt x="283770" y="0"/>
                </a:lnTo>
                <a:lnTo>
                  <a:pt x="283770" y="232176"/>
                </a:lnTo>
                <a:lnTo>
                  <a:pt x="0" y="2321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00;p15"/>
          <p:cNvSpPr/>
          <p:nvPr/>
        </p:nvSpPr>
        <p:spPr>
          <a:xfrm>
            <a:off x="3375360" y="8804880"/>
            <a:ext cx="158400" cy="314640"/>
          </a:xfrm>
          <a:custGeom>
            <a:avLst/>
            <a:gdLst>
              <a:gd name="textAreaLeft" fmla="*/ 0 w 158400"/>
              <a:gd name="textAreaRight" fmla="*/ 158760 w 158400"/>
              <a:gd name="textAreaTop" fmla="*/ 0 h 314640"/>
              <a:gd name="textAreaBottom" fmla="*/ 315000 h 314640"/>
            </a:gdLst>
            <a:ahLst/>
            <a:cxnLst/>
            <a:rect l="textAreaLeft" t="textAreaTop" r="textAreaRight" b="textAreaBottom"/>
            <a:pathLst>
              <a:path w="158655" h="315019">
                <a:moveTo>
                  <a:pt x="0" y="0"/>
                </a:moveTo>
                <a:lnTo>
                  <a:pt x="158656" y="0"/>
                </a:lnTo>
                <a:lnTo>
                  <a:pt x="158656" y="315019"/>
                </a:lnTo>
                <a:lnTo>
                  <a:pt x="0" y="3150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01;p15"/>
          <p:cNvSpPr/>
          <p:nvPr/>
        </p:nvSpPr>
        <p:spPr>
          <a:xfrm>
            <a:off x="3747600" y="8846280"/>
            <a:ext cx="231840" cy="231840"/>
          </a:xfrm>
          <a:custGeom>
            <a:avLst/>
            <a:gdLst>
              <a:gd name="textAreaLeft" fmla="*/ 0 w 231840"/>
              <a:gd name="textAreaRight" fmla="*/ 232200 w 23184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232176" h="232176">
                <a:moveTo>
                  <a:pt x="0" y="0"/>
                </a:moveTo>
                <a:lnTo>
                  <a:pt x="232176" y="0"/>
                </a:lnTo>
                <a:lnTo>
                  <a:pt x="232176" y="232176"/>
                </a:lnTo>
                <a:lnTo>
                  <a:pt x="0" y="2321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02;p15"/>
          <p:cNvSpPr/>
          <p:nvPr/>
        </p:nvSpPr>
        <p:spPr>
          <a:xfrm>
            <a:off x="1973880" y="8776440"/>
            <a:ext cx="199800" cy="371160"/>
          </a:xfrm>
          <a:custGeom>
            <a:avLst/>
            <a:gdLst>
              <a:gd name="textAreaLeft" fmla="*/ 0 w 199800"/>
              <a:gd name="textAreaRight" fmla="*/ 200160 w 19980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199995" h="371612">
                <a:moveTo>
                  <a:pt x="0" y="0"/>
                </a:moveTo>
                <a:lnTo>
                  <a:pt x="199995" y="0"/>
                </a:lnTo>
                <a:lnTo>
                  <a:pt x="199995" y="371612"/>
                </a:lnTo>
                <a:lnTo>
                  <a:pt x="0" y="3716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03;p15"/>
          <p:cNvSpPr/>
          <p:nvPr/>
        </p:nvSpPr>
        <p:spPr>
          <a:xfrm>
            <a:off x="2388240" y="8776440"/>
            <a:ext cx="287640" cy="371160"/>
          </a:xfrm>
          <a:custGeom>
            <a:avLst/>
            <a:gdLst>
              <a:gd name="textAreaLeft" fmla="*/ 0 w 287640"/>
              <a:gd name="textAreaRight" fmla="*/ 288000 w 28764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87831" h="371612">
                <a:moveTo>
                  <a:pt x="0" y="0"/>
                </a:moveTo>
                <a:lnTo>
                  <a:pt x="287831" y="0"/>
                </a:lnTo>
                <a:lnTo>
                  <a:pt x="287831" y="371612"/>
                </a:lnTo>
                <a:lnTo>
                  <a:pt x="0" y="3716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04;p15"/>
          <p:cNvSpPr/>
          <p:nvPr/>
        </p:nvSpPr>
        <p:spPr>
          <a:xfrm>
            <a:off x="2889720" y="8804880"/>
            <a:ext cx="271800" cy="314640"/>
          </a:xfrm>
          <a:custGeom>
            <a:avLst/>
            <a:gdLst>
              <a:gd name="textAreaLeft" fmla="*/ 0 w 271800"/>
              <a:gd name="textAreaRight" fmla="*/ 272160 w 271800"/>
              <a:gd name="textAreaTop" fmla="*/ 0 h 314640"/>
              <a:gd name="textAreaBottom" fmla="*/ 315000 h 314640"/>
            </a:gdLst>
            <a:ahLst/>
            <a:cxnLst/>
            <a:rect l="textAreaLeft" t="textAreaTop" r="textAreaRight" b="textAreaBottom"/>
            <a:pathLst>
              <a:path w="272062" h="315019">
                <a:moveTo>
                  <a:pt x="0" y="0"/>
                </a:moveTo>
                <a:lnTo>
                  <a:pt x="272062" y="0"/>
                </a:lnTo>
                <a:lnTo>
                  <a:pt x="272062" y="315019"/>
                </a:lnTo>
                <a:lnTo>
                  <a:pt x="0" y="3150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182880" y="182880"/>
            <a:ext cx="7190740" cy="10327640"/>
          </a:xfrm>
          <a:prstGeom prst="rect">
            <a:avLst/>
          </a:prstGeom>
          <a:noFill/>
          <a:ln w="9144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309;p16"/>
          <p:cNvSpPr/>
          <p:nvPr/>
        </p:nvSpPr>
        <p:spPr>
          <a:xfrm>
            <a:off x="1271880" y="3165480"/>
            <a:ext cx="498888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181619"/>
                </a:solidFill>
                <a:effectLst/>
                <a:uFillTx/>
                <a:latin typeface="Arial"/>
                <a:ea typeface="Arial"/>
              </a:rPr>
              <a:t>This presentation template is free for everyone to use thanks to the following:</a:t>
            </a:r>
            <a:endParaRPr b="0" lang="en-US" sz="1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10;p16"/>
          <p:cNvSpPr/>
          <p:nvPr/>
        </p:nvSpPr>
        <p:spPr>
          <a:xfrm>
            <a:off x="2525040" y="7854840"/>
            <a:ext cx="24829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1" i="1" lang="en-US" sz="1729" strike="noStrike" u="none">
                <a:solidFill>
                  <a:srgbClr val="8e40c4"/>
                </a:solidFill>
                <a:effectLst/>
                <a:uFillTx/>
                <a:latin typeface="Arial"/>
                <a:ea typeface="Arial"/>
              </a:rPr>
              <a:t>Happy designing!</a:t>
            </a:r>
            <a:endParaRPr b="0" lang="en-US" sz="17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11;p16"/>
          <p:cNvSpPr/>
          <p:nvPr/>
        </p:nvSpPr>
        <p:spPr>
          <a:xfrm>
            <a:off x="756720" y="5126400"/>
            <a:ext cx="6019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181619"/>
                </a:solidFill>
                <a:effectLst/>
                <a:uFillTx/>
                <a:latin typeface="Arial"/>
                <a:ea typeface="Arial"/>
              </a:rPr>
              <a:t>for the presentation template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12;p16"/>
          <p:cNvSpPr/>
          <p:nvPr/>
        </p:nvSpPr>
        <p:spPr>
          <a:xfrm>
            <a:off x="756720" y="6776280"/>
            <a:ext cx="6019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181619"/>
                </a:solidFill>
                <a:effectLst/>
                <a:uFillTx/>
                <a:latin typeface="Arial"/>
                <a:ea typeface="Arial"/>
              </a:rPr>
              <a:t>for the photos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13;p16"/>
          <p:cNvSpPr/>
          <p:nvPr/>
        </p:nvSpPr>
        <p:spPr>
          <a:xfrm>
            <a:off x="1525320" y="2642760"/>
            <a:ext cx="4482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459" strike="noStrike" u="none">
                <a:solidFill>
                  <a:srgbClr val="8e40c4"/>
                </a:solidFill>
                <a:effectLst/>
                <a:uFillTx/>
                <a:latin typeface="Arial"/>
                <a:ea typeface="Arial"/>
              </a:rPr>
              <a:t>CREDITS</a:t>
            </a:r>
            <a:endParaRPr b="0" lang="en-US" sz="34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14;p16"/>
          <p:cNvSpPr/>
          <p:nvPr/>
        </p:nvSpPr>
        <p:spPr>
          <a:xfrm>
            <a:off x="1915560" y="6319080"/>
            <a:ext cx="370116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70" strike="noStrike" u="none">
                <a:solidFill>
                  <a:srgbClr val="0f1a38"/>
                </a:solidFill>
                <a:effectLst/>
                <a:uFillTx/>
                <a:latin typeface="Arial"/>
                <a:ea typeface="Arial"/>
              </a:rPr>
              <a:t>Pexels, Pixabay</a:t>
            </a:r>
            <a:endParaRPr b="0" lang="en-US" sz="2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15;p16"/>
          <p:cNvSpPr/>
          <p:nvPr/>
        </p:nvSpPr>
        <p:spPr>
          <a:xfrm>
            <a:off x="2295000" y="4253040"/>
            <a:ext cx="2942640" cy="735480"/>
          </a:xfrm>
          <a:custGeom>
            <a:avLst/>
            <a:gdLst>
              <a:gd name="textAreaLeft" fmla="*/ 0 w 2942640"/>
              <a:gd name="textAreaRight" fmla="*/ 2943000 w 2942640"/>
              <a:gd name="textAreaTop" fmla="*/ 0 h 735480"/>
              <a:gd name="textAreaBottom" fmla="*/ 735840 h 735480"/>
            </a:gdLst>
            <a:ahLst/>
            <a:cxnLst/>
            <a:rect l="textAreaLeft" t="textAreaTop" r="textAreaRight" b="textAreaBottom"/>
            <a:pathLst>
              <a:path w="2942951" h="735738">
                <a:moveTo>
                  <a:pt x="0" y="0"/>
                </a:moveTo>
                <a:lnTo>
                  <a:pt x="2942950" y="0"/>
                </a:lnTo>
                <a:lnTo>
                  <a:pt x="2942950" y="735738"/>
                </a:lnTo>
                <a:lnTo>
                  <a:pt x="0" y="7357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82880" y="182880"/>
            <a:ext cx="7190740" cy="10327640"/>
          </a:xfrm>
          <a:prstGeom prst="rect">
            <a:avLst/>
          </a:prstGeom>
          <a:noFill/>
          <a:ln w="9144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