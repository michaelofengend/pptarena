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0943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343884"/>
            <a:ext cx="10058400" cy="3760891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1289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1348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id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7280" y="2459736"/>
            <a:ext cx="9912096" cy="3760891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add video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1289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3396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1268337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4605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04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9/18/25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 dirty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 dirty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11190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9/18/25</a:t>
            </a:fld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612648" indent="-2286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795528" indent="-2286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978408" indent="-2286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429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1283833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2286000"/>
            <a:ext cx="5711810" cy="3630168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30936"/>
            <a:ext cx="4589130" cy="5586984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770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30936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41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9/18/25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478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1289304"/>
          </a:xfrm>
        </p:spPr>
        <p:txBody>
          <a:bodyPr/>
          <a:lstStyle/>
          <a:p>
            <a:r>
              <a:rPr lang="en-US" dirty="0"/>
              <a:t>Add Pictures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2B2560-FAA9-124F-AD83-8C8D48E03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baseball</a:t>
            </a:r>
          </a:p>
        </p:txBody>
      </p:sp>
      <p:sp>
        <p:nvSpPr>
          <p:cNvPr id="11" name="그림 개체 틀 3" descr="비행기 단색으로 채워진">
            <a:extLst>
              <a:ext uri="{FF2B5EF4-FFF2-40B4-BE49-F238E27FC236}">
                <a16:creationId xmlns:a16="http://schemas.microsoft.com/office/drawing/2014/main" id="{D6D4292D-EBEB-DCC7-6CD7-64A70042AB95}"/>
              </a:ext>
            </a:extLst>
          </p:cNvPr>
          <p:cNvSpPr/>
          <p:nvPr/>
        </p:nvSpPr>
        <p:spPr>
          <a:xfrm>
            <a:off x="5084933" y="2406615"/>
            <a:ext cx="2067917" cy="2432844"/>
          </a:xfrm>
          <a:custGeom>
            <a:avLst/>
            <a:gdLst>
              <a:gd name="connsiteX0" fmla="*/ 2067918 w 2067917"/>
              <a:gd name="connsiteY0" fmla="*/ 1763812 h 2432844"/>
              <a:gd name="connsiteX1" fmla="*/ 2067918 w 2067917"/>
              <a:gd name="connsiteY1" fmla="*/ 1490117 h 2432844"/>
              <a:gd name="connsiteX2" fmla="*/ 1186012 w 2067917"/>
              <a:gd name="connsiteY2" fmla="*/ 866701 h 2432844"/>
              <a:gd name="connsiteX3" fmla="*/ 1186012 w 2067917"/>
              <a:gd name="connsiteY3" fmla="*/ 273695 h 2432844"/>
              <a:gd name="connsiteX4" fmla="*/ 1033959 w 2067917"/>
              <a:gd name="connsiteY4" fmla="*/ 0 h 2432844"/>
              <a:gd name="connsiteX5" fmla="*/ 881906 w 2067917"/>
              <a:gd name="connsiteY5" fmla="*/ 273695 h 2432844"/>
              <a:gd name="connsiteX6" fmla="*/ 881906 w 2067917"/>
              <a:gd name="connsiteY6" fmla="*/ 866701 h 2432844"/>
              <a:gd name="connsiteX7" fmla="*/ 0 w 2067917"/>
              <a:gd name="connsiteY7" fmla="*/ 1490117 h 2432844"/>
              <a:gd name="connsiteX8" fmla="*/ 0 w 2067917"/>
              <a:gd name="connsiteY8" fmla="*/ 1763812 h 2432844"/>
              <a:gd name="connsiteX9" fmla="*/ 881906 w 2067917"/>
              <a:gd name="connsiteY9" fmla="*/ 1322859 h 2432844"/>
              <a:gd name="connsiteX10" fmla="*/ 881906 w 2067917"/>
              <a:gd name="connsiteY10" fmla="*/ 1985809 h 2432844"/>
              <a:gd name="connsiteX11" fmla="*/ 577801 w 2067917"/>
              <a:gd name="connsiteY11" fmla="*/ 2250381 h 2432844"/>
              <a:gd name="connsiteX12" fmla="*/ 577801 w 2067917"/>
              <a:gd name="connsiteY12" fmla="*/ 2432844 h 2432844"/>
              <a:gd name="connsiteX13" fmla="*/ 1033959 w 2067917"/>
              <a:gd name="connsiteY13" fmla="*/ 2250381 h 2432844"/>
              <a:gd name="connsiteX14" fmla="*/ 1490117 w 2067917"/>
              <a:gd name="connsiteY14" fmla="*/ 2432844 h 2432844"/>
              <a:gd name="connsiteX15" fmla="*/ 1490117 w 2067917"/>
              <a:gd name="connsiteY15" fmla="*/ 2250381 h 2432844"/>
              <a:gd name="connsiteX16" fmla="*/ 1186012 w 2067917"/>
              <a:gd name="connsiteY16" fmla="*/ 1985809 h 2432844"/>
              <a:gd name="connsiteX17" fmla="*/ 1186012 w 2067917"/>
              <a:gd name="connsiteY17" fmla="*/ 1322859 h 2432844"/>
              <a:gd name="connsiteX18" fmla="*/ 2067918 w 2067917"/>
              <a:gd name="connsiteY18" fmla="*/ 1763812 h 243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067917" h="2432844">
                <a:moveTo>
                  <a:pt x="2067918" y="1763812"/>
                </a:moveTo>
                <a:lnTo>
                  <a:pt x="2067918" y="1490117"/>
                </a:lnTo>
                <a:lnTo>
                  <a:pt x="1186012" y="866701"/>
                </a:lnTo>
                <a:lnTo>
                  <a:pt x="1186012" y="273695"/>
                </a:lnTo>
                <a:cubicBezTo>
                  <a:pt x="1186012" y="155094"/>
                  <a:pt x="1125190" y="0"/>
                  <a:pt x="1033959" y="0"/>
                </a:cubicBezTo>
                <a:cubicBezTo>
                  <a:pt x="945768" y="0"/>
                  <a:pt x="881906" y="155094"/>
                  <a:pt x="881906" y="273695"/>
                </a:cubicBezTo>
                <a:lnTo>
                  <a:pt x="881906" y="866701"/>
                </a:lnTo>
                <a:lnTo>
                  <a:pt x="0" y="1490117"/>
                </a:lnTo>
                <a:lnTo>
                  <a:pt x="0" y="1763812"/>
                </a:lnTo>
                <a:lnTo>
                  <a:pt x="881906" y="1322859"/>
                </a:lnTo>
                <a:lnTo>
                  <a:pt x="881906" y="1985809"/>
                </a:lnTo>
                <a:lnTo>
                  <a:pt x="577801" y="2250381"/>
                </a:lnTo>
                <a:lnTo>
                  <a:pt x="577801" y="2432844"/>
                </a:lnTo>
                <a:lnTo>
                  <a:pt x="1033959" y="2250381"/>
                </a:lnTo>
                <a:lnTo>
                  <a:pt x="1490117" y="2432844"/>
                </a:lnTo>
                <a:lnTo>
                  <a:pt x="1490117" y="2250381"/>
                </a:lnTo>
                <a:lnTo>
                  <a:pt x="1186012" y="1985809"/>
                </a:lnTo>
                <a:lnTo>
                  <a:pt x="1186012" y="1322859"/>
                </a:lnTo>
                <a:lnTo>
                  <a:pt x="2067918" y="1763812"/>
                </a:lnTo>
                <a:close/>
              </a:path>
            </a:pathLst>
          </a:custGeom>
          <a:solidFill>
            <a:srgbClr val="000000"/>
          </a:solidFill>
          <a:ln w="303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0FE939-6135-8846-B579-79F696C454E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dirty="0"/>
              <a:t>airplane</a:t>
            </a:r>
          </a:p>
        </p:txBody>
      </p:sp>
      <p:grpSp>
        <p:nvGrpSpPr>
          <p:cNvPr id="12" name="그림 개체 틀 6" descr="농구 단색으로 채워진">
            <a:extLst>
              <a:ext uri="{FF2B5EF4-FFF2-40B4-BE49-F238E27FC236}">
                <a16:creationId xmlns:a16="http://schemas.microsoft.com/office/drawing/2014/main" id="{5296F6F4-5F2C-0835-B7BD-423C75864790}"/>
              </a:ext>
            </a:extLst>
          </p:cNvPr>
          <p:cNvGrpSpPr/>
          <p:nvPr/>
        </p:nvGrpSpPr>
        <p:grpSpPr>
          <a:xfrm>
            <a:off x="8525198" y="2467436"/>
            <a:ext cx="2311201" cy="2311201"/>
            <a:chOff x="8525198" y="2467436"/>
            <a:chExt cx="2311201" cy="2311201"/>
          </a:xfrm>
          <a:solidFill>
            <a:srgbClr val="000000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79A9F31-D3CE-BB5D-168B-DEA0E09648D3}"/>
                </a:ext>
              </a:extLst>
            </p:cNvPr>
            <p:cNvSpPr/>
            <p:nvPr/>
          </p:nvSpPr>
          <p:spPr>
            <a:xfrm>
              <a:off x="8905330" y="2467436"/>
              <a:ext cx="710292" cy="745058"/>
            </a:xfrm>
            <a:custGeom>
              <a:avLst/>
              <a:gdLst>
                <a:gd name="connsiteX0" fmla="*/ 450076 w 710292"/>
                <a:gd name="connsiteY0" fmla="*/ 745059 h 745058"/>
                <a:gd name="connsiteX1" fmla="*/ 708566 w 710292"/>
                <a:gd name="connsiteY1" fmla="*/ 0 h 745058"/>
                <a:gd name="connsiteX2" fmla="*/ 0 w 710292"/>
                <a:gd name="connsiteY2" fmla="*/ 294982 h 745058"/>
                <a:gd name="connsiteX3" fmla="*/ 450076 w 710292"/>
                <a:gd name="connsiteY3" fmla="*/ 745059 h 745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292" h="745058">
                  <a:moveTo>
                    <a:pt x="450076" y="745059"/>
                  </a:moveTo>
                  <a:cubicBezTo>
                    <a:pt x="638622" y="535226"/>
                    <a:pt x="723771" y="264572"/>
                    <a:pt x="708566" y="0"/>
                  </a:cubicBezTo>
                  <a:cubicBezTo>
                    <a:pt x="453117" y="15205"/>
                    <a:pt x="203751" y="112519"/>
                    <a:pt x="0" y="294982"/>
                  </a:cubicBezTo>
                  <a:lnTo>
                    <a:pt x="450076" y="745059"/>
                  </a:ln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EAD76EE-2ADB-A07E-F206-7BB8339C07D3}"/>
                </a:ext>
              </a:extLst>
            </p:cNvPr>
            <p:cNvSpPr/>
            <p:nvPr/>
          </p:nvSpPr>
          <p:spPr>
            <a:xfrm>
              <a:off x="10070054" y="3665460"/>
              <a:ext cx="766345" cy="730005"/>
            </a:xfrm>
            <a:custGeom>
              <a:avLst/>
              <a:gdLst>
                <a:gd name="connsiteX0" fmla="*/ 0 w 766345"/>
                <a:gd name="connsiteY0" fmla="*/ 258642 h 730005"/>
                <a:gd name="connsiteX1" fmla="*/ 471364 w 766345"/>
                <a:gd name="connsiteY1" fmla="*/ 730005 h 730005"/>
                <a:gd name="connsiteX2" fmla="*/ 766346 w 766345"/>
                <a:gd name="connsiteY2" fmla="*/ 3193 h 730005"/>
                <a:gd name="connsiteX3" fmla="*/ 0 w 766345"/>
                <a:gd name="connsiteY3" fmla="*/ 258642 h 73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345" h="730005">
                  <a:moveTo>
                    <a:pt x="0" y="258642"/>
                  </a:moveTo>
                  <a:lnTo>
                    <a:pt x="471364" y="730005"/>
                  </a:lnTo>
                  <a:cubicBezTo>
                    <a:pt x="659909" y="523214"/>
                    <a:pt x="757223" y="264724"/>
                    <a:pt x="766346" y="3193"/>
                  </a:cubicBezTo>
                  <a:cubicBezTo>
                    <a:pt x="492651" y="-18094"/>
                    <a:pt x="215915" y="67055"/>
                    <a:pt x="0" y="258642"/>
                  </a:cubicBez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D2D4021-5B29-2887-72F2-1C54DED72248}"/>
                </a:ext>
              </a:extLst>
            </p:cNvPr>
            <p:cNvSpPr/>
            <p:nvPr/>
          </p:nvSpPr>
          <p:spPr>
            <a:xfrm>
              <a:off x="9443597" y="2470477"/>
              <a:ext cx="1009630" cy="1067410"/>
            </a:xfrm>
            <a:custGeom>
              <a:avLst/>
              <a:gdLst>
                <a:gd name="connsiteX0" fmla="*/ 237202 w 1009630"/>
                <a:gd name="connsiteY0" fmla="*/ 1067410 h 1067410"/>
                <a:gd name="connsiteX1" fmla="*/ 1009630 w 1009630"/>
                <a:gd name="connsiteY1" fmla="*/ 294982 h 1067410"/>
                <a:gd name="connsiteX2" fmla="*/ 294982 w 1009630"/>
                <a:gd name="connsiteY2" fmla="*/ 0 h 1067410"/>
                <a:gd name="connsiteX3" fmla="*/ 0 w 1009630"/>
                <a:gd name="connsiteY3" fmla="*/ 830208 h 1067410"/>
                <a:gd name="connsiteX4" fmla="*/ 237202 w 1009630"/>
                <a:gd name="connsiteY4" fmla="*/ 1067410 h 106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30" h="1067410">
                  <a:moveTo>
                    <a:pt x="237202" y="1067410"/>
                  </a:moveTo>
                  <a:lnTo>
                    <a:pt x="1009630" y="294982"/>
                  </a:lnTo>
                  <a:cubicBezTo>
                    <a:pt x="805880" y="109478"/>
                    <a:pt x="550431" y="12164"/>
                    <a:pt x="294982" y="0"/>
                  </a:cubicBezTo>
                  <a:cubicBezTo>
                    <a:pt x="310188" y="294982"/>
                    <a:pt x="212874" y="596047"/>
                    <a:pt x="0" y="830208"/>
                  </a:cubicBezTo>
                  <a:lnTo>
                    <a:pt x="237202" y="1067410"/>
                  </a:ln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3F8E6EA-52F3-985F-02C0-088EBC926C28}"/>
                </a:ext>
              </a:extLst>
            </p:cNvPr>
            <p:cNvSpPr/>
            <p:nvPr/>
          </p:nvSpPr>
          <p:spPr>
            <a:xfrm>
              <a:off x="9765949" y="2847568"/>
              <a:ext cx="1067410" cy="991383"/>
            </a:xfrm>
            <a:custGeom>
              <a:avLst/>
              <a:gdLst>
                <a:gd name="connsiteX0" fmla="*/ 0 w 1067410"/>
                <a:gd name="connsiteY0" fmla="*/ 775469 h 991383"/>
                <a:gd name="connsiteX1" fmla="*/ 215915 w 1067410"/>
                <a:gd name="connsiteY1" fmla="*/ 991384 h 991383"/>
                <a:gd name="connsiteX2" fmla="*/ 1067411 w 1067410"/>
                <a:gd name="connsiteY2" fmla="*/ 696402 h 991383"/>
                <a:gd name="connsiteX3" fmla="*/ 772428 w 1067410"/>
                <a:gd name="connsiteY3" fmla="*/ 0 h 991383"/>
                <a:gd name="connsiteX4" fmla="*/ 0 w 1067410"/>
                <a:gd name="connsiteY4" fmla="*/ 775469 h 99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410" h="991383">
                  <a:moveTo>
                    <a:pt x="0" y="775469"/>
                  </a:moveTo>
                  <a:lnTo>
                    <a:pt x="215915" y="991384"/>
                  </a:lnTo>
                  <a:cubicBezTo>
                    <a:pt x="456158" y="775469"/>
                    <a:pt x="763305" y="678155"/>
                    <a:pt x="1067411" y="696402"/>
                  </a:cubicBezTo>
                  <a:cubicBezTo>
                    <a:pt x="1049164" y="447035"/>
                    <a:pt x="951850" y="200710"/>
                    <a:pt x="772428" y="0"/>
                  </a:cubicBezTo>
                  <a:lnTo>
                    <a:pt x="0" y="775469"/>
                  </a:ln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64C0707-9745-4828-A04C-6B996EFF4A6B}"/>
                </a:ext>
              </a:extLst>
            </p:cNvPr>
            <p:cNvSpPr/>
            <p:nvPr/>
          </p:nvSpPr>
          <p:spPr>
            <a:xfrm>
              <a:off x="9723222" y="4012292"/>
              <a:ext cx="730005" cy="766345"/>
            </a:xfrm>
            <a:custGeom>
              <a:avLst/>
              <a:gdLst>
                <a:gd name="connsiteX0" fmla="*/ 258642 w 730005"/>
                <a:gd name="connsiteY0" fmla="*/ 0 h 766345"/>
                <a:gd name="connsiteX1" fmla="*/ 3193 w 730005"/>
                <a:gd name="connsiteY1" fmla="*/ 766346 h 766345"/>
                <a:gd name="connsiteX2" fmla="*/ 730005 w 730005"/>
                <a:gd name="connsiteY2" fmla="*/ 471364 h 766345"/>
                <a:gd name="connsiteX3" fmla="*/ 258642 w 730005"/>
                <a:gd name="connsiteY3" fmla="*/ 0 h 76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005" h="766345">
                  <a:moveTo>
                    <a:pt x="258642" y="0"/>
                  </a:moveTo>
                  <a:cubicBezTo>
                    <a:pt x="67055" y="215915"/>
                    <a:pt x="-18094" y="492651"/>
                    <a:pt x="3193" y="766346"/>
                  </a:cubicBezTo>
                  <a:cubicBezTo>
                    <a:pt x="264724" y="757223"/>
                    <a:pt x="523214" y="656868"/>
                    <a:pt x="730005" y="471364"/>
                  </a:cubicBezTo>
                  <a:lnTo>
                    <a:pt x="258642" y="0"/>
                  </a:ln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D9D899C-51CB-3DB9-CDAC-FA2DEE238716}"/>
                </a:ext>
              </a:extLst>
            </p:cNvPr>
            <p:cNvSpPr/>
            <p:nvPr/>
          </p:nvSpPr>
          <p:spPr>
            <a:xfrm>
              <a:off x="8908371" y="3708187"/>
              <a:ext cx="988342" cy="1067410"/>
            </a:xfrm>
            <a:custGeom>
              <a:avLst/>
              <a:gdLst>
                <a:gd name="connsiteX0" fmla="*/ 988343 w 988342"/>
                <a:gd name="connsiteY0" fmla="*/ 215915 h 1067410"/>
                <a:gd name="connsiteX1" fmla="*/ 772428 w 988342"/>
                <a:gd name="connsiteY1" fmla="*/ 0 h 1067410"/>
                <a:gd name="connsiteX2" fmla="*/ 0 w 988342"/>
                <a:gd name="connsiteY2" fmla="*/ 772428 h 1067410"/>
                <a:gd name="connsiteX3" fmla="*/ 696402 w 988342"/>
                <a:gd name="connsiteY3" fmla="*/ 1067411 h 1067410"/>
                <a:gd name="connsiteX4" fmla="*/ 988343 w 988342"/>
                <a:gd name="connsiteY4" fmla="*/ 215915 h 106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342" h="1067410">
                  <a:moveTo>
                    <a:pt x="988343" y="215915"/>
                  </a:moveTo>
                  <a:lnTo>
                    <a:pt x="772428" y="0"/>
                  </a:lnTo>
                  <a:lnTo>
                    <a:pt x="0" y="772428"/>
                  </a:lnTo>
                  <a:cubicBezTo>
                    <a:pt x="197669" y="951850"/>
                    <a:pt x="443994" y="1049164"/>
                    <a:pt x="696402" y="1067411"/>
                  </a:cubicBezTo>
                  <a:cubicBezTo>
                    <a:pt x="675114" y="766346"/>
                    <a:pt x="772428" y="456158"/>
                    <a:pt x="988343" y="215915"/>
                  </a:cubicBez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98CC979-E765-BF07-8AB4-A28FE6C51BA7}"/>
                </a:ext>
              </a:extLst>
            </p:cNvPr>
            <p:cNvSpPr/>
            <p:nvPr/>
          </p:nvSpPr>
          <p:spPr>
            <a:xfrm>
              <a:off x="8525198" y="2850609"/>
              <a:ext cx="745058" cy="710245"/>
            </a:xfrm>
            <a:custGeom>
              <a:avLst/>
              <a:gdLst>
                <a:gd name="connsiteX0" fmla="*/ 294982 w 745058"/>
                <a:gd name="connsiteY0" fmla="*/ 0 h 710245"/>
                <a:gd name="connsiteX1" fmla="*/ 0 w 745058"/>
                <a:gd name="connsiteY1" fmla="*/ 708566 h 710245"/>
                <a:gd name="connsiteX2" fmla="*/ 745059 w 745058"/>
                <a:gd name="connsiteY2" fmla="*/ 450076 h 710245"/>
                <a:gd name="connsiteX3" fmla="*/ 294982 w 745058"/>
                <a:gd name="connsiteY3" fmla="*/ 0 h 71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5058" h="710245">
                  <a:moveTo>
                    <a:pt x="294982" y="0"/>
                  </a:moveTo>
                  <a:cubicBezTo>
                    <a:pt x="112519" y="200710"/>
                    <a:pt x="15205" y="453117"/>
                    <a:pt x="0" y="708566"/>
                  </a:cubicBezTo>
                  <a:cubicBezTo>
                    <a:pt x="264572" y="723771"/>
                    <a:pt x="532185" y="635581"/>
                    <a:pt x="745059" y="450076"/>
                  </a:cubicBezTo>
                  <a:lnTo>
                    <a:pt x="294982" y="0"/>
                  </a:ln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8A04DDE-BB5D-0EA5-E407-9B1C6E9E75AF}"/>
                </a:ext>
              </a:extLst>
            </p:cNvPr>
            <p:cNvSpPr/>
            <p:nvPr/>
          </p:nvSpPr>
          <p:spPr>
            <a:xfrm>
              <a:off x="8528239" y="3385835"/>
              <a:ext cx="1067410" cy="1009630"/>
            </a:xfrm>
            <a:custGeom>
              <a:avLst/>
              <a:gdLst>
                <a:gd name="connsiteX0" fmla="*/ 1067410 w 1067410"/>
                <a:gd name="connsiteY0" fmla="*/ 237202 h 1009630"/>
                <a:gd name="connsiteX1" fmla="*/ 830208 w 1067410"/>
                <a:gd name="connsiteY1" fmla="*/ 0 h 1009630"/>
                <a:gd name="connsiteX2" fmla="*/ 0 w 1067410"/>
                <a:gd name="connsiteY2" fmla="*/ 294982 h 1009630"/>
                <a:gd name="connsiteX3" fmla="*/ 294982 w 1067410"/>
                <a:gd name="connsiteY3" fmla="*/ 1009630 h 1009630"/>
                <a:gd name="connsiteX4" fmla="*/ 1067410 w 1067410"/>
                <a:gd name="connsiteY4" fmla="*/ 237202 h 1009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410" h="1009630">
                  <a:moveTo>
                    <a:pt x="1067410" y="237202"/>
                  </a:moveTo>
                  <a:lnTo>
                    <a:pt x="830208" y="0"/>
                  </a:lnTo>
                  <a:cubicBezTo>
                    <a:pt x="596047" y="212874"/>
                    <a:pt x="294982" y="310188"/>
                    <a:pt x="0" y="294982"/>
                  </a:cubicBezTo>
                  <a:cubicBezTo>
                    <a:pt x="12164" y="553472"/>
                    <a:pt x="112519" y="805880"/>
                    <a:pt x="294982" y="1009630"/>
                  </a:cubicBezTo>
                  <a:lnTo>
                    <a:pt x="1067410" y="237202"/>
                  </a:ln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6C3DD2-045C-6945-B783-8067FCC3CDF9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/>
              <a:t>basketball</a:t>
            </a:r>
            <a:endParaRPr lang="en-US" dirty="0"/>
          </a:p>
        </p:txBody>
      </p:sp>
      <p:grpSp>
        <p:nvGrpSpPr>
          <p:cNvPr id="2" name="그림 개체 틀 12" descr="야구 배트 및 공 단색으로 채워진">
            <a:extLst>
              <a:ext uri="{FF2B5EF4-FFF2-40B4-BE49-F238E27FC236}">
                <a16:creationId xmlns:a16="http://schemas.microsoft.com/office/drawing/2014/main" id="{BF12E2B3-24F8-3CF9-239C-78E3AEA7F416}"/>
              </a:ext>
            </a:extLst>
          </p:cNvPr>
          <p:cNvGrpSpPr/>
          <p:nvPr/>
        </p:nvGrpSpPr>
        <p:grpSpPr>
          <a:xfrm>
            <a:off x="1341691" y="2405855"/>
            <a:ext cx="2429435" cy="2433604"/>
            <a:chOff x="1341691" y="2405855"/>
            <a:chExt cx="2429435" cy="2433604"/>
          </a:xfrm>
          <a:solidFill>
            <a:srgbClr val="000000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C89A29F-C792-3525-82E1-FB8F946731F1}"/>
                </a:ext>
              </a:extLst>
            </p:cNvPr>
            <p:cNvSpPr/>
            <p:nvPr/>
          </p:nvSpPr>
          <p:spPr>
            <a:xfrm>
              <a:off x="1341691" y="2405855"/>
              <a:ext cx="2429435" cy="2433604"/>
            </a:xfrm>
            <a:custGeom>
              <a:avLst/>
              <a:gdLst>
                <a:gd name="connsiteX0" fmla="*/ 366840 w 2429435"/>
                <a:gd name="connsiteY0" fmla="*/ 2278511 h 2433604"/>
                <a:gd name="connsiteX1" fmla="*/ 324265 w 2429435"/>
                <a:gd name="connsiteY1" fmla="*/ 2235936 h 2433604"/>
                <a:gd name="connsiteX2" fmla="*/ 1130145 w 2429435"/>
                <a:gd name="connsiteY2" fmla="*/ 1430056 h 2433604"/>
                <a:gd name="connsiteX3" fmla="*/ 1580221 w 2429435"/>
                <a:gd name="connsiteY3" fmla="*/ 1107704 h 2433604"/>
                <a:gd name="connsiteX4" fmla="*/ 2376977 w 2429435"/>
                <a:gd name="connsiteY4" fmla="*/ 310948 h 2433604"/>
                <a:gd name="connsiteX5" fmla="*/ 2376977 w 2429435"/>
                <a:gd name="connsiteY5" fmla="*/ 52458 h 2433604"/>
                <a:gd name="connsiteX6" fmla="*/ 2376977 w 2429435"/>
                <a:gd name="connsiteY6" fmla="*/ 52458 h 2433604"/>
                <a:gd name="connsiteX7" fmla="*/ 2376977 w 2429435"/>
                <a:gd name="connsiteY7" fmla="*/ 52458 h 2433604"/>
                <a:gd name="connsiteX8" fmla="*/ 2118488 w 2429435"/>
                <a:gd name="connsiteY8" fmla="*/ 52458 h 2433604"/>
                <a:gd name="connsiteX9" fmla="*/ 1324772 w 2429435"/>
                <a:gd name="connsiteY9" fmla="*/ 849215 h 2433604"/>
                <a:gd name="connsiteX10" fmla="*/ 1002420 w 2429435"/>
                <a:gd name="connsiteY10" fmla="*/ 1302332 h 2433604"/>
                <a:gd name="connsiteX11" fmla="*/ 196541 w 2429435"/>
                <a:gd name="connsiteY11" fmla="*/ 2108212 h 2433604"/>
                <a:gd name="connsiteX12" fmla="*/ 153966 w 2429435"/>
                <a:gd name="connsiteY12" fmla="*/ 2065637 h 2433604"/>
                <a:gd name="connsiteX13" fmla="*/ 26241 w 2429435"/>
                <a:gd name="connsiteY13" fmla="*/ 2065637 h 2433604"/>
                <a:gd name="connsiteX14" fmla="*/ 26241 w 2429435"/>
                <a:gd name="connsiteY14" fmla="*/ 2193361 h 2433604"/>
                <a:gd name="connsiteX15" fmla="*/ 239115 w 2429435"/>
                <a:gd name="connsiteY15" fmla="*/ 2406235 h 2433604"/>
                <a:gd name="connsiteX16" fmla="*/ 366840 w 2429435"/>
                <a:gd name="connsiteY16" fmla="*/ 2406235 h 2433604"/>
                <a:gd name="connsiteX17" fmla="*/ 366840 w 2429435"/>
                <a:gd name="connsiteY17" fmla="*/ 2278511 h 24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29435" h="2433604">
                  <a:moveTo>
                    <a:pt x="366840" y="2278511"/>
                  </a:moveTo>
                  <a:lnTo>
                    <a:pt x="324265" y="2235936"/>
                  </a:lnTo>
                  <a:lnTo>
                    <a:pt x="1130145" y="1430056"/>
                  </a:lnTo>
                  <a:cubicBezTo>
                    <a:pt x="1291321" y="1308414"/>
                    <a:pt x="1473784" y="1217182"/>
                    <a:pt x="1580221" y="1107704"/>
                  </a:cubicBezTo>
                  <a:lnTo>
                    <a:pt x="2376977" y="310948"/>
                  </a:lnTo>
                  <a:cubicBezTo>
                    <a:pt x="2446922" y="241004"/>
                    <a:pt x="2446922" y="125444"/>
                    <a:pt x="2376977" y="52458"/>
                  </a:cubicBezTo>
                  <a:lnTo>
                    <a:pt x="2376977" y="52458"/>
                  </a:lnTo>
                  <a:lnTo>
                    <a:pt x="2376977" y="52458"/>
                  </a:lnTo>
                  <a:cubicBezTo>
                    <a:pt x="2307033" y="-17486"/>
                    <a:pt x="2191473" y="-17486"/>
                    <a:pt x="2118488" y="52458"/>
                  </a:cubicBezTo>
                  <a:lnTo>
                    <a:pt x="1324772" y="849215"/>
                  </a:lnTo>
                  <a:cubicBezTo>
                    <a:pt x="1215294" y="958693"/>
                    <a:pt x="1124062" y="1141156"/>
                    <a:pt x="1002420" y="1302332"/>
                  </a:cubicBezTo>
                  <a:lnTo>
                    <a:pt x="196541" y="2108212"/>
                  </a:lnTo>
                  <a:lnTo>
                    <a:pt x="153966" y="2065637"/>
                  </a:lnTo>
                  <a:cubicBezTo>
                    <a:pt x="117473" y="2029144"/>
                    <a:pt x="59693" y="2029144"/>
                    <a:pt x="26241" y="2065637"/>
                  </a:cubicBezTo>
                  <a:cubicBezTo>
                    <a:pt x="-7210" y="2102129"/>
                    <a:pt x="-10251" y="2159910"/>
                    <a:pt x="26241" y="2193361"/>
                  </a:cubicBezTo>
                  <a:lnTo>
                    <a:pt x="239115" y="2406235"/>
                  </a:lnTo>
                  <a:cubicBezTo>
                    <a:pt x="275608" y="2442728"/>
                    <a:pt x="333388" y="2442728"/>
                    <a:pt x="366840" y="2406235"/>
                  </a:cubicBezTo>
                  <a:cubicBezTo>
                    <a:pt x="403332" y="2369742"/>
                    <a:pt x="403332" y="2315003"/>
                    <a:pt x="366840" y="2278511"/>
                  </a:cubicBez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8606360-E64A-69D9-74CD-80EBEFC62A90}"/>
                </a:ext>
              </a:extLst>
            </p:cNvPr>
            <p:cNvSpPr/>
            <p:nvPr/>
          </p:nvSpPr>
          <p:spPr>
            <a:xfrm>
              <a:off x="3469302" y="4267741"/>
              <a:ext cx="121642" cy="291941"/>
            </a:xfrm>
            <a:custGeom>
              <a:avLst/>
              <a:gdLst>
                <a:gd name="connsiteX0" fmla="*/ 72985 w 121642"/>
                <a:gd name="connsiteY0" fmla="*/ 0 h 291941"/>
                <a:gd name="connsiteX1" fmla="*/ 0 w 121642"/>
                <a:gd name="connsiteY1" fmla="*/ 145971 h 291941"/>
                <a:gd name="connsiteX2" fmla="*/ 72985 w 121642"/>
                <a:gd name="connsiteY2" fmla="*/ 291942 h 291941"/>
                <a:gd name="connsiteX3" fmla="*/ 121642 w 121642"/>
                <a:gd name="connsiteY3" fmla="*/ 145971 h 291941"/>
                <a:gd name="connsiteX4" fmla="*/ 72985 w 121642"/>
                <a:gd name="connsiteY4" fmla="*/ 0 h 291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642" h="291941">
                  <a:moveTo>
                    <a:pt x="72985" y="0"/>
                  </a:moveTo>
                  <a:cubicBezTo>
                    <a:pt x="27370" y="33452"/>
                    <a:pt x="0" y="85150"/>
                    <a:pt x="0" y="145971"/>
                  </a:cubicBezTo>
                  <a:cubicBezTo>
                    <a:pt x="0" y="206792"/>
                    <a:pt x="27370" y="258490"/>
                    <a:pt x="72985" y="291942"/>
                  </a:cubicBezTo>
                  <a:cubicBezTo>
                    <a:pt x="103396" y="252408"/>
                    <a:pt x="121642" y="200710"/>
                    <a:pt x="121642" y="145971"/>
                  </a:cubicBezTo>
                  <a:cubicBezTo>
                    <a:pt x="121642" y="91232"/>
                    <a:pt x="103396" y="39534"/>
                    <a:pt x="72985" y="0"/>
                  </a:cubicBezTo>
                  <a:close/>
                </a:path>
              </a:pathLst>
            </a:custGeom>
            <a:solidFill>
              <a:srgbClr val="000000"/>
            </a:solidFill>
            <a:ln w="303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그림 개체 틀 12" descr="야구 배트 및 공 단색으로 채워진">
              <a:extLst>
                <a:ext uri="{FF2B5EF4-FFF2-40B4-BE49-F238E27FC236}">
                  <a16:creationId xmlns:a16="http://schemas.microsoft.com/office/drawing/2014/main" id="{5E7BA76F-A3E3-93E3-0077-E029AD73B441}"/>
                </a:ext>
              </a:extLst>
            </p:cNvPr>
            <p:cNvGrpSpPr/>
            <p:nvPr/>
          </p:nvGrpSpPr>
          <p:grpSpPr>
            <a:xfrm>
              <a:off x="3104375" y="4170427"/>
              <a:ext cx="395337" cy="486568"/>
              <a:chOff x="3104375" y="4170427"/>
              <a:chExt cx="395337" cy="48656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5F0CEEC3-6D8D-85BE-78EC-761505B4C93A}"/>
                  </a:ext>
                </a:extLst>
              </p:cNvPr>
              <p:cNvSpPr/>
              <p:nvPr/>
            </p:nvSpPr>
            <p:spPr>
              <a:xfrm>
                <a:off x="3104375" y="4267741"/>
                <a:ext cx="121642" cy="291941"/>
              </a:xfrm>
              <a:custGeom>
                <a:avLst/>
                <a:gdLst>
                  <a:gd name="connsiteX0" fmla="*/ 48657 w 121642"/>
                  <a:gd name="connsiteY0" fmla="*/ 0 h 291941"/>
                  <a:gd name="connsiteX1" fmla="*/ 0 w 121642"/>
                  <a:gd name="connsiteY1" fmla="*/ 145971 h 291941"/>
                  <a:gd name="connsiteX2" fmla="*/ 48657 w 121642"/>
                  <a:gd name="connsiteY2" fmla="*/ 291942 h 291941"/>
                  <a:gd name="connsiteX3" fmla="*/ 121642 w 121642"/>
                  <a:gd name="connsiteY3" fmla="*/ 145971 h 291941"/>
                  <a:gd name="connsiteX4" fmla="*/ 48657 w 121642"/>
                  <a:gd name="connsiteY4" fmla="*/ 0 h 29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642" h="291941">
                    <a:moveTo>
                      <a:pt x="48657" y="0"/>
                    </a:moveTo>
                    <a:cubicBezTo>
                      <a:pt x="18246" y="39534"/>
                      <a:pt x="0" y="91232"/>
                      <a:pt x="0" y="145971"/>
                    </a:cubicBezTo>
                    <a:cubicBezTo>
                      <a:pt x="0" y="200710"/>
                      <a:pt x="18246" y="252408"/>
                      <a:pt x="48657" y="291942"/>
                    </a:cubicBezTo>
                    <a:cubicBezTo>
                      <a:pt x="94273" y="258490"/>
                      <a:pt x="121642" y="206792"/>
                      <a:pt x="121642" y="145971"/>
                    </a:cubicBezTo>
                    <a:cubicBezTo>
                      <a:pt x="121642" y="85150"/>
                      <a:pt x="94273" y="33452"/>
                      <a:pt x="486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03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68564EB-3A62-22FF-5CD9-DB30AB5AA499}"/>
                  </a:ext>
                </a:extLst>
              </p:cNvPr>
              <p:cNvSpPr/>
              <p:nvPr/>
            </p:nvSpPr>
            <p:spPr>
              <a:xfrm>
                <a:off x="3195607" y="4170427"/>
                <a:ext cx="304105" cy="486568"/>
              </a:xfrm>
              <a:custGeom>
                <a:avLst/>
                <a:gdLst>
                  <a:gd name="connsiteX0" fmla="*/ 212874 w 304105"/>
                  <a:gd name="connsiteY0" fmla="*/ 243284 h 486568"/>
                  <a:gd name="connsiteX1" fmla="*/ 304106 w 304105"/>
                  <a:gd name="connsiteY1" fmla="*/ 54739 h 486568"/>
                  <a:gd name="connsiteX2" fmla="*/ 152053 w 304105"/>
                  <a:gd name="connsiteY2" fmla="*/ 0 h 486568"/>
                  <a:gd name="connsiteX3" fmla="*/ 0 w 304105"/>
                  <a:gd name="connsiteY3" fmla="*/ 54739 h 486568"/>
                  <a:gd name="connsiteX4" fmla="*/ 91232 w 304105"/>
                  <a:gd name="connsiteY4" fmla="*/ 243284 h 486568"/>
                  <a:gd name="connsiteX5" fmla="*/ 0 w 304105"/>
                  <a:gd name="connsiteY5" fmla="*/ 431830 h 486568"/>
                  <a:gd name="connsiteX6" fmla="*/ 152053 w 304105"/>
                  <a:gd name="connsiteY6" fmla="*/ 486569 h 486568"/>
                  <a:gd name="connsiteX7" fmla="*/ 304106 w 304105"/>
                  <a:gd name="connsiteY7" fmla="*/ 431830 h 486568"/>
                  <a:gd name="connsiteX8" fmla="*/ 212874 w 304105"/>
                  <a:gd name="connsiteY8" fmla="*/ 243284 h 486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4105" h="486568">
                    <a:moveTo>
                      <a:pt x="212874" y="243284"/>
                    </a:moveTo>
                    <a:cubicBezTo>
                      <a:pt x="212874" y="167258"/>
                      <a:pt x="249366" y="97314"/>
                      <a:pt x="304106" y="54739"/>
                    </a:cubicBezTo>
                    <a:cubicBezTo>
                      <a:pt x="261531" y="21287"/>
                      <a:pt x="209833" y="0"/>
                      <a:pt x="152053" y="0"/>
                    </a:cubicBezTo>
                    <a:cubicBezTo>
                      <a:pt x="94273" y="0"/>
                      <a:pt x="42575" y="21287"/>
                      <a:pt x="0" y="54739"/>
                    </a:cubicBezTo>
                    <a:cubicBezTo>
                      <a:pt x="54739" y="100355"/>
                      <a:pt x="91232" y="167258"/>
                      <a:pt x="91232" y="243284"/>
                    </a:cubicBezTo>
                    <a:cubicBezTo>
                      <a:pt x="91232" y="319311"/>
                      <a:pt x="54739" y="389255"/>
                      <a:pt x="0" y="431830"/>
                    </a:cubicBezTo>
                    <a:cubicBezTo>
                      <a:pt x="42575" y="465282"/>
                      <a:pt x="94273" y="486569"/>
                      <a:pt x="152053" y="486569"/>
                    </a:cubicBezTo>
                    <a:cubicBezTo>
                      <a:pt x="209833" y="486569"/>
                      <a:pt x="261531" y="465282"/>
                      <a:pt x="304106" y="431830"/>
                    </a:cubicBezTo>
                    <a:cubicBezTo>
                      <a:pt x="249366" y="389255"/>
                      <a:pt x="212874" y="319311"/>
                      <a:pt x="212874" y="2432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03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03892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Pitch" id="{BA0280BF-E6B4-464B-BF28-F0D2A23065D1}" vid="{A1F0DEB3-06CD-4A85-8D08-B66BE056CE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RetrospectVTI</vt:lpstr>
      <vt:lpstr>Add Pictures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2</cp:revision>
  <dcterms:created xsi:type="dcterms:W3CDTF">2025-05-07T09:58:31Z</dcterms:created>
  <dcterms:modified xsi:type="dcterms:W3CDTF">2025-09-18T07:25:19Z</dcterms:modified>
</cp:coreProperties>
</file>