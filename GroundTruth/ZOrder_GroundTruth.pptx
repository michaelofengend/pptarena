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Fix z-order so image is above background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63040"/>
            <a:ext cx="7680960" cy="3474720"/>
          </a:xfrm>
          <a:prstGeom prst="rect">
            <a:avLst/>
          </a:prstGeom>
          <a:solidFill>
            <a:srgbClr val="DCE6F0"/>
          </a:solidFill>
          <a:ln>
            <a:solidFill>
              <a:srgbClr val="A0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ple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3657600" cy="274320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5394960" y="2286000"/>
            <a:ext cx="1645920" cy="1097280"/>
          </a:xfrm>
          <a:prstGeom prst="ellipse">
            <a:avLst/>
          </a:prstGeom>
          <a:solidFill>
            <a:srgbClr val="FFC8C8"/>
          </a:solidFill>
          <a:ln>
            <a:solidFill>
              <a:srgbClr val="C8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