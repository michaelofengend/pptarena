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58"/>
  </p:normalViewPr>
  <p:slideViewPr>
    <p:cSldViewPr snapToGrid="0">
      <p:cViewPr>
        <p:scale>
          <a:sx n="97" d="100"/>
          <a:sy n="97" d="100"/>
        </p:scale>
        <p:origin x="142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423456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5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7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9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3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89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3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26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9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06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253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7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0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C838E0C3-E1FB-2601-FF2D-68A84002F5D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009482698"/>
              </p:ext>
            </p:extLst>
          </p:nvPr>
        </p:nvGraphicFramePr>
        <p:xfrm>
          <a:off x="838200" y="1825625"/>
          <a:ext cx="10515600" cy="4054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Quarter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Revenue ($)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Expenses ($)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Net profit ($)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$300,000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$400,000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$150,000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$300,000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$200,000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$100,000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Madison</vt:lpstr>
      <vt:lpstr>Financials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Michael Ofengenden</cp:lastModifiedBy>
  <cp:revision>2</cp:revision>
  <dcterms:created xsi:type="dcterms:W3CDTF">2025-05-07T15:29:53Z</dcterms:created>
  <dcterms:modified xsi:type="dcterms:W3CDTF">2025-08-13T18:56:18Z</dcterms:modified>
</cp:coreProperties>
</file>